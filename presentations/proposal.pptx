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20838" y="3704526"/>
            <a:ext cx="14846322" cy="1313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642017" cy="337419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072942" cy="3086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82924" y="4495"/>
            <a:ext cx="10542905" cy="10831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31301" y="4416342"/>
            <a:ext cx="7604759" cy="300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Relationship Id="rId20" Type="http://schemas.openxmlformats.org/officeDocument/2006/relationships/image" Target="../media/image32.png"/><Relationship Id="rId21" Type="http://schemas.openxmlformats.org/officeDocument/2006/relationships/image" Target="../media/image33.png"/><Relationship Id="rId22" Type="http://schemas.openxmlformats.org/officeDocument/2006/relationships/image" Target="../media/image34.png"/><Relationship Id="rId23" Type="http://schemas.openxmlformats.org/officeDocument/2006/relationships/image" Target="../media/image35.png"/><Relationship Id="rId24" Type="http://schemas.openxmlformats.org/officeDocument/2006/relationships/image" Target="../media/image36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Relationship Id="rId27" Type="http://schemas.openxmlformats.org/officeDocument/2006/relationships/image" Target="../media/image39.png"/><Relationship Id="rId28" Type="http://schemas.openxmlformats.org/officeDocument/2006/relationships/image" Target="../media/image40.png"/><Relationship Id="rId29" Type="http://schemas.openxmlformats.org/officeDocument/2006/relationships/image" Target="../media/image41.png"/><Relationship Id="rId30" Type="http://schemas.openxmlformats.org/officeDocument/2006/relationships/image" Target="../media/image42.png"/><Relationship Id="rId31" Type="http://schemas.openxmlformats.org/officeDocument/2006/relationships/image" Target="../media/image43.png"/><Relationship Id="rId32" Type="http://schemas.openxmlformats.org/officeDocument/2006/relationships/image" Target="../media/image44.png"/><Relationship Id="rId33" Type="http://schemas.openxmlformats.org/officeDocument/2006/relationships/image" Target="../media/image45.png"/><Relationship Id="rId34" Type="http://schemas.openxmlformats.org/officeDocument/2006/relationships/image" Target="../media/image46.png"/><Relationship Id="rId35" Type="http://schemas.openxmlformats.org/officeDocument/2006/relationships/image" Target="../media/image47.png"/><Relationship Id="rId36" Type="http://schemas.openxmlformats.org/officeDocument/2006/relationships/image" Target="../media/image48.png"/><Relationship Id="rId37" Type="http://schemas.openxmlformats.org/officeDocument/2006/relationships/image" Target="../media/image49.png"/><Relationship Id="rId38" Type="http://schemas.openxmlformats.org/officeDocument/2006/relationships/image" Target="../media/image50.png"/><Relationship Id="rId39" Type="http://schemas.openxmlformats.org/officeDocument/2006/relationships/image" Target="../media/image51.png"/><Relationship Id="rId40" Type="http://schemas.openxmlformats.org/officeDocument/2006/relationships/image" Target="../media/image52.png"/><Relationship Id="rId41" Type="http://schemas.openxmlformats.org/officeDocument/2006/relationships/image" Target="../media/image53.png"/><Relationship Id="rId42" Type="http://schemas.openxmlformats.org/officeDocument/2006/relationships/image" Target="../media/image54.png"/><Relationship Id="rId43" Type="http://schemas.openxmlformats.org/officeDocument/2006/relationships/image" Target="../media/image55.png"/><Relationship Id="rId44" Type="http://schemas.openxmlformats.org/officeDocument/2006/relationships/image" Target="../media/image56.png"/><Relationship Id="rId45" Type="http://schemas.openxmlformats.org/officeDocument/2006/relationships/image" Target="../media/image57.png"/><Relationship Id="rId46" Type="http://schemas.openxmlformats.org/officeDocument/2006/relationships/image" Target="../media/image58.png"/><Relationship Id="rId47" Type="http://schemas.openxmlformats.org/officeDocument/2006/relationships/image" Target="../media/image59.png"/><Relationship Id="rId48" Type="http://schemas.openxmlformats.org/officeDocument/2006/relationships/image" Target="../media/image60.png"/><Relationship Id="rId49" Type="http://schemas.openxmlformats.org/officeDocument/2006/relationships/image" Target="../media/image61.png"/><Relationship Id="rId50" Type="http://schemas.openxmlformats.org/officeDocument/2006/relationships/image" Target="../media/image62.png"/><Relationship Id="rId51" Type="http://schemas.openxmlformats.org/officeDocument/2006/relationships/image" Target="../media/image63.png"/><Relationship Id="rId52" Type="http://schemas.openxmlformats.org/officeDocument/2006/relationships/image" Target="../media/image64.png"/><Relationship Id="rId53" Type="http://schemas.openxmlformats.org/officeDocument/2006/relationships/image" Target="../media/image65.png"/><Relationship Id="rId54" Type="http://schemas.openxmlformats.org/officeDocument/2006/relationships/image" Target="../media/image66.png"/><Relationship Id="rId55" Type="http://schemas.openxmlformats.org/officeDocument/2006/relationships/image" Target="../media/image67.png"/><Relationship Id="rId56" Type="http://schemas.openxmlformats.org/officeDocument/2006/relationships/image" Target="../media/image68.png"/><Relationship Id="rId57" Type="http://schemas.openxmlformats.org/officeDocument/2006/relationships/image" Target="../media/image69.png"/><Relationship Id="rId58" Type="http://schemas.openxmlformats.org/officeDocument/2006/relationships/image" Target="../media/image70.png"/><Relationship Id="rId59" Type="http://schemas.openxmlformats.org/officeDocument/2006/relationships/image" Target="../media/image71.png"/><Relationship Id="rId60" Type="http://schemas.openxmlformats.org/officeDocument/2006/relationships/image" Target="../media/image72.png"/><Relationship Id="rId61" Type="http://schemas.openxmlformats.org/officeDocument/2006/relationships/image" Target="../media/image73.png"/><Relationship Id="rId62" Type="http://schemas.openxmlformats.org/officeDocument/2006/relationships/image" Target="../media/image74.png"/><Relationship Id="rId63" Type="http://schemas.openxmlformats.org/officeDocument/2006/relationships/image" Target="../media/image75.png"/><Relationship Id="rId64" Type="http://schemas.openxmlformats.org/officeDocument/2006/relationships/image" Target="../media/image76.png"/><Relationship Id="rId65" Type="http://schemas.openxmlformats.org/officeDocument/2006/relationships/image" Target="../media/image77.png"/><Relationship Id="rId66" Type="http://schemas.openxmlformats.org/officeDocument/2006/relationships/image" Target="../media/image78.png"/><Relationship Id="rId67" Type="http://schemas.openxmlformats.org/officeDocument/2006/relationships/image" Target="../media/image79.png"/><Relationship Id="rId68" Type="http://schemas.openxmlformats.org/officeDocument/2006/relationships/image" Target="../media/image80.png"/><Relationship Id="rId69" Type="http://schemas.openxmlformats.org/officeDocument/2006/relationships/image" Target="../media/image81.png"/><Relationship Id="rId70" Type="http://schemas.openxmlformats.org/officeDocument/2006/relationships/image" Target="../media/image82.png"/><Relationship Id="rId71" Type="http://schemas.openxmlformats.org/officeDocument/2006/relationships/image" Target="../media/image83.png"/><Relationship Id="rId72" Type="http://schemas.openxmlformats.org/officeDocument/2006/relationships/image" Target="../media/image84.png"/><Relationship Id="rId73" Type="http://schemas.openxmlformats.org/officeDocument/2006/relationships/image" Target="../media/image85.png"/><Relationship Id="rId74" Type="http://schemas.openxmlformats.org/officeDocument/2006/relationships/image" Target="../media/image86.png"/><Relationship Id="rId75" Type="http://schemas.openxmlformats.org/officeDocument/2006/relationships/image" Target="../media/image87.png"/><Relationship Id="rId76" Type="http://schemas.openxmlformats.org/officeDocument/2006/relationships/image" Target="../media/image88.png"/><Relationship Id="rId77" Type="http://schemas.openxmlformats.org/officeDocument/2006/relationships/image" Target="../media/image89.png"/><Relationship Id="rId78" Type="http://schemas.openxmlformats.org/officeDocument/2006/relationships/image" Target="../media/image90.png"/><Relationship Id="rId79" Type="http://schemas.openxmlformats.org/officeDocument/2006/relationships/image" Target="../media/image91.png"/><Relationship Id="rId80" Type="http://schemas.openxmlformats.org/officeDocument/2006/relationships/image" Target="../media/image92.png"/><Relationship Id="rId81" Type="http://schemas.openxmlformats.org/officeDocument/2006/relationships/image" Target="../media/image93.png"/><Relationship Id="rId82" Type="http://schemas.openxmlformats.org/officeDocument/2006/relationships/image" Target="../media/image94.png"/><Relationship Id="rId83" Type="http://schemas.openxmlformats.org/officeDocument/2006/relationships/image" Target="../media/image95.png"/><Relationship Id="rId84" Type="http://schemas.openxmlformats.org/officeDocument/2006/relationships/image" Target="../media/image96.png"/><Relationship Id="rId85" Type="http://schemas.openxmlformats.org/officeDocument/2006/relationships/image" Target="../media/image97.png"/><Relationship Id="rId86" Type="http://schemas.openxmlformats.org/officeDocument/2006/relationships/image" Target="../media/image98.png"/><Relationship Id="rId87" Type="http://schemas.openxmlformats.org/officeDocument/2006/relationships/image" Target="../media/image99.png"/><Relationship Id="rId88" Type="http://schemas.openxmlformats.org/officeDocument/2006/relationships/image" Target="../media/image100.png"/><Relationship Id="rId89" Type="http://schemas.openxmlformats.org/officeDocument/2006/relationships/image" Target="../media/image101.png"/><Relationship Id="rId90" Type="http://schemas.openxmlformats.org/officeDocument/2006/relationships/image" Target="../media/image102.png"/><Relationship Id="rId91" Type="http://schemas.openxmlformats.org/officeDocument/2006/relationships/image" Target="../media/image103.png"/><Relationship Id="rId92" Type="http://schemas.openxmlformats.org/officeDocument/2006/relationships/image" Target="../media/image104.png"/><Relationship Id="rId93" Type="http://schemas.openxmlformats.org/officeDocument/2006/relationships/image" Target="../media/image105.png"/><Relationship Id="rId94" Type="http://schemas.openxmlformats.org/officeDocument/2006/relationships/image" Target="../media/image106.png"/><Relationship Id="rId95" Type="http://schemas.openxmlformats.org/officeDocument/2006/relationships/image" Target="../media/image107.png"/><Relationship Id="rId96" Type="http://schemas.openxmlformats.org/officeDocument/2006/relationships/image" Target="../media/image108.png"/><Relationship Id="rId97" Type="http://schemas.openxmlformats.org/officeDocument/2006/relationships/image" Target="../media/image109.png"/><Relationship Id="rId98" Type="http://schemas.openxmlformats.org/officeDocument/2006/relationships/image" Target="../media/image110.png"/><Relationship Id="rId99" Type="http://schemas.openxmlformats.org/officeDocument/2006/relationships/image" Target="../media/image111.png"/><Relationship Id="rId100" Type="http://schemas.openxmlformats.org/officeDocument/2006/relationships/image" Target="../media/image112.png"/><Relationship Id="rId101" Type="http://schemas.openxmlformats.org/officeDocument/2006/relationships/image" Target="../media/image113.png"/><Relationship Id="rId102" Type="http://schemas.openxmlformats.org/officeDocument/2006/relationships/image" Target="../media/image114.png"/><Relationship Id="rId103" Type="http://schemas.openxmlformats.org/officeDocument/2006/relationships/image" Target="../media/image115.png"/><Relationship Id="rId104" Type="http://schemas.openxmlformats.org/officeDocument/2006/relationships/image" Target="../media/image116.png"/><Relationship Id="rId105" Type="http://schemas.openxmlformats.org/officeDocument/2006/relationships/image" Target="../media/image117.png"/><Relationship Id="rId106" Type="http://schemas.openxmlformats.org/officeDocument/2006/relationships/image" Target="../media/image118.png"/><Relationship Id="rId107" Type="http://schemas.openxmlformats.org/officeDocument/2006/relationships/image" Target="../media/image119.png"/><Relationship Id="rId108" Type="http://schemas.openxmlformats.org/officeDocument/2006/relationships/image" Target="../media/image120.png"/><Relationship Id="rId109" Type="http://schemas.openxmlformats.org/officeDocument/2006/relationships/image" Target="../media/image121.png"/><Relationship Id="rId110" Type="http://schemas.openxmlformats.org/officeDocument/2006/relationships/image" Target="../media/image122.png"/><Relationship Id="rId111" Type="http://schemas.openxmlformats.org/officeDocument/2006/relationships/image" Target="../media/image123.png"/><Relationship Id="rId112" Type="http://schemas.openxmlformats.org/officeDocument/2006/relationships/image" Target="../media/image124.png"/><Relationship Id="rId113" Type="http://schemas.openxmlformats.org/officeDocument/2006/relationships/image" Target="../media/image125.png"/><Relationship Id="rId114" Type="http://schemas.openxmlformats.org/officeDocument/2006/relationships/image" Target="../media/image126.png"/><Relationship Id="rId115" Type="http://schemas.openxmlformats.org/officeDocument/2006/relationships/image" Target="../media/image127.png"/><Relationship Id="rId116" Type="http://schemas.openxmlformats.org/officeDocument/2006/relationships/image" Target="../media/image128.png"/><Relationship Id="rId117" Type="http://schemas.openxmlformats.org/officeDocument/2006/relationships/image" Target="../media/image129.png"/><Relationship Id="rId118" Type="http://schemas.openxmlformats.org/officeDocument/2006/relationships/image" Target="../media/image130.png"/><Relationship Id="rId119" Type="http://schemas.openxmlformats.org/officeDocument/2006/relationships/image" Target="../media/image131.png"/><Relationship Id="rId120" Type="http://schemas.openxmlformats.org/officeDocument/2006/relationships/image" Target="../media/image132.png"/><Relationship Id="rId121" Type="http://schemas.openxmlformats.org/officeDocument/2006/relationships/image" Target="../media/image133.png"/><Relationship Id="rId122" Type="http://schemas.openxmlformats.org/officeDocument/2006/relationships/image" Target="../media/image134.png"/><Relationship Id="rId123" Type="http://schemas.openxmlformats.org/officeDocument/2006/relationships/image" Target="../media/image135.png"/><Relationship Id="rId124" Type="http://schemas.openxmlformats.org/officeDocument/2006/relationships/image" Target="../media/image136.png"/><Relationship Id="rId125" Type="http://schemas.openxmlformats.org/officeDocument/2006/relationships/image" Target="../media/image137.png"/><Relationship Id="rId126" Type="http://schemas.openxmlformats.org/officeDocument/2006/relationships/image" Target="../media/image138.png"/><Relationship Id="rId127" Type="http://schemas.openxmlformats.org/officeDocument/2006/relationships/image" Target="../media/image139.png"/><Relationship Id="rId128" Type="http://schemas.openxmlformats.org/officeDocument/2006/relationships/image" Target="../media/image140.png"/><Relationship Id="rId129" Type="http://schemas.openxmlformats.org/officeDocument/2006/relationships/image" Target="../media/image141.png"/><Relationship Id="rId130" Type="http://schemas.openxmlformats.org/officeDocument/2006/relationships/image" Target="../media/image142.png"/><Relationship Id="rId131" Type="http://schemas.openxmlformats.org/officeDocument/2006/relationships/image" Target="../media/image143.png"/><Relationship Id="rId132" Type="http://schemas.openxmlformats.org/officeDocument/2006/relationships/image" Target="../media/image144.png"/><Relationship Id="rId133" Type="http://schemas.openxmlformats.org/officeDocument/2006/relationships/image" Target="../media/image145.png"/><Relationship Id="rId134" Type="http://schemas.openxmlformats.org/officeDocument/2006/relationships/image" Target="../media/image146.png"/><Relationship Id="rId135" Type="http://schemas.openxmlformats.org/officeDocument/2006/relationships/image" Target="../media/image147.png"/><Relationship Id="rId136" Type="http://schemas.openxmlformats.org/officeDocument/2006/relationships/image" Target="../media/image148.png"/><Relationship Id="rId137" Type="http://schemas.openxmlformats.org/officeDocument/2006/relationships/image" Target="../media/image149.png"/><Relationship Id="rId138" Type="http://schemas.openxmlformats.org/officeDocument/2006/relationships/image" Target="../media/image150.png"/><Relationship Id="rId139" Type="http://schemas.openxmlformats.org/officeDocument/2006/relationships/image" Target="../media/image151.png"/><Relationship Id="rId140" Type="http://schemas.openxmlformats.org/officeDocument/2006/relationships/image" Target="../media/image152.png"/><Relationship Id="rId141" Type="http://schemas.openxmlformats.org/officeDocument/2006/relationships/image" Target="../media/image153.png"/><Relationship Id="rId142" Type="http://schemas.openxmlformats.org/officeDocument/2006/relationships/image" Target="../media/image154.png"/><Relationship Id="rId143" Type="http://schemas.openxmlformats.org/officeDocument/2006/relationships/image" Target="../media/image155.png"/><Relationship Id="rId144" Type="http://schemas.openxmlformats.org/officeDocument/2006/relationships/image" Target="../media/image156.png"/><Relationship Id="rId145" Type="http://schemas.openxmlformats.org/officeDocument/2006/relationships/image" Target="../media/image157.png"/><Relationship Id="rId146" Type="http://schemas.openxmlformats.org/officeDocument/2006/relationships/image" Target="../media/image158.png"/><Relationship Id="rId147" Type="http://schemas.openxmlformats.org/officeDocument/2006/relationships/image" Target="../media/image159.png"/><Relationship Id="rId148" Type="http://schemas.openxmlformats.org/officeDocument/2006/relationships/image" Target="../media/image160.png"/><Relationship Id="rId149" Type="http://schemas.openxmlformats.org/officeDocument/2006/relationships/image" Target="../media/image161.png"/><Relationship Id="rId150" Type="http://schemas.openxmlformats.org/officeDocument/2006/relationships/image" Target="../media/image162.png"/><Relationship Id="rId151" Type="http://schemas.openxmlformats.org/officeDocument/2006/relationships/image" Target="../media/image163.png"/><Relationship Id="rId152" Type="http://schemas.openxmlformats.org/officeDocument/2006/relationships/image" Target="../media/image164.png"/><Relationship Id="rId153" Type="http://schemas.openxmlformats.org/officeDocument/2006/relationships/image" Target="../media/image165.png"/><Relationship Id="rId154" Type="http://schemas.openxmlformats.org/officeDocument/2006/relationships/image" Target="../media/image166.png"/><Relationship Id="rId155" Type="http://schemas.openxmlformats.org/officeDocument/2006/relationships/image" Target="../media/image167.png"/><Relationship Id="rId156" Type="http://schemas.openxmlformats.org/officeDocument/2006/relationships/image" Target="../media/image168.png"/><Relationship Id="rId157" Type="http://schemas.openxmlformats.org/officeDocument/2006/relationships/image" Target="../media/image169.png"/><Relationship Id="rId158" Type="http://schemas.openxmlformats.org/officeDocument/2006/relationships/image" Target="../media/image170.png"/><Relationship Id="rId159" Type="http://schemas.openxmlformats.org/officeDocument/2006/relationships/image" Target="../media/image171.png"/><Relationship Id="rId160" Type="http://schemas.openxmlformats.org/officeDocument/2006/relationships/image" Target="../media/image172.png"/><Relationship Id="rId161" Type="http://schemas.openxmlformats.org/officeDocument/2006/relationships/image" Target="../media/image173.png"/><Relationship Id="rId162" Type="http://schemas.openxmlformats.org/officeDocument/2006/relationships/image" Target="../media/image174.png"/><Relationship Id="rId163" Type="http://schemas.openxmlformats.org/officeDocument/2006/relationships/image" Target="../media/image175.png"/><Relationship Id="rId164" Type="http://schemas.openxmlformats.org/officeDocument/2006/relationships/image" Target="../media/image176.png"/><Relationship Id="rId165" Type="http://schemas.openxmlformats.org/officeDocument/2006/relationships/image" Target="../media/image177.png"/><Relationship Id="rId166" Type="http://schemas.openxmlformats.org/officeDocument/2006/relationships/image" Target="../media/image178.png"/><Relationship Id="rId167" Type="http://schemas.openxmlformats.org/officeDocument/2006/relationships/image" Target="../media/image179.png"/><Relationship Id="rId168" Type="http://schemas.openxmlformats.org/officeDocument/2006/relationships/image" Target="../media/image180.png"/><Relationship Id="rId169" Type="http://schemas.openxmlformats.org/officeDocument/2006/relationships/image" Target="../media/image181.png"/><Relationship Id="rId170" Type="http://schemas.openxmlformats.org/officeDocument/2006/relationships/image" Target="../media/image182.png"/><Relationship Id="rId171" Type="http://schemas.openxmlformats.org/officeDocument/2006/relationships/image" Target="../media/image183.png"/><Relationship Id="rId172" Type="http://schemas.openxmlformats.org/officeDocument/2006/relationships/image" Target="../media/image184.png"/><Relationship Id="rId173" Type="http://schemas.openxmlformats.org/officeDocument/2006/relationships/image" Target="../media/image185.png"/><Relationship Id="rId174" Type="http://schemas.openxmlformats.org/officeDocument/2006/relationships/image" Target="../media/image186.png"/><Relationship Id="rId175" Type="http://schemas.openxmlformats.org/officeDocument/2006/relationships/image" Target="../media/image187.png"/><Relationship Id="rId176" Type="http://schemas.openxmlformats.org/officeDocument/2006/relationships/image" Target="../media/image188.png"/><Relationship Id="rId177" Type="http://schemas.openxmlformats.org/officeDocument/2006/relationships/image" Target="../media/image189.png"/><Relationship Id="rId178" Type="http://schemas.openxmlformats.org/officeDocument/2006/relationships/image" Target="../media/image190.png"/><Relationship Id="rId179" Type="http://schemas.openxmlformats.org/officeDocument/2006/relationships/image" Target="../media/image191.png"/><Relationship Id="rId180" Type="http://schemas.openxmlformats.org/officeDocument/2006/relationships/image" Target="../media/image192.png"/><Relationship Id="rId181" Type="http://schemas.openxmlformats.org/officeDocument/2006/relationships/image" Target="../media/image193.png"/><Relationship Id="rId182" Type="http://schemas.openxmlformats.org/officeDocument/2006/relationships/image" Target="../media/image194.png"/><Relationship Id="rId183" Type="http://schemas.openxmlformats.org/officeDocument/2006/relationships/image" Target="../media/image195.png"/><Relationship Id="rId184" Type="http://schemas.openxmlformats.org/officeDocument/2006/relationships/image" Target="../media/image196.png"/><Relationship Id="rId185" Type="http://schemas.openxmlformats.org/officeDocument/2006/relationships/image" Target="../media/image197.png"/><Relationship Id="rId186" Type="http://schemas.openxmlformats.org/officeDocument/2006/relationships/image" Target="../media/image198.png"/><Relationship Id="rId187" Type="http://schemas.openxmlformats.org/officeDocument/2006/relationships/image" Target="../media/image199.png"/><Relationship Id="rId188" Type="http://schemas.openxmlformats.org/officeDocument/2006/relationships/image" Target="../media/image200.png"/><Relationship Id="rId189" Type="http://schemas.openxmlformats.org/officeDocument/2006/relationships/image" Target="../media/image201.png"/><Relationship Id="rId190" Type="http://schemas.openxmlformats.org/officeDocument/2006/relationships/image" Target="../media/image202.png"/><Relationship Id="rId191" Type="http://schemas.openxmlformats.org/officeDocument/2006/relationships/image" Target="../media/image203.png"/><Relationship Id="rId192" Type="http://schemas.openxmlformats.org/officeDocument/2006/relationships/image" Target="../media/image204.png"/><Relationship Id="rId193" Type="http://schemas.openxmlformats.org/officeDocument/2006/relationships/image" Target="../media/image205.png"/><Relationship Id="rId194" Type="http://schemas.openxmlformats.org/officeDocument/2006/relationships/image" Target="../media/image206.png"/><Relationship Id="rId195" Type="http://schemas.openxmlformats.org/officeDocument/2006/relationships/image" Target="../media/image207.png"/><Relationship Id="rId196" Type="http://schemas.openxmlformats.org/officeDocument/2006/relationships/image" Target="../media/image208.png"/><Relationship Id="rId197" Type="http://schemas.openxmlformats.org/officeDocument/2006/relationships/image" Target="../media/image209.png"/><Relationship Id="rId198" Type="http://schemas.openxmlformats.org/officeDocument/2006/relationships/image" Target="../media/image210.png"/><Relationship Id="rId199" Type="http://schemas.openxmlformats.org/officeDocument/2006/relationships/image" Target="../media/image211.png"/><Relationship Id="rId200" Type="http://schemas.openxmlformats.org/officeDocument/2006/relationships/image" Target="../media/image212.png"/><Relationship Id="rId201" Type="http://schemas.openxmlformats.org/officeDocument/2006/relationships/image" Target="../media/image213.png"/><Relationship Id="rId202" Type="http://schemas.openxmlformats.org/officeDocument/2006/relationships/image" Target="../media/image214.png"/><Relationship Id="rId203" Type="http://schemas.openxmlformats.org/officeDocument/2006/relationships/image" Target="../media/image215.png"/><Relationship Id="rId204" Type="http://schemas.openxmlformats.org/officeDocument/2006/relationships/image" Target="../media/image216.png"/><Relationship Id="rId205" Type="http://schemas.openxmlformats.org/officeDocument/2006/relationships/image" Target="../media/image217.png"/><Relationship Id="rId206" Type="http://schemas.openxmlformats.org/officeDocument/2006/relationships/image" Target="../media/image218.png"/><Relationship Id="rId207" Type="http://schemas.openxmlformats.org/officeDocument/2006/relationships/image" Target="../media/image219.png"/><Relationship Id="rId208" Type="http://schemas.openxmlformats.org/officeDocument/2006/relationships/image" Target="../media/image220.png"/><Relationship Id="rId209" Type="http://schemas.openxmlformats.org/officeDocument/2006/relationships/image" Target="../media/image221.png"/><Relationship Id="rId210" Type="http://schemas.openxmlformats.org/officeDocument/2006/relationships/image" Target="../media/image222.png"/><Relationship Id="rId211" Type="http://schemas.openxmlformats.org/officeDocument/2006/relationships/image" Target="../media/image223.png"/><Relationship Id="rId212" Type="http://schemas.openxmlformats.org/officeDocument/2006/relationships/image" Target="../media/image224.png"/><Relationship Id="rId213" Type="http://schemas.openxmlformats.org/officeDocument/2006/relationships/image" Target="../media/image225.png"/><Relationship Id="rId214" Type="http://schemas.openxmlformats.org/officeDocument/2006/relationships/image" Target="../media/image226.png"/><Relationship Id="rId215" Type="http://schemas.openxmlformats.org/officeDocument/2006/relationships/image" Target="../media/image227.png"/><Relationship Id="rId216" Type="http://schemas.openxmlformats.org/officeDocument/2006/relationships/image" Target="../media/image228.png"/><Relationship Id="rId217" Type="http://schemas.openxmlformats.org/officeDocument/2006/relationships/image" Target="../media/image229.png"/><Relationship Id="rId218" Type="http://schemas.openxmlformats.org/officeDocument/2006/relationships/image" Target="../media/image230.png"/><Relationship Id="rId219" Type="http://schemas.openxmlformats.org/officeDocument/2006/relationships/image" Target="../media/image231.png"/><Relationship Id="rId220" Type="http://schemas.openxmlformats.org/officeDocument/2006/relationships/image" Target="../media/image232.png"/><Relationship Id="rId221" Type="http://schemas.openxmlformats.org/officeDocument/2006/relationships/image" Target="../media/image233.png"/><Relationship Id="rId222" Type="http://schemas.openxmlformats.org/officeDocument/2006/relationships/image" Target="../media/image234.png"/><Relationship Id="rId223" Type="http://schemas.openxmlformats.org/officeDocument/2006/relationships/image" Target="../media/image235.png"/><Relationship Id="rId224" Type="http://schemas.openxmlformats.org/officeDocument/2006/relationships/image" Target="../media/image236.png"/><Relationship Id="rId225" Type="http://schemas.openxmlformats.org/officeDocument/2006/relationships/image" Target="../media/image237.png"/><Relationship Id="rId226" Type="http://schemas.openxmlformats.org/officeDocument/2006/relationships/image" Target="../media/image238.png"/><Relationship Id="rId227" Type="http://schemas.openxmlformats.org/officeDocument/2006/relationships/image" Target="../media/image239.png"/><Relationship Id="rId228" Type="http://schemas.openxmlformats.org/officeDocument/2006/relationships/image" Target="../media/image240.png"/><Relationship Id="rId229" Type="http://schemas.openxmlformats.org/officeDocument/2006/relationships/image" Target="../media/image241.png"/><Relationship Id="rId230" Type="http://schemas.openxmlformats.org/officeDocument/2006/relationships/image" Target="../media/image242.png"/><Relationship Id="rId231" Type="http://schemas.openxmlformats.org/officeDocument/2006/relationships/image" Target="../media/image243.png"/><Relationship Id="rId232" Type="http://schemas.openxmlformats.org/officeDocument/2006/relationships/image" Target="../media/image244.png"/><Relationship Id="rId233" Type="http://schemas.openxmlformats.org/officeDocument/2006/relationships/image" Target="../media/image245.png"/><Relationship Id="rId234" Type="http://schemas.openxmlformats.org/officeDocument/2006/relationships/image" Target="../media/image246.png"/><Relationship Id="rId235" Type="http://schemas.openxmlformats.org/officeDocument/2006/relationships/image" Target="../media/image247.png"/><Relationship Id="rId236" Type="http://schemas.openxmlformats.org/officeDocument/2006/relationships/image" Target="../media/image248.png"/><Relationship Id="rId237" Type="http://schemas.openxmlformats.org/officeDocument/2006/relationships/image" Target="../media/image249.png"/><Relationship Id="rId238" Type="http://schemas.openxmlformats.org/officeDocument/2006/relationships/image" Target="../media/image250.png"/><Relationship Id="rId239" Type="http://schemas.openxmlformats.org/officeDocument/2006/relationships/image" Target="../media/image251.png"/><Relationship Id="rId240" Type="http://schemas.openxmlformats.org/officeDocument/2006/relationships/image" Target="../media/image252.png"/><Relationship Id="rId241" Type="http://schemas.openxmlformats.org/officeDocument/2006/relationships/image" Target="../media/image253.png"/><Relationship Id="rId242" Type="http://schemas.openxmlformats.org/officeDocument/2006/relationships/image" Target="../media/image254.png"/><Relationship Id="rId243" Type="http://schemas.openxmlformats.org/officeDocument/2006/relationships/image" Target="../media/image255.png"/><Relationship Id="rId244" Type="http://schemas.openxmlformats.org/officeDocument/2006/relationships/image" Target="../media/image256.png"/><Relationship Id="rId245" Type="http://schemas.openxmlformats.org/officeDocument/2006/relationships/image" Target="../media/image257.png"/><Relationship Id="rId246" Type="http://schemas.openxmlformats.org/officeDocument/2006/relationships/image" Target="../media/image258.png"/><Relationship Id="rId247" Type="http://schemas.openxmlformats.org/officeDocument/2006/relationships/image" Target="../media/image259.png"/><Relationship Id="rId248" Type="http://schemas.openxmlformats.org/officeDocument/2006/relationships/image" Target="../media/image260.png"/><Relationship Id="rId249" Type="http://schemas.openxmlformats.org/officeDocument/2006/relationships/image" Target="../media/image261.png"/><Relationship Id="rId250" Type="http://schemas.openxmlformats.org/officeDocument/2006/relationships/image" Target="../media/image262.png"/><Relationship Id="rId251" Type="http://schemas.openxmlformats.org/officeDocument/2006/relationships/image" Target="../media/image263.png"/><Relationship Id="rId252" Type="http://schemas.openxmlformats.org/officeDocument/2006/relationships/image" Target="../media/image264.png"/><Relationship Id="rId253" Type="http://schemas.openxmlformats.org/officeDocument/2006/relationships/image" Target="../media/image265.png"/><Relationship Id="rId254" Type="http://schemas.openxmlformats.org/officeDocument/2006/relationships/image" Target="../media/image266.png"/><Relationship Id="rId255" Type="http://schemas.openxmlformats.org/officeDocument/2006/relationships/image" Target="../media/image267.png"/><Relationship Id="rId256" Type="http://schemas.openxmlformats.org/officeDocument/2006/relationships/image" Target="../media/image268.png"/><Relationship Id="rId257" Type="http://schemas.openxmlformats.org/officeDocument/2006/relationships/image" Target="../media/image269.png"/><Relationship Id="rId258" Type="http://schemas.openxmlformats.org/officeDocument/2006/relationships/image" Target="../media/image270.png"/><Relationship Id="rId259" Type="http://schemas.openxmlformats.org/officeDocument/2006/relationships/image" Target="../media/image271.png"/><Relationship Id="rId260" Type="http://schemas.openxmlformats.org/officeDocument/2006/relationships/image" Target="../media/image272.png"/><Relationship Id="rId261" Type="http://schemas.openxmlformats.org/officeDocument/2006/relationships/image" Target="../media/image273.png"/><Relationship Id="rId262" Type="http://schemas.openxmlformats.org/officeDocument/2006/relationships/image" Target="../media/image274.png"/><Relationship Id="rId263" Type="http://schemas.openxmlformats.org/officeDocument/2006/relationships/image" Target="../media/image275.png"/><Relationship Id="rId264" Type="http://schemas.openxmlformats.org/officeDocument/2006/relationships/image" Target="../media/image276.png"/><Relationship Id="rId265" Type="http://schemas.openxmlformats.org/officeDocument/2006/relationships/image" Target="../media/image277.png"/><Relationship Id="rId266" Type="http://schemas.openxmlformats.org/officeDocument/2006/relationships/image" Target="../media/image278.png"/><Relationship Id="rId267" Type="http://schemas.openxmlformats.org/officeDocument/2006/relationships/image" Target="../media/image279.png"/><Relationship Id="rId268" Type="http://schemas.openxmlformats.org/officeDocument/2006/relationships/image" Target="../media/image280.png"/><Relationship Id="rId269" Type="http://schemas.openxmlformats.org/officeDocument/2006/relationships/image" Target="../media/image281.png"/><Relationship Id="rId270" Type="http://schemas.openxmlformats.org/officeDocument/2006/relationships/image" Target="../media/image282.png"/><Relationship Id="rId271" Type="http://schemas.openxmlformats.org/officeDocument/2006/relationships/image" Target="../media/image283.png"/><Relationship Id="rId272" Type="http://schemas.openxmlformats.org/officeDocument/2006/relationships/image" Target="../media/image284.png"/><Relationship Id="rId273" Type="http://schemas.openxmlformats.org/officeDocument/2006/relationships/image" Target="../media/image285.png"/><Relationship Id="rId274" Type="http://schemas.openxmlformats.org/officeDocument/2006/relationships/image" Target="../media/image286.png"/><Relationship Id="rId275" Type="http://schemas.openxmlformats.org/officeDocument/2006/relationships/image" Target="../media/image287.png"/><Relationship Id="rId276" Type="http://schemas.openxmlformats.org/officeDocument/2006/relationships/image" Target="../media/image288.png"/><Relationship Id="rId277" Type="http://schemas.openxmlformats.org/officeDocument/2006/relationships/image" Target="../media/image289.png"/><Relationship Id="rId278" Type="http://schemas.openxmlformats.org/officeDocument/2006/relationships/image" Target="../media/image290.png"/><Relationship Id="rId279" Type="http://schemas.openxmlformats.org/officeDocument/2006/relationships/image" Target="../media/image291.png"/><Relationship Id="rId280" Type="http://schemas.openxmlformats.org/officeDocument/2006/relationships/image" Target="../media/image292.png"/><Relationship Id="rId281" Type="http://schemas.openxmlformats.org/officeDocument/2006/relationships/image" Target="../media/image293.png"/><Relationship Id="rId282" Type="http://schemas.openxmlformats.org/officeDocument/2006/relationships/image" Target="../media/image294.png"/><Relationship Id="rId283" Type="http://schemas.openxmlformats.org/officeDocument/2006/relationships/image" Target="../media/image295.png"/><Relationship Id="rId284" Type="http://schemas.openxmlformats.org/officeDocument/2006/relationships/image" Target="../media/image296.png"/><Relationship Id="rId285" Type="http://schemas.openxmlformats.org/officeDocument/2006/relationships/image" Target="../media/image297.png"/><Relationship Id="rId286" Type="http://schemas.openxmlformats.org/officeDocument/2006/relationships/image" Target="../media/image298.png"/><Relationship Id="rId287" Type="http://schemas.openxmlformats.org/officeDocument/2006/relationships/image" Target="../media/image299.png"/><Relationship Id="rId288" Type="http://schemas.openxmlformats.org/officeDocument/2006/relationships/image" Target="../media/image300.png"/><Relationship Id="rId289" Type="http://schemas.openxmlformats.org/officeDocument/2006/relationships/image" Target="../media/image301.png"/><Relationship Id="rId290" Type="http://schemas.openxmlformats.org/officeDocument/2006/relationships/image" Target="../media/image302.png"/><Relationship Id="rId291" Type="http://schemas.openxmlformats.org/officeDocument/2006/relationships/image" Target="../media/image303.png"/><Relationship Id="rId292" Type="http://schemas.openxmlformats.org/officeDocument/2006/relationships/image" Target="../media/image304.png"/><Relationship Id="rId293" Type="http://schemas.openxmlformats.org/officeDocument/2006/relationships/image" Target="../media/image305.png"/><Relationship Id="rId294" Type="http://schemas.openxmlformats.org/officeDocument/2006/relationships/image" Target="../media/image306.png"/><Relationship Id="rId295" Type="http://schemas.openxmlformats.org/officeDocument/2006/relationships/image" Target="../media/image307.png"/><Relationship Id="rId296" Type="http://schemas.openxmlformats.org/officeDocument/2006/relationships/image" Target="../media/image308.png"/><Relationship Id="rId297" Type="http://schemas.openxmlformats.org/officeDocument/2006/relationships/image" Target="../media/image309.png"/><Relationship Id="rId298" Type="http://schemas.openxmlformats.org/officeDocument/2006/relationships/image" Target="../media/image310.png"/><Relationship Id="rId299" Type="http://schemas.openxmlformats.org/officeDocument/2006/relationships/image" Target="../media/image311.png"/><Relationship Id="rId300" Type="http://schemas.openxmlformats.org/officeDocument/2006/relationships/image" Target="../media/image312.png"/><Relationship Id="rId301" Type="http://schemas.openxmlformats.org/officeDocument/2006/relationships/image" Target="../media/image313.png"/><Relationship Id="rId302" Type="http://schemas.openxmlformats.org/officeDocument/2006/relationships/image" Target="../media/image314.png"/><Relationship Id="rId303" Type="http://schemas.openxmlformats.org/officeDocument/2006/relationships/image" Target="../media/image315.png"/><Relationship Id="rId304" Type="http://schemas.openxmlformats.org/officeDocument/2006/relationships/image" Target="../media/image316.png"/><Relationship Id="rId305" Type="http://schemas.openxmlformats.org/officeDocument/2006/relationships/image" Target="../media/image317.png"/><Relationship Id="rId306" Type="http://schemas.openxmlformats.org/officeDocument/2006/relationships/image" Target="../media/image318.png"/><Relationship Id="rId307" Type="http://schemas.openxmlformats.org/officeDocument/2006/relationships/image" Target="../media/image319.png"/><Relationship Id="rId308" Type="http://schemas.openxmlformats.org/officeDocument/2006/relationships/image" Target="../media/image320.png"/><Relationship Id="rId309" Type="http://schemas.openxmlformats.org/officeDocument/2006/relationships/image" Target="../media/image321.png"/><Relationship Id="rId310" Type="http://schemas.openxmlformats.org/officeDocument/2006/relationships/image" Target="../media/image322.png"/><Relationship Id="rId311" Type="http://schemas.openxmlformats.org/officeDocument/2006/relationships/image" Target="../media/image323.png"/><Relationship Id="rId312" Type="http://schemas.openxmlformats.org/officeDocument/2006/relationships/image" Target="../media/image324.png"/><Relationship Id="rId313" Type="http://schemas.openxmlformats.org/officeDocument/2006/relationships/image" Target="../media/image325.png"/><Relationship Id="rId314" Type="http://schemas.openxmlformats.org/officeDocument/2006/relationships/image" Target="../media/image326.png"/><Relationship Id="rId315" Type="http://schemas.openxmlformats.org/officeDocument/2006/relationships/image" Target="../media/image327.png"/><Relationship Id="rId316" Type="http://schemas.openxmlformats.org/officeDocument/2006/relationships/image" Target="../media/image328.png"/><Relationship Id="rId317" Type="http://schemas.openxmlformats.org/officeDocument/2006/relationships/image" Target="../media/image329.png"/><Relationship Id="rId318" Type="http://schemas.openxmlformats.org/officeDocument/2006/relationships/image" Target="../media/image330.png"/><Relationship Id="rId319" Type="http://schemas.openxmlformats.org/officeDocument/2006/relationships/image" Target="../media/image331.png"/><Relationship Id="rId320" Type="http://schemas.openxmlformats.org/officeDocument/2006/relationships/image" Target="../media/image332.png"/><Relationship Id="rId321" Type="http://schemas.openxmlformats.org/officeDocument/2006/relationships/image" Target="../media/image333.png"/><Relationship Id="rId322" Type="http://schemas.openxmlformats.org/officeDocument/2006/relationships/image" Target="../media/image334.png"/><Relationship Id="rId323" Type="http://schemas.openxmlformats.org/officeDocument/2006/relationships/image" Target="../media/image335.png"/><Relationship Id="rId324" Type="http://schemas.openxmlformats.org/officeDocument/2006/relationships/image" Target="../media/image336.png"/><Relationship Id="rId325" Type="http://schemas.openxmlformats.org/officeDocument/2006/relationships/image" Target="../media/image337.png"/><Relationship Id="rId326" Type="http://schemas.openxmlformats.org/officeDocument/2006/relationships/image" Target="../media/image338.png"/><Relationship Id="rId327" Type="http://schemas.openxmlformats.org/officeDocument/2006/relationships/image" Target="../media/image339.png"/><Relationship Id="rId328" Type="http://schemas.openxmlformats.org/officeDocument/2006/relationships/image" Target="../media/image340.png"/><Relationship Id="rId329" Type="http://schemas.openxmlformats.org/officeDocument/2006/relationships/image" Target="../media/image341.png"/><Relationship Id="rId330" Type="http://schemas.openxmlformats.org/officeDocument/2006/relationships/image" Target="../media/image342.png"/><Relationship Id="rId331" Type="http://schemas.openxmlformats.org/officeDocument/2006/relationships/image" Target="../media/image343.png"/><Relationship Id="rId332" Type="http://schemas.openxmlformats.org/officeDocument/2006/relationships/image" Target="../media/image344.png"/><Relationship Id="rId333" Type="http://schemas.openxmlformats.org/officeDocument/2006/relationships/image" Target="../media/image345.png"/><Relationship Id="rId334" Type="http://schemas.openxmlformats.org/officeDocument/2006/relationships/image" Target="../media/image346.png"/><Relationship Id="rId335" Type="http://schemas.openxmlformats.org/officeDocument/2006/relationships/image" Target="../media/image347.png"/><Relationship Id="rId336" Type="http://schemas.openxmlformats.org/officeDocument/2006/relationships/image" Target="../media/image348.png"/><Relationship Id="rId337" Type="http://schemas.openxmlformats.org/officeDocument/2006/relationships/image" Target="../media/image349.png"/><Relationship Id="rId338" Type="http://schemas.openxmlformats.org/officeDocument/2006/relationships/image" Target="../media/image350.png"/><Relationship Id="rId339" Type="http://schemas.openxmlformats.org/officeDocument/2006/relationships/image" Target="../media/image351.png"/><Relationship Id="rId340" Type="http://schemas.openxmlformats.org/officeDocument/2006/relationships/image" Target="../media/image352.png"/><Relationship Id="rId341" Type="http://schemas.openxmlformats.org/officeDocument/2006/relationships/image" Target="../media/image353.png"/><Relationship Id="rId342" Type="http://schemas.openxmlformats.org/officeDocument/2006/relationships/image" Target="../media/image354.png"/><Relationship Id="rId343" Type="http://schemas.openxmlformats.org/officeDocument/2006/relationships/image" Target="../media/image355.png"/><Relationship Id="rId344" Type="http://schemas.openxmlformats.org/officeDocument/2006/relationships/image" Target="../media/image356.png"/><Relationship Id="rId345" Type="http://schemas.openxmlformats.org/officeDocument/2006/relationships/image" Target="../media/image357.png"/><Relationship Id="rId346" Type="http://schemas.openxmlformats.org/officeDocument/2006/relationships/image" Target="../media/image358.png"/><Relationship Id="rId347" Type="http://schemas.openxmlformats.org/officeDocument/2006/relationships/image" Target="../media/image359.png"/><Relationship Id="rId348" Type="http://schemas.openxmlformats.org/officeDocument/2006/relationships/image" Target="../media/image360.png"/><Relationship Id="rId349" Type="http://schemas.openxmlformats.org/officeDocument/2006/relationships/image" Target="../media/image361.png"/><Relationship Id="rId350" Type="http://schemas.openxmlformats.org/officeDocument/2006/relationships/image" Target="../media/image362.png"/><Relationship Id="rId351" Type="http://schemas.openxmlformats.org/officeDocument/2006/relationships/image" Target="../media/image363.png"/><Relationship Id="rId352" Type="http://schemas.openxmlformats.org/officeDocument/2006/relationships/image" Target="../media/image364.png"/><Relationship Id="rId353" Type="http://schemas.openxmlformats.org/officeDocument/2006/relationships/image" Target="../media/image365.png"/><Relationship Id="rId354" Type="http://schemas.openxmlformats.org/officeDocument/2006/relationships/image" Target="../media/image366.png"/><Relationship Id="rId355" Type="http://schemas.openxmlformats.org/officeDocument/2006/relationships/image" Target="../media/image367.png"/><Relationship Id="rId356" Type="http://schemas.openxmlformats.org/officeDocument/2006/relationships/image" Target="../media/image368.png"/><Relationship Id="rId357" Type="http://schemas.openxmlformats.org/officeDocument/2006/relationships/image" Target="../media/image369.png"/><Relationship Id="rId358" Type="http://schemas.openxmlformats.org/officeDocument/2006/relationships/image" Target="../media/image370.png"/><Relationship Id="rId359" Type="http://schemas.openxmlformats.org/officeDocument/2006/relationships/image" Target="../media/image371.png"/><Relationship Id="rId360" Type="http://schemas.openxmlformats.org/officeDocument/2006/relationships/image" Target="../media/image372.png"/><Relationship Id="rId361" Type="http://schemas.openxmlformats.org/officeDocument/2006/relationships/image" Target="../media/image373.png"/><Relationship Id="rId362" Type="http://schemas.openxmlformats.org/officeDocument/2006/relationships/image" Target="../media/image374.png"/><Relationship Id="rId363" Type="http://schemas.openxmlformats.org/officeDocument/2006/relationships/image" Target="../media/image375.png"/><Relationship Id="rId364" Type="http://schemas.openxmlformats.org/officeDocument/2006/relationships/image" Target="../media/image376.png"/><Relationship Id="rId365" Type="http://schemas.openxmlformats.org/officeDocument/2006/relationships/image" Target="../media/image377.png"/><Relationship Id="rId366" Type="http://schemas.openxmlformats.org/officeDocument/2006/relationships/image" Target="../media/image378.png"/><Relationship Id="rId367" Type="http://schemas.openxmlformats.org/officeDocument/2006/relationships/image" Target="../media/image379.png"/><Relationship Id="rId368" Type="http://schemas.openxmlformats.org/officeDocument/2006/relationships/image" Target="../media/image380.png"/><Relationship Id="rId369" Type="http://schemas.openxmlformats.org/officeDocument/2006/relationships/image" Target="../media/image381.png"/><Relationship Id="rId370" Type="http://schemas.openxmlformats.org/officeDocument/2006/relationships/image" Target="../media/image382.png"/><Relationship Id="rId371" Type="http://schemas.openxmlformats.org/officeDocument/2006/relationships/image" Target="../media/image383.png"/><Relationship Id="rId372" Type="http://schemas.openxmlformats.org/officeDocument/2006/relationships/image" Target="../media/image384.png"/><Relationship Id="rId373" Type="http://schemas.openxmlformats.org/officeDocument/2006/relationships/image" Target="../media/image385.png"/><Relationship Id="rId374" Type="http://schemas.openxmlformats.org/officeDocument/2006/relationships/image" Target="../media/image386.png"/><Relationship Id="rId375" Type="http://schemas.openxmlformats.org/officeDocument/2006/relationships/image" Target="../media/image387.png"/><Relationship Id="rId376" Type="http://schemas.openxmlformats.org/officeDocument/2006/relationships/image" Target="../media/image388.png"/><Relationship Id="rId377" Type="http://schemas.openxmlformats.org/officeDocument/2006/relationships/image" Target="../media/image389.png"/><Relationship Id="rId378" Type="http://schemas.openxmlformats.org/officeDocument/2006/relationships/image" Target="../media/image390.png"/><Relationship Id="rId379" Type="http://schemas.openxmlformats.org/officeDocument/2006/relationships/image" Target="../media/image391.png"/><Relationship Id="rId380" Type="http://schemas.openxmlformats.org/officeDocument/2006/relationships/image" Target="../media/image392.png"/><Relationship Id="rId381" Type="http://schemas.openxmlformats.org/officeDocument/2006/relationships/image" Target="../media/image393.png"/><Relationship Id="rId382" Type="http://schemas.openxmlformats.org/officeDocument/2006/relationships/image" Target="../media/image394.png"/><Relationship Id="rId383" Type="http://schemas.openxmlformats.org/officeDocument/2006/relationships/image" Target="../media/image39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396.png"/><Relationship Id="rId4" Type="http://schemas.openxmlformats.org/officeDocument/2006/relationships/image" Target="../media/image397.png"/><Relationship Id="rId5" Type="http://schemas.openxmlformats.org/officeDocument/2006/relationships/image" Target="../media/image6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Relationship Id="rId11" Type="http://schemas.openxmlformats.org/officeDocument/2006/relationships/image" Target="../media/image403.png"/><Relationship Id="rId12" Type="http://schemas.openxmlformats.org/officeDocument/2006/relationships/image" Target="../media/image404.png"/><Relationship Id="rId13" Type="http://schemas.openxmlformats.org/officeDocument/2006/relationships/image" Target="../media/image405.png"/><Relationship Id="rId14" Type="http://schemas.openxmlformats.org/officeDocument/2006/relationships/image" Target="../media/image406.png"/><Relationship Id="rId15" Type="http://schemas.openxmlformats.org/officeDocument/2006/relationships/image" Target="../media/image407.png"/><Relationship Id="rId16" Type="http://schemas.openxmlformats.org/officeDocument/2006/relationships/image" Target="../media/image408.png"/><Relationship Id="rId17" Type="http://schemas.openxmlformats.org/officeDocument/2006/relationships/image" Target="../media/image409.png"/><Relationship Id="rId18" Type="http://schemas.openxmlformats.org/officeDocument/2006/relationships/image" Target="../media/image410.png"/><Relationship Id="rId19" Type="http://schemas.openxmlformats.org/officeDocument/2006/relationships/image" Target="../media/image411.png"/><Relationship Id="rId20" Type="http://schemas.openxmlformats.org/officeDocument/2006/relationships/image" Target="../media/image412.png"/><Relationship Id="rId21" Type="http://schemas.openxmlformats.org/officeDocument/2006/relationships/image" Target="../media/image413.png"/><Relationship Id="rId22" Type="http://schemas.openxmlformats.org/officeDocument/2006/relationships/image" Target="../media/image414.png"/><Relationship Id="rId23" Type="http://schemas.openxmlformats.org/officeDocument/2006/relationships/image" Target="../media/image415.png"/><Relationship Id="rId24" Type="http://schemas.openxmlformats.org/officeDocument/2006/relationships/image" Target="../media/image416.png"/><Relationship Id="rId25" Type="http://schemas.openxmlformats.org/officeDocument/2006/relationships/image" Target="../media/image417.png"/><Relationship Id="rId26" Type="http://schemas.openxmlformats.org/officeDocument/2006/relationships/image" Target="../media/image418.png"/><Relationship Id="rId27" Type="http://schemas.openxmlformats.org/officeDocument/2006/relationships/image" Target="../media/image419.png"/><Relationship Id="rId28" Type="http://schemas.openxmlformats.org/officeDocument/2006/relationships/image" Target="../media/image420.png"/><Relationship Id="rId29" Type="http://schemas.openxmlformats.org/officeDocument/2006/relationships/image" Target="../media/image421.png"/><Relationship Id="rId30" Type="http://schemas.openxmlformats.org/officeDocument/2006/relationships/image" Target="../media/image422.png"/><Relationship Id="rId31" Type="http://schemas.openxmlformats.org/officeDocument/2006/relationships/image" Target="../media/image423.png"/><Relationship Id="rId32" Type="http://schemas.openxmlformats.org/officeDocument/2006/relationships/image" Target="../media/image424.png"/><Relationship Id="rId33" Type="http://schemas.openxmlformats.org/officeDocument/2006/relationships/image" Target="../media/image425.png"/><Relationship Id="rId34" Type="http://schemas.openxmlformats.org/officeDocument/2006/relationships/image" Target="../media/image426.png"/><Relationship Id="rId35" Type="http://schemas.openxmlformats.org/officeDocument/2006/relationships/image" Target="../media/image427.png"/><Relationship Id="rId36" Type="http://schemas.openxmlformats.org/officeDocument/2006/relationships/image" Target="../media/image428.png"/><Relationship Id="rId37" Type="http://schemas.openxmlformats.org/officeDocument/2006/relationships/image" Target="../media/image429.png"/><Relationship Id="rId38" Type="http://schemas.openxmlformats.org/officeDocument/2006/relationships/image" Target="../media/image430.png"/><Relationship Id="rId39" Type="http://schemas.openxmlformats.org/officeDocument/2006/relationships/image" Target="../media/image431.png"/><Relationship Id="rId40" Type="http://schemas.openxmlformats.org/officeDocument/2006/relationships/image" Target="../media/image432.png"/><Relationship Id="rId41" Type="http://schemas.openxmlformats.org/officeDocument/2006/relationships/image" Target="../media/image433.png"/><Relationship Id="rId42" Type="http://schemas.openxmlformats.org/officeDocument/2006/relationships/image" Target="../media/image434.png"/><Relationship Id="rId43" Type="http://schemas.openxmlformats.org/officeDocument/2006/relationships/image" Target="../media/image435.png"/><Relationship Id="rId44" Type="http://schemas.openxmlformats.org/officeDocument/2006/relationships/image" Target="../media/image436.png"/><Relationship Id="rId45" Type="http://schemas.openxmlformats.org/officeDocument/2006/relationships/image" Target="../media/image437.png"/><Relationship Id="rId46" Type="http://schemas.openxmlformats.org/officeDocument/2006/relationships/image" Target="../media/image438.png"/><Relationship Id="rId47" Type="http://schemas.openxmlformats.org/officeDocument/2006/relationships/image" Target="../media/image439.png"/><Relationship Id="rId48" Type="http://schemas.openxmlformats.org/officeDocument/2006/relationships/image" Target="../media/image440.png"/><Relationship Id="rId49" Type="http://schemas.openxmlformats.org/officeDocument/2006/relationships/image" Target="../media/image441.png"/><Relationship Id="rId50" Type="http://schemas.openxmlformats.org/officeDocument/2006/relationships/image" Target="../media/image442.png"/><Relationship Id="rId51" Type="http://schemas.openxmlformats.org/officeDocument/2006/relationships/image" Target="../media/image443.png"/><Relationship Id="rId52" Type="http://schemas.openxmlformats.org/officeDocument/2006/relationships/image" Target="../media/image444.png"/><Relationship Id="rId53" Type="http://schemas.openxmlformats.org/officeDocument/2006/relationships/image" Target="../media/image445.png"/><Relationship Id="rId54" Type="http://schemas.openxmlformats.org/officeDocument/2006/relationships/image" Target="../media/image446.png"/><Relationship Id="rId55" Type="http://schemas.openxmlformats.org/officeDocument/2006/relationships/image" Target="../media/image447.png"/><Relationship Id="rId56" Type="http://schemas.openxmlformats.org/officeDocument/2006/relationships/image" Target="../media/image448.png"/><Relationship Id="rId57" Type="http://schemas.openxmlformats.org/officeDocument/2006/relationships/image" Target="../media/image449.png"/><Relationship Id="rId58" Type="http://schemas.openxmlformats.org/officeDocument/2006/relationships/image" Target="../media/image450.png"/><Relationship Id="rId59" Type="http://schemas.openxmlformats.org/officeDocument/2006/relationships/image" Target="../media/image451.png"/><Relationship Id="rId60" Type="http://schemas.openxmlformats.org/officeDocument/2006/relationships/image" Target="../media/image452.png"/><Relationship Id="rId61" Type="http://schemas.openxmlformats.org/officeDocument/2006/relationships/image" Target="../media/image453.png"/><Relationship Id="rId62" Type="http://schemas.openxmlformats.org/officeDocument/2006/relationships/image" Target="../media/image454.png"/><Relationship Id="rId63" Type="http://schemas.openxmlformats.org/officeDocument/2006/relationships/image" Target="../media/image455.png"/><Relationship Id="rId64" Type="http://schemas.openxmlformats.org/officeDocument/2006/relationships/image" Target="../media/image456.png"/><Relationship Id="rId65" Type="http://schemas.openxmlformats.org/officeDocument/2006/relationships/image" Target="../media/image457.png"/><Relationship Id="rId66" Type="http://schemas.openxmlformats.org/officeDocument/2006/relationships/image" Target="../media/image458.png"/><Relationship Id="rId67" Type="http://schemas.openxmlformats.org/officeDocument/2006/relationships/image" Target="../media/image459.png"/><Relationship Id="rId68" Type="http://schemas.openxmlformats.org/officeDocument/2006/relationships/image" Target="../media/image460.png"/><Relationship Id="rId69" Type="http://schemas.openxmlformats.org/officeDocument/2006/relationships/image" Target="../media/image461.png"/><Relationship Id="rId70" Type="http://schemas.openxmlformats.org/officeDocument/2006/relationships/image" Target="../media/image462.png"/><Relationship Id="rId71" Type="http://schemas.openxmlformats.org/officeDocument/2006/relationships/image" Target="../media/image463.png"/><Relationship Id="rId72" Type="http://schemas.openxmlformats.org/officeDocument/2006/relationships/image" Target="../media/image464.png"/><Relationship Id="rId73" Type="http://schemas.openxmlformats.org/officeDocument/2006/relationships/image" Target="../media/image465.png"/><Relationship Id="rId74" Type="http://schemas.openxmlformats.org/officeDocument/2006/relationships/image" Target="../media/image466.png"/><Relationship Id="rId75" Type="http://schemas.openxmlformats.org/officeDocument/2006/relationships/image" Target="../media/image467.png"/><Relationship Id="rId76" Type="http://schemas.openxmlformats.org/officeDocument/2006/relationships/image" Target="../media/image468.png"/><Relationship Id="rId77" Type="http://schemas.openxmlformats.org/officeDocument/2006/relationships/image" Target="../media/image469.png"/><Relationship Id="rId78" Type="http://schemas.openxmlformats.org/officeDocument/2006/relationships/image" Target="../media/image470.png"/><Relationship Id="rId79" Type="http://schemas.openxmlformats.org/officeDocument/2006/relationships/image" Target="../media/image471.png"/><Relationship Id="rId80" Type="http://schemas.openxmlformats.org/officeDocument/2006/relationships/image" Target="../media/image472.png"/><Relationship Id="rId81" Type="http://schemas.openxmlformats.org/officeDocument/2006/relationships/image" Target="../media/image473.png"/><Relationship Id="rId82" Type="http://schemas.openxmlformats.org/officeDocument/2006/relationships/image" Target="../media/image474.png"/><Relationship Id="rId83" Type="http://schemas.openxmlformats.org/officeDocument/2006/relationships/image" Target="../media/image475.png"/><Relationship Id="rId84" Type="http://schemas.openxmlformats.org/officeDocument/2006/relationships/image" Target="../media/image476.png"/><Relationship Id="rId85" Type="http://schemas.openxmlformats.org/officeDocument/2006/relationships/image" Target="../media/image477.png"/><Relationship Id="rId86" Type="http://schemas.openxmlformats.org/officeDocument/2006/relationships/image" Target="../media/image478.png"/><Relationship Id="rId87" Type="http://schemas.openxmlformats.org/officeDocument/2006/relationships/image" Target="../media/image479.png"/><Relationship Id="rId88" Type="http://schemas.openxmlformats.org/officeDocument/2006/relationships/image" Target="../media/image480.png"/><Relationship Id="rId89" Type="http://schemas.openxmlformats.org/officeDocument/2006/relationships/image" Target="../media/image481.png"/><Relationship Id="rId90" Type="http://schemas.openxmlformats.org/officeDocument/2006/relationships/image" Target="../media/image482.png"/><Relationship Id="rId91" Type="http://schemas.openxmlformats.org/officeDocument/2006/relationships/image" Target="../media/image483.png"/><Relationship Id="rId92" Type="http://schemas.openxmlformats.org/officeDocument/2006/relationships/image" Target="../media/image484.png"/><Relationship Id="rId93" Type="http://schemas.openxmlformats.org/officeDocument/2006/relationships/image" Target="../media/image485.png"/><Relationship Id="rId94" Type="http://schemas.openxmlformats.org/officeDocument/2006/relationships/image" Target="../media/image486.png"/><Relationship Id="rId95" Type="http://schemas.openxmlformats.org/officeDocument/2006/relationships/image" Target="../media/image487.png"/><Relationship Id="rId96" Type="http://schemas.openxmlformats.org/officeDocument/2006/relationships/image" Target="../media/image488.png"/><Relationship Id="rId97" Type="http://schemas.openxmlformats.org/officeDocument/2006/relationships/image" Target="../media/image489.png"/><Relationship Id="rId98" Type="http://schemas.openxmlformats.org/officeDocument/2006/relationships/image" Target="../media/image490.png"/><Relationship Id="rId99" Type="http://schemas.openxmlformats.org/officeDocument/2006/relationships/image" Target="../media/image491.png"/><Relationship Id="rId100" Type="http://schemas.openxmlformats.org/officeDocument/2006/relationships/image" Target="../media/image492.png"/><Relationship Id="rId101" Type="http://schemas.openxmlformats.org/officeDocument/2006/relationships/image" Target="../media/image493.png"/><Relationship Id="rId102" Type="http://schemas.openxmlformats.org/officeDocument/2006/relationships/image" Target="../media/image494.png"/><Relationship Id="rId103" Type="http://schemas.openxmlformats.org/officeDocument/2006/relationships/image" Target="../media/image495.png"/><Relationship Id="rId104" Type="http://schemas.openxmlformats.org/officeDocument/2006/relationships/image" Target="../media/image496.png"/><Relationship Id="rId105" Type="http://schemas.openxmlformats.org/officeDocument/2006/relationships/image" Target="../media/image497.png"/><Relationship Id="rId106" Type="http://schemas.openxmlformats.org/officeDocument/2006/relationships/image" Target="../media/image498.png"/><Relationship Id="rId107" Type="http://schemas.openxmlformats.org/officeDocument/2006/relationships/image" Target="../media/image499.png"/><Relationship Id="rId108" Type="http://schemas.openxmlformats.org/officeDocument/2006/relationships/image" Target="../media/image500.png"/><Relationship Id="rId109" Type="http://schemas.openxmlformats.org/officeDocument/2006/relationships/image" Target="../media/image501.png"/><Relationship Id="rId110" Type="http://schemas.openxmlformats.org/officeDocument/2006/relationships/image" Target="../media/image502.png"/><Relationship Id="rId111" Type="http://schemas.openxmlformats.org/officeDocument/2006/relationships/image" Target="../media/image503.png"/><Relationship Id="rId112" Type="http://schemas.openxmlformats.org/officeDocument/2006/relationships/image" Target="../media/image504.png"/><Relationship Id="rId113" Type="http://schemas.openxmlformats.org/officeDocument/2006/relationships/image" Target="../media/image505.png"/><Relationship Id="rId114" Type="http://schemas.openxmlformats.org/officeDocument/2006/relationships/image" Target="../media/image506.png"/><Relationship Id="rId115" Type="http://schemas.openxmlformats.org/officeDocument/2006/relationships/image" Target="../media/image507.png"/><Relationship Id="rId116" Type="http://schemas.openxmlformats.org/officeDocument/2006/relationships/image" Target="../media/image508.png"/><Relationship Id="rId117" Type="http://schemas.openxmlformats.org/officeDocument/2006/relationships/image" Target="../media/image509.png"/><Relationship Id="rId118" Type="http://schemas.openxmlformats.org/officeDocument/2006/relationships/image" Target="../media/image510.png"/><Relationship Id="rId119" Type="http://schemas.openxmlformats.org/officeDocument/2006/relationships/image" Target="../media/image511.png"/><Relationship Id="rId120" Type="http://schemas.openxmlformats.org/officeDocument/2006/relationships/image" Target="../media/image512.png"/><Relationship Id="rId121" Type="http://schemas.openxmlformats.org/officeDocument/2006/relationships/image" Target="../media/image513.png"/><Relationship Id="rId122" Type="http://schemas.openxmlformats.org/officeDocument/2006/relationships/image" Target="../media/image514.png"/><Relationship Id="rId123" Type="http://schemas.openxmlformats.org/officeDocument/2006/relationships/image" Target="../media/image515.png"/><Relationship Id="rId124" Type="http://schemas.openxmlformats.org/officeDocument/2006/relationships/image" Target="../media/image516.png"/><Relationship Id="rId125" Type="http://schemas.openxmlformats.org/officeDocument/2006/relationships/image" Target="../media/image517.png"/><Relationship Id="rId126" Type="http://schemas.openxmlformats.org/officeDocument/2006/relationships/image" Target="../media/image518.png"/><Relationship Id="rId127" Type="http://schemas.openxmlformats.org/officeDocument/2006/relationships/image" Target="../media/image519.png"/><Relationship Id="rId128" Type="http://schemas.openxmlformats.org/officeDocument/2006/relationships/image" Target="../media/image520.png"/><Relationship Id="rId129" Type="http://schemas.openxmlformats.org/officeDocument/2006/relationships/image" Target="../media/image521.png"/><Relationship Id="rId130" Type="http://schemas.openxmlformats.org/officeDocument/2006/relationships/image" Target="../media/image522.png"/><Relationship Id="rId131" Type="http://schemas.openxmlformats.org/officeDocument/2006/relationships/image" Target="../media/image523.png"/><Relationship Id="rId132" Type="http://schemas.openxmlformats.org/officeDocument/2006/relationships/image" Target="../media/image524.png"/><Relationship Id="rId133" Type="http://schemas.openxmlformats.org/officeDocument/2006/relationships/image" Target="../media/image525.png"/><Relationship Id="rId134" Type="http://schemas.openxmlformats.org/officeDocument/2006/relationships/image" Target="../media/image526.png"/><Relationship Id="rId135" Type="http://schemas.openxmlformats.org/officeDocument/2006/relationships/image" Target="../media/image527.png"/><Relationship Id="rId136" Type="http://schemas.openxmlformats.org/officeDocument/2006/relationships/image" Target="../media/image528.png"/><Relationship Id="rId137" Type="http://schemas.openxmlformats.org/officeDocument/2006/relationships/image" Target="../media/image529.png"/><Relationship Id="rId138" Type="http://schemas.openxmlformats.org/officeDocument/2006/relationships/image" Target="../media/image530.png"/><Relationship Id="rId139" Type="http://schemas.openxmlformats.org/officeDocument/2006/relationships/image" Target="../media/image531.png"/><Relationship Id="rId140" Type="http://schemas.openxmlformats.org/officeDocument/2006/relationships/image" Target="../media/image532.png"/><Relationship Id="rId141" Type="http://schemas.openxmlformats.org/officeDocument/2006/relationships/image" Target="../media/image533.png"/><Relationship Id="rId142" Type="http://schemas.openxmlformats.org/officeDocument/2006/relationships/image" Target="../media/image534.png"/><Relationship Id="rId143" Type="http://schemas.openxmlformats.org/officeDocument/2006/relationships/image" Target="../media/image535.png"/><Relationship Id="rId144" Type="http://schemas.openxmlformats.org/officeDocument/2006/relationships/image" Target="../media/image536.png"/><Relationship Id="rId145" Type="http://schemas.openxmlformats.org/officeDocument/2006/relationships/image" Target="../media/image537.png"/><Relationship Id="rId146" Type="http://schemas.openxmlformats.org/officeDocument/2006/relationships/image" Target="../media/image538.png"/><Relationship Id="rId147" Type="http://schemas.openxmlformats.org/officeDocument/2006/relationships/image" Target="../media/image539.png"/><Relationship Id="rId148" Type="http://schemas.openxmlformats.org/officeDocument/2006/relationships/image" Target="../media/image540.png"/><Relationship Id="rId149" Type="http://schemas.openxmlformats.org/officeDocument/2006/relationships/image" Target="../media/image541.png"/><Relationship Id="rId150" Type="http://schemas.openxmlformats.org/officeDocument/2006/relationships/image" Target="../media/image542.png"/><Relationship Id="rId151" Type="http://schemas.openxmlformats.org/officeDocument/2006/relationships/image" Target="../media/image543.png"/><Relationship Id="rId152" Type="http://schemas.openxmlformats.org/officeDocument/2006/relationships/image" Target="../media/image544.png"/><Relationship Id="rId153" Type="http://schemas.openxmlformats.org/officeDocument/2006/relationships/image" Target="../media/image545.png"/><Relationship Id="rId154" Type="http://schemas.openxmlformats.org/officeDocument/2006/relationships/image" Target="../media/image546.png"/><Relationship Id="rId155" Type="http://schemas.openxmlformats.org/officeDocument/2006/relationships/image" Target="../media/image547.png"/><Relationship Id="rId156" Type="http://schemas.openxmlformats.org/officeDocument/2006/relationships/image" Target="../media/image548.png"/><Relationship Id="rId157" Type="http://schemas.openxmlformats.org/officeDocument/2006/relationships/image" Target="../media/image549.png"/><Relationship Id="rId158" Type="http://schemas.openxmlformats.org/officeDocument/2006/relationships/image" Target="../media/image550.png"/><Relationship Id="rId159" Type="http://schemas.openxmlformats.org/officeDocument/2006/relationships/image" Target="../media/image551.png"/><Relationship Id="rId160" Type="http://schemas.openxmlformats.org/officeDocument/2006/relationships/image" Target="../media/image552.png"/><Relationship Id="rId161" Type="http://schemas.openxmlformats.org/officeDocument/2006/relationships/image" Target="../media/image553.png"/><Relationship Id="rId162" Type="http://schemas.openxmlformats.org/officeDocument/2006/relationships/image" Target="../media/image554.png"/><Relationship Id="rId163" Type="http://schemas.openxmlformats.org/officeDocument/2006/relationships/image" Target="../media/image555.png"/><Relationship Id="rId164" Type="http://schemas.openxmlformats.org/officeDocument/2006/relationships/image" Target="../media/image556.png"/><Relationship Id="rId165" Type="http://schemas.openxmlformats.org/officeDocument/2006/relationships/image" Target="../media/image557.png"/><Relationship Id="rId166" Type="http://schemas.openxmlformats.org/officeDocument/2006/relationships/image" Target="../media/image558.png"/><Relationship Id="rId167" Type="http://schemas.openxmlformats.org/officeDocument/2006/relationships/image" Target="../media/image559.png"/><Relationship Id="rId168" Type="http://schemas.openxmlformats.org/officeDocument/2006/relationships/image" Target="../media/image560.png"/><Relationship Id="rId169" Type="http://schemas.openxmlformats.org/officeDocument/2006/relationships/image" Target="../media/image561.png"/><Relationship Id="rId170" Type="http://schemas.openxmlformats.org/officeDocument/2006/relationships/image" Target="../media/image562.png"/><Relationship Id="rId171" Type="http://schemas.openxmlformats.org/officeDocument/2006/relationships/image" Target="../media/image563.png"/><Relationship Id="rId172" Type="http://schemas.openxmlformats.org/officeDocument/2006/relationships/image" Target="../media/image564.png"/><Relationship Id="rId173" Type="http://schemas.openxmlformats.org/officeDocument/2006/relationships/image" Target="../media/image565.png"/><Relationship Id="rId174" Type="http://schemas.openxmlformats.org/officeDocument/2006/relationships/image" Target="../media/image566.png"/><Relationship Id="rId175" Type="http://schemas.openxmlformats.org/officeDocument/2006/relationships/image" Target="../media/image567.png"/><Relationship Id="rId176" Type="http://schemas.openxmlformats.org/officeDocument/2006/relationships/image" Target="../media/image568.png"/><Relationship Id="rId177" Type="http://schemas.openxmlformats.org/officeDocument/2006/relationships/image" Target="../media/image569.png"/><Relationship Id="rId178" Type="http://schemas.openxmlformats.org/officeDocument/2006/relationships/image" Target="../media/image570.png"/><Relationship Id="rId179" Type="http://schemas.openxmlformats.org/officeDocument/2006/relationships/image" Target="../media/image571.png"/><Relationship Id="rId180" Type="http://schemas.openxmlformats.org/officeDocument/2006/relationships/image" Target="../media/image572.png"/><Relationship Id="rId181" Type="http://schemas.openxmlformats.org/officeDocument/2006/relationships/image" Target="../media/image573.png"/><Relationship Id="rId182" Type="http://schemas.openxmlformats.org/officeDocument/2006/relationships/image" Target="../media/image574.png"/><Relationship Id="rId183" Type="http://schemas.openxmlformats.org/officeDocument/2006/relationships/image" Target="../media/image575.png"/><Relationship Id="rId184" Type="http://schemas.openxmlformats.org/officeDocument/2006/relationships/image" Target="../media/image576.png"/><Relationship Id="rId185" Type="http://schemas.openxmlformats.org/officeDocument/2006/relationships/image" Target="../media/image577.png"/><Relationship Id="rId186" Type="http://schemas.openxmlformats.org/officeDocument/2006/relationships/image" Target="../media/image578.png"/><Relationship Id="rId187" Type="http://schemas.openxmlformats.org/officeDocument/2006/relationships/image" Target="../media/image579.png"/><Relationship Id="rId188" Type="http://schemas.openxmlformats.org/officeDocument/2006/relationships/image" Target="../media/image580.png"/><Relationship Id="rId189" Type="http://schemas.openxmlformats.org/officeDocument/2006/relationships/image" Target="../media/image581.png"/><Relationship Id="rId190" Type="http://schemas.openxmlformats.org/officeDocument/2006/relationships/image" Target="../media/image582.png"/><Relationship Id="rId191" Type="http://schemas.openxmlformats.org/officeDocument/2006/relationships/image" Target="../media/image583.png"/><Relationship Id="rId192" Type="http://schemas.openxmlformats.org/officeDocument/2006/relationships/image" Target="../media/image584.png"/><Relationship Id="rId193" Type="http://schemas.openxmlformats.org/officeDocument/2006/relationships/image" Target="../media/image585.png"/><Relationship Id="rId194" Type="http://schemas.openxmlformats.org/officeDocument/2006/relationships/image" Target="../media/image586.png"/><Relationship Id="rId195" Type="http://schemas.openxmlformats.org/officeDocument/2006/relationships/image" Target="../media/image587.png"/><Relationship Id="rId196" Type="http://schemas.openxmlformats.org/officeDocument/2006/relationships/image" Target="../media/image588.png"/><Relationship Id="rId197" Type="http://schemas.openxmlformats.org/officeDocument/2006/relationships/image" Target="../media/image589.png"/><Relationship Id="rId198" Type="http://schemas.openxmlformats.org/officeDocument/2006/relationships/image" Target="../media/image590.png"/><Relationship Id="rId199" Type="http://schemas.openxmlformats.org/officeDocument/2006/relationships/image" Target="../media/image591.png"/><Relationship Id="rId200" Type="http://schemas.openxmlformats.org/officeDocument/2006/relationships/image" Target="../media/image592.png"/><Relationship Id="rId201" Type="http://schemas.openxmlformats.org/officeDocument/2006/relationships/image" Target="../media/image593.png"/><Relationship Id="rId202" Type="http://schemas.openxmlformats.org/officeDocument/2006/relationships/image" Target="../media/image594.png"/><Relationship Id="rId203" Type="http://schemas.openxmlformats.org/officeDocument/2006/relationships/image" Target="../media/image595.png"/><Relationship Id="rId204" Type="http://schemas.openxmlformats.org/officeDocument/2006/relationships/image" Target="../media/image596.png"/><Relationship Id="rId205" Type="http://schemas.openxmlformats.org/officeDocument/2006/relationships/image" Target="../media/image597.png"/><Relationship Id="rId206" Type="http://schemas.openxmlformats.org/officeDocument/2006/relationships/image" Target="../media/image598.png"/><Relationship Id="rId207" Type="http://schemas.openxmlformats.org/officeDocument/2006/relationships/image" Target="../media/image599.png"/><Relationship Id="rId208" Type="http://schemas.openxmlformats.org/officeDocument/2006/relationships/image" Target="../media/image600.png"/><Relationship Id="rId209" Type="http://schemas.openxmlformats.org/officeDocument/2006/relationships/image" Target="../media/image601.png"/><Relationship Id="rId210" Type="http://schemas.openxmlformats.org/officeDocument/2006/relationships/image" Target="../media/image602.png"/><Relationship Id="rId211" Type="http://schemas.openxmlformats.org/officeDocument/2006/relationships/image" Target="../media/image603.png"/><Relationship Id="rId212" Type="http://schemas.openxmlformats.org/officeDocument/2006/relationships/image" Target="../media/image604.png"/><Relationship Id="rId213" Type="http://schemas.openxmlformats.org/officeDocument/2006/relationships/image" Target="../media/image605.png"/><Relationship Id="rId214" Type="http://schemas.openxmlformats.org/officeDocument/2006/relationships/image" Target="../media/image606.png"/><Relationship Id="rId215" Type="http://schemas.openxmlformats.org/officeDocument/2006/relationships/image" Target="../media/image607.png"/><Relationship Id="rId216" Type="http://schemas.openxmlformats.org/officeDocument/2006/relationships/image" Target="../media/image608.png"/><Relationship Id="rId217" Type="http://schemas.openxmlformats.org/officeDocument/2006/relationships/image" Target="../media/image609.png"/><Relationship Id="rId218" Type="http://schemas.openxmlformats.org/officeDocument/2006/relationships/image" Target="../media/image610.png"/><Relationship Id="rId219" Type="http://schemas.openxmlformats.org/officeDocument/2006/relationships/image" Target="../media/image611.png"/><Relationship Id="rId220" Type="http://schemas.openxmlformats.org/officeDocument/2006/relationships/image" Target="../media/image612.png"/><Relationship Id="rId221" Type="http://schemas.openxmlformats.org/officeDocument/2006/relationships/image" Target="../media/image613.png"/><Relationship Id="rId222" Type="http://schemas.openxmlformats.org/officeDocument/2006/relationships/image" Target="../media/image614.png"/><Relationship Id="rId223" Type="http://schemas.openxmlformats.org/officeDocument/2006/relationships/image" Target="../media/image615.png"/><Relationship Id="rId224" Type="http://schemas.openxmlformats.org/officeDocument/2006/relationships/image" Target="../media/image616.png"/><Relationship Id="rId225" Type="http://schemas.openxmlformats.org/officeDocument/2006/relationships/image" Target="../media/image617.png"/><Relationship Id="rId226" Type="http://schemas.openxmlformats.org/officeDocument/2006/relationships/image" Target="../media/image618.png"/><Relationship Id="rId227" Type="http://schemas.openxmlformats.org/officeDocument/2006/relationships/image" Target="../media/image619.png"/><Relationship Id="rId228" Type="http://schemas.openxmlformats.org/officeDocument/2006/relationships/image" Target="../media/image620.png"/><Relationship Id="rId229" Type="http://schemas.openxmlformats.org/officeDocument/2006/relationships/image" Target="../media/image621.png"/><Relationship Id="rId230" Type="http://schemas.openxmlformats.org/officeDocument/2006/relationships/image" Target="../media/image622.png"/><Relationship Id="rId231" Type="http://schemas.openxmlformats.org/officeDocument/2006/relationships/image" Target="../media/image623.png"/><Relationship Id="rId232" Type="http://schemas.openxmlformats.org/officeDocument/2006/relationships/image" Target="../media/image624.png"/><Relationship Id="rId233" Type="http://schemas.openxmlformats.org/officeDocument/2006/relationships/image" Target="../media/image625.png"/><Relationship Id="rId234" Type="http://schemas.openxmlformats.org/officeDocument/2006/relationships/image" Target="../media/image626.png"/><Relationship Id="rId235" Type="http://schemas.openxmlformats.org/officeDocument/2006/relationships/image" Target="../media/image627.png"/><Relationship Id="rId236" Type="http://schemas.openxmlformats.org/officeDocument/2006/relationships/image" Target="../media/image628.png"/><Relationship Id="rId237" Type="http://schemas.openxmlformats.org/officeDocument/2006/relationships/image" Target="../media/image629.png"/><Relationship Id="rId238" Type="http://schemas.openxmlformats.org/officeDocument/2006/relationships/image" Target="../media/image630.png"/><Relationship Id="rId239" Type="http://schemas.openxmlformats.org/officeDocument/2006/relationships/image" Target="../media/image631.png"/><Relationship Id="rId240" Type="http://schemas.openxmlformats.org/officeDocument/2006/relationships/image" Target="../media/image632.png"/><Relationship Id="rId241" Type="http://schemas.openxmlformats.org/officeDocument/2006/relationships/image" Target="../media/image633.png"/><Relationship Id="rId242" Type="http://schemas.openxmlformats.org/officeDocument/2006/relationships/image" Target="../media/image634.png"/><Relationship Id="rId243" Type="http://schemas.openxmlformats.org/officeDocument/2006/relationships/image" Target="../media/image635.png"/><Relationship Id="rId244" Type="http://schemas.openxmlformats.org/officeDocument/2006/relationships/image" Target="../media/image636.png"/><Relationship Id="rId245" Type="http://schemas.openxmlformats.org/officeDocument/2006/relationships/image" Target="../media/image637.png"/><Relationship Id="rId246" Type="http://schemas.openxmlformats.org/officeDocument/2006/relationships/image" Target="../media/image638.png"/><Relationship Id="rId247" Type="http://schemas.openxmlformats.org/officeDocument/2006/relationships/image" Target="../media/image639.png"/><Relationship Id="rId248" Type="http://schemas.openxmlformats.org/officeDocument/2006/relationships/image" Target="../media/image640.png"/><Relationship Id="rId249" Type="http://schemas.openxmlformats.org/officeDocument/2006/relationships/image" Target="../media/image641.png"/><Relationship Id="rId250" Type="http://schemas.openxmlformats.org/officeDocument/2006/relationships/image" Target="../media/image642.png"/><Relationship Id="rId251" Type="http://schemas.openxmlformats.org/officeDocument/2006/relationships/image" Target="../media/image643.png"/><Relationship Id="rId252" Type="http://schemas.openxmlformats.org/officeDocument/2006/relationships/image" Target="../media/image644.png"/><Relationship Id="rId253" Type="http://schemas.openxmlformats.org/officeDocument/2006/relationships/image" Target="../media/image645.png"/><Relationship Id="rId254" Type="http://schemas.openxmlformats.org/officeDocument/2006/relationships/image" Target="../media/image646.png"/><Relationship Id="rId255" Type="http://schemas.openxmlformats.org/officeDocument/2006/relationships/image" Target="../media/image647.png"/><Relationship Id="rId256" Type="http://schemas.openxmlformats.org/officeDocument/2006/relationships/image" Target="../media/image648.png"/><Relationship Id="rId257" Type="http://schemas.openxmlformats.org/officeDocument/2006/relationships/image" Target="../media/image649.png"/><Relationship Id="rId258" Type="http://schemas.openxmlformats.org/officeDocument/2006/relationships/image" Target="../media/image650.png"/><Relationship Id="rId259" Type="http://schemas.openxmlformats.org/officeDocument/2006/relationships/image" Target="../media/image651.png"/><Relationship Id="rId260" Type="http://schemas.openxmlformats.org/officeDocument/2006/relationships/image" Target="../media/image652.png"/><Relationship Id="rId261" Type="http://schemas.openxmlformats.org/officeDocument/2006/relationships/image" Target="../media/image653.png"/><Relationship Id="rId262" Type="http://schemas.openxmlformats.org/officeDocument/2006/relationships/image" Target="../media/image654.png"/><Relationship Id="rId263" Type="http://schemas.openxmlformats.org/officeDocument/2006/relationships/image" Target="../media/image655.png"/><Relationship Id="rId264" Type="http://schemas.openxmlformats.org/officeDocument/2006/relationships/image" Target="../media/image656.png"/><Relationship Id="rId265" Type="http://schemas.openxmlformats.org/officeDocument/2006/relationships/image" Target="../media/image657.png"/><Relationship Id="rId266" Type="http://schemas.openxmlformats.org/officeDocument/2006/relationships/image" Target="../media/image658.png"/><Relationship Id="rId267" Type="http://schemas.openxmlformats.org/officeDocument/2006/relationships/image" Target="../media/image659.png"/><Relationship Id="rId268" Type="http://schemas.openxmlformats.org/officeDocument/2006/relationships/image" Target="../media/image660.png"/><Relationship Id="rId269" Type="http://schemas.openxmlformats.org/officeDocument/2006/relationships/image" Target="../media/image661.png"/><Relationship Id="rId270" Type="http://schemas.openxmlformats.org/officeDocument/2006/relationships/image" Target="../media/image662.png"/><Relationship Id="rId271" Type="http://schemas.openxmlformats.org/officeDocument/2006/relationships/image" Target="../media/image663.png"/><Relationship Id="rId272" Type="http://schemas.openxmlformats.org/officeDocument/2006/relationships/image" Target="../media/image664.png"/><Relationship Id="rId273" Type="http://schemas.openxmlformats.org/officeDocument/2006/relationships/image" Target="../media/image665.png"/><Relationship Id="rId274" Type="http://schemas.openxmlformats.org/officeDocument/2006/relationships/image" Target="../media/image666.png"/><Relationship Id="rId275" Type="http://schemas.openxmlformats.org/officeDocument/2006/relationships/image" Target="../media/image667.png"/><Relationship Id="rId276" Type="http://schemas.openxmlformats.org/officeDocument/2006/relationships/image" Target="../media/image668.png"/><Relationship Id="rId277" Type="http://schemas.openxmlformats.org/officeDocument/2006/relationships/image" Target="../media/image669.png"/><Relationship Id="rId278" Type="http://schemas.openxmlformats.org/officeDocument/2006/relationships/image" Target="../media/image670.png"/><Relationship Id="rId279" Type="http://schemas.openxmlformats.org/officeDocument/2006/relationships/image" Target="../media/image671.png"/><Relationship Id="rId280" Type="http://schemas.openxmlformats.org/officeDocument/2006/relationships/image" Target="../media/image672.png"/><Relationship Id="rId281" Type="http://schemas.openxmlformats.org/officeDocument/2006/relationships/image" Target="../media/image673.png"/><Relationship Id="rId282" Type="http://schemas.openxmlformats.org/officeDocument/2006/relationships/image" Target="../media/image674.png"/><Relationship Id="rId283" Type="http://schemas.openxmlformats.org/officeDocument/2006/relationships/image" Target="../media/image675.png"/><Relationship Id="rId284" Type="http://schemas.openxmlformats.org/officeDocument/2006/relationships/image" Target="../media/image676.png"/><Relationship Id="rId285" Type="http://schemas.openxmlformats.org/officeDocument/2006/relationships/image" Target="../media/image67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678.png"/><Relationship Id="rId4" Type="http://schemas.openxmlformats.org/officeDocument/2006/relationships/image" Target="../media/image679.png"/><Relationship Id="rId5" Type="http://schemas.openxmlformats.org/officeDocument/2006/relationships/image" Target="../media/image6.png"/><Relationship Id="rId6" Type="http://schemas.openxmlformats.org/officeDocument/2006/relationships/image" Target="../media/image680.png"/><Relationship Id="rId7" Type="http://schemas.openxmlformats.org/officeDocument/2006/relationships/image" Target="../media/image681.png"/><Relationship Id="rId8" Type="http://schemas.openxmlformats.org/officeDocument/2006/relationships/image" Target="../media/image682.png"/><Relationship Id="rId9" Type="http://schemas.openxmlformats.org/officeDocument/2006/relationships/image" Target="../media/image683.png"/><Relationship Id="rId10" Type="http://schemas.openxmlformats.org/officeDocument/2006/relationships/image" Target="../media/image684.png"/><Relationship Id="rId11" Type="http://schemas.openxmlformats.org/officeDocument/2006/relationships/image" Target="../media/image685.png"/><Relationship Id="rId12" Type="http://schemas.openxmlformats.org/officeDocument/2006/relationships/image" Target="../media/image686.png"/><Relationship Id="rId13" Type="http://schemas.openxmlformats.org/officeDocument/2006/relationships/image" Target="../media/image687.png"/><Relationship Id="rId14" Type="http://schemas.openxmlformats.org/officeDocument/2006/relationships/image" Target="../media/image688.png"/><Relationship Id="rId15" Type="http://schemas.openxmlformats.org/officeDocument/2006/relationships/image" Target="../media/image689.png"/><Relationship Id="rId16" Type="http://schemas.openxmlformats.org/officeDocument/2006/relationships/image" Target="../media/image690.png"/><Relationship Id="rId17" Type="http://schemas.openxmlformats.org/officeDocument/2006/relationships/image" Target="../media/image691.png"/><Relationship Id="rId18" Type="http://schemas.openxmlformats.org/officeDocument/2006/relationships/image" Target="../media/image692.png"/><Relationship Id="rId19" Type="http://schemas.openxmlformats.org/officeDocument/2006/relationships/image" Target="../media/image693.png"/><Relationship Id="rId20" Type="http://schemas.openxmlformats.org/officeDocument/2006/relationships/image" Target="../media/image694.png"/><Relationship Id="rId21" Type="http://schemas.openxmlformats.org/officeDocument/2006/relationships/image" Target="../media/image695.png"/><Relationship Id="rId22" Type="http://schemas.openxmlformats.org/officeDocument/2006/relationships/image" Target="../media/image696.png"/><Relationship Id="rId23" Type="http://schemas.openxmlformats.org/officeDocument/2006/relationships/image" Target="../media/image697.png"/><Relationship Id="rId24" Type="http://schemas.openxmlformats.org/officeDocument/2006/relationships/image" Target="../media/image698.png"/><Relationship Id="rId25" Type="http://schemas.openxmlformats.org/officeDocument/2006/relationships/image" Target="../media/image699.png"/><Relationship Id="rId26" Type="http://schemas.openxmlformats.org/officeDocument/2006/relationships/image" Target="../media/image700.png"/><Relationship Id="rId27" Type="http://schemas.openxmlformats.org/officeDocument/2006/relationships/image" Target="../media/image701.png"/><Relationship Id="rId28" Type="http://schemas.openxmlformats.org/officeDocument/2006/relationships/image" Target="../media/image702.png"/><Relationship Id="rId29" Type="http://schemas.openxmlformats.org/officeDocument/2006/relationships/image" Target="../media/image703.png"/><Relationship Id="rId30" Type="http://schemas.openxmlformats.org/officeDocument/2006/relationships/image" Target="../media/image704.png"/><Relationship Id="rId31" Type="http://schemas.openxmlformats.org/officeDocument/2006/relationships/image" Target="../media/image705.png"/><Relationship Id="rId32" Type="http://schemas.openxmlformats.org/officeDocument/2006/relationships/image" Target="../media/image706.png"/><Relationship Id="rId33" Type="http://schemas.openxmlformats.org/officeDocument/2006/relationships/image" Target="../media/image707.png"/><Relationship Id="rId34" Type="http://schemas.openxmlformats.org/officeDocument/2006/relationships/image" Target="../media/image708.png"/><Relationship Id="rId35" Type="http://schemas.openxmlformats.org/officeDocument/2006/relationships/image" Target="../media/image709.png"/><Relationship Id="rId36" Type="http://schemas.openxmlformats.org/officeDocument/2006/relationships/image" Target="../media/image710.png"/><Relationship Id="rId37" Type="http://schemas.openxmlformats.org/officeDocument/2006/relationships/image" Target="../media/image711.png"/><Relationship Id="rId38" Type="http://schemas.openxmlformats.org/officeDocument/2006/relationships/image" Target="../media/image712.png"/><Relationship Id="rId39" Type="http://schemas.openxmlformats.org/officeDocument/2006/relationships/image" Target="../media/image713.png"/><Relationship Id="rId40" Type="http://schemas.openxmlformats.org/officeDocument/2006/relationships/image" Target="../media/image714.png"/><Relationship Id="rId41" Type="http://schemas.openxmlformats.org/officeDocument/2006/relationships/image" Target="../media/image715.png"/><Relationship Id="rId42" Type="http://schemas.openxmlformats.org/officeDocument/2006/relationships/image" Target="../media/image716.png"/><Relationship Id="rId43" Type="http://schemas.openxmlformats.org/officeDocument/2006/relationships/image" Target="../media/image717.png"/><Relationship Id="rId44" Type="http://schemas.openxmlformats.org/officeDocument/2006/relationships/image" Target="../media/image718.png"/><Relationship Id="rId45" Type="http://schemas.openxmlformats.org/officeDocument/2006/relationships/image" Target="../media/image719.png"/><Relationship Id="rId46" Type="http://schemas.openxmlformats.org/officeDocument/2006/relationships/image" Target="../media/image720.png"/><Relationship Id="rId47" Type="http://schemas.openxmlformats.org/officeDocument/2006/relationships/image" Target="../media/image721.png"/><Relationship Id="rId48" Type="http://schemas.openxmlformats.org/officeDocument/2006/relationships/image" Target="../media/image722.png"/><Relationship Id="rId49" Type="http://schemas.openxmlformats.org/officeDocument/2006/relationships/image" Target="../media/image723.png"/><Relationship Id="rId50" Type="http://schemas.openxmlformats.org/officeDocument/2006/relationships/image" Target="../media/image724.png"/><Relationship Id="rId51" Type="http://schemas.openxmlformats.org/officeDocument/2006/relationships/image" Target="../media/image725.png"/><Relationship Id="rId52" Type="http://schemas.openxmlformats.org/officeDocument/2006/relationships/image" Target="../media/image726.png"/><Relationship Id="rId53" Type="http://schemas.openxmlformats.org/officeDocument/2006/relationships/image" Target="../media/image727.png"/><Relationship Id="rId54" Type="http://schemas.openxmlformats.org/officeDocument/2006/relationships/image" Target="../media/image728.png"/><Relationship Id="rId55" Type="http://schemas.openxmlformats.org/officeDocument/2006/relationships/image" Target="../media/image729.png"/><Relationship Id="rId56" Type="http://schemas.openxmlformats.org/officeDocument/2006/relationships/image" Target="../media/image730.png"/><Relationship Id="rId57" Type="http://schemas.openxmlformats.org/officeDocument/2006/relationships/image" Target="../media/image731.png"/><Relationship Id="rId58" Type="http://schemas.openxmlformats.org/officeDocument/2006/relationships/image" Target="../media/image732.png"/><Relationship Id="rId59" Type="http://schemas.openxmlformats.org/officeDocument/2006/relationships/image" Target="../media/image733.png"/><Relationship Id="rId60" Type="http://schemas.openxmlformats.org/officeDocument/2006/relationships/image" Target="../media/image734.png"/><Relationship Id="rId61" Type="http://schemas.openxmlformats.org/officeDocument/2006/relationships/image" Target="../media/image735.png"/><Relationship Id="rId62" Type="http://schemas.openxmlformats.org/officeDocument/2006/relationships/image" Target="../media/image736.png"/><Relationship Id="rId63" Type="http://schemas.openxmlformats.org/officeDocument/2006/relationships/image" Target="../media/image737.png"/><Relationship Id="rId64" Type="http://schemas.openxmlformats.org/officeDocument/2006/relationships/image" Target="../media/image738.png"/><Relationship Id="rId65" Type="http://schemas.openxmlformats.org/officeDocument/2006/relationships/image" Target="../media/image739.png"/><Relationship Id="rId66" Type="http://schemas.openxmlformats.org/officeDocument/2006/relationships/image" Target="../media/image740.png"/><Relationship Id="rId67" Type="http://schemas.openxmlformats.org/officeDocument/2006/relationships/image" Target="../media/image741.png"/><Relationship Id="rId68" Type="http://schemas.openxmlformats.org/officeDocument/2006/relationships/image" Target="../media/image742.png"/><Relationship Id="rId69" Type="http://schemas.openxmlformats.org/officeDocument/2006/relationships/image" Target="../media/image743.png"/><Relationship Id="rId70" Type="http://schemas.openxmlformats.org/officeDocument/2006/relationships/image" Target="../media/image744.png"/><Relationship Id="rId71" Type="http://schemas.openxmlformats.org/officeDocument/2006/relationships/image" Target="../media/image745.png"/><Relationship Id="rId72" Type="http://schemas.openxmlformats.org/officeDocument/2006/relationships/image" Target="../media/image746.png"/><Relationship Id="rId73" Type="http://schemas.openxmlformats.org/officeDocument/2006/relationships/image" Target="../media/image747.png"/><Relationship Id="rId74" Type="http://schemas.openxmlformats.org/officeDocument/2006/relationships/image" Target="../media/image748.png"/><Relationship Id="rId75" Type="http://schemas.openxmlformats.org/officeDocument/2006/relationships/image" Target="../media/image749.png"/><Relationship Id="rId76" Type="http://schemas.openxmlformats.org/officeDocument/2006/relationships/image" Target="../media/image750.png"/><Relationship Id="rId77" Type="http://schemas.openxmlformats.org/officeDocument/2006/relationships/image" Target="../media/image751.png"/><Relationship Id="rId78" Type="http://schemas.openxmlformats.org/officeDocument/2006/relationships/image" Target="../media/image752.png"/><Relationship Id="rId79" Type="http://schemas.openxmlformats.org/officeDocument/2006/relationships/image" Target="../media/image753.png"/><Relationship Id="rId80" Type="http://schemas.openxmlformats.org/officeDocument/2006/relationships/image" Target="../media/image754.png"/><Relationship Id="rId81" Type="http://schemas.openxmlformats.org/officeDocument/2006/relationships/image" Target="../media/image755.png"/><Relationship Id="rId82" Type="http://schemas.openxmlformats.org/officeDocument/2006/relationships/image" Target="../media/image756.png"/><Relationship Id="rId83" Type="http://schemas.openxmlformats.org/officeDocument/2006/relationships/image" Target="../media/image757.png"/><Relationship Id="rId84" Type="http://schemas.openxmlformats.org/officeDocument/2006/relationships/image" Target="../media/image758.png"/><Relationship Id="rId85" Type="http://schemas.openxmlformats.org/officeDocument/2006/relationships/image" Target="../media/image759.png"/><Relationship Id="rId86" Type="http://schemas.openxmlformats.org/officeDocument/2006/relationships/image" Target="../media/image760.png"/><Relationship Id="rId87" Type="http://schemas.openxmlformats.org/officeDocument/2006/relationships/image" Target="../media/image761.png"/><Relationship Id="rId88" Type="http://schemas.openxmlformats.org/officeDocument/2006/relationships/image" Target="../media/image762.png"/><Relationship Id="rId89" Type="http://schemas.openxmlformats.org/officeDocument/2006/relationships/image" Target="../media/image763.png"/><Relationship Id="rId90" Type="http://schemas.openxmlformats.org/officeDocument/2006/relationships/image" Target="../media/image764.png"/><Relationship Id="rId91" Type="http://schemas.openxmlformats.org/officeDocument/2006/relationships/image" Target="../media/image765.png"/><Relationship Id="rId92" Type="http://schemas.openxmlformats.org/officeDocument/2006/relationships/image" Target="../media/image766.png"/><Relationship Id="rId93" Type="http://schemas.openxmlformats.org/officeDocument/2006/relationships/image" Target="../media/image767.png"/><Relationship Id="rId94" Type="http://schemas.openxmlformats.org/officeDocument/2006/relationships/image" Target="../media/image768.png"/><Relationship Id="rId95" Type="http://schemas.openxmlformats.org/officeDocument/2006/relationships/image" Target="../media/image769.png"/><Relationship Id="rId96" Type="http://schemas.openxmlformats.org/officeDocument/2006/relationships/image" Target="../media/image770.png"/><Relationship Id="rId97" Type="http://schemas.openxmlformats.org/officeDocument/2006/relationships/image" Target="../media/image771.png"/><Relationship Id="rId98" Type="http://schemas.openxmlformats.org/officeDocument/2006/relationships/image" Target="../media/image772.png"/><Relationship Id="rId99" Type="http://schemas.openxmlformats.org/officeDocument/2006/relationships/image" Target="../media/image773.png"/><Relationship Id="rId100" Type="http://schemas.openxmlformats.org/officeDocument/2006/relationships/image" Target="../media/image774.png"/><Relationship Id="rId101" Type="http://schemas.openxmlformats.org/officeDocument/2006/relationships/image" Target="../media/image775.png"/><Relationship Id="rId102" Type="http://schemas.openxmlformats.org/officeDocument/2006/relationships/image" Target="../media/image776.png"/><Relationship Id="rId103" Type="http://schemas.openxmlformats.org/officeDocument/2006/relationships/image" Target="../media/image777.png"/><Relationship Id="rId104" Type="http://schemas.openxmlformats.org/officeDocument/2006/relationships/image" Target="../media/image778.png"/><Relationship Id="rId105" Type="http://schemas.openxmlformats.org/officeDocument/2006/relationships/image" Target="../media/image779.png"/><Relationship Id="rId106" Type="http://schemas.openxmlformats.org/officeDocument/2006/relationships/image" Target="../media/image780.png"/><Relationship Id="rId107" Type="http://schemas.openxmlformats.org/officeDocument/2006/relationships/image" Target="../media/image781.png"/><Relationship Id="rId108" Type="http://schemas.openxmlformats.org/officeDocument/2006/relationships/image" Target="../media/image782.png"/><Relationship Id="rId109" Type="http://schemas.openxmlformats.org/officeDocument/2006/relationships/image" Target="../media/image783.png"/><Relationship Id="rId110" Type="http://schemas.openxmlformats.org/officeDocument/2006/relationships/image" Target="../media/image784.png"/><Relationship Id="rId111" Type="http://schemas.openxmlformats.org/officeDocument/2006/relationships/image" Target="../media/image785.png"/><Relationship Id="rId112" Type="http://schemas.openxmlformats.org/officeDocument/2006/relationships/image" Target="../media/image786.png"/><Relationship Id="rId113" Type="http://schemas.openxmlformats.org/officeDocument/2006/relationships/image" Target="../media/image787.png"/><Relationship Id="rId114" Type="http://schemas.openxmlformats.org/officeDocument/2006/relationships/image" Target="../media/image788.png"/><Relationship Id="rId115" Type="http://schemas.openxmlformats.org/officeDocument/2006/relationships/image" Target="../media/image789.png"/><Relationship Id="rId116" Type="http://schemas.openxmlformats.org/officeDocument/2006/relationships/image" Target="../media/image790.png"/><Relationship Id="rId117" Type="http://schemas.openxmlformats.org/officeDocument/2006/relationships/image" Target="../media/image791.png"/><Relationship Id="rId118" Type="http://schemas.openxmlformats.org/officeDocument/2006/relationships/image" Target="../media/image792.png"/><Relationship Id="rId119" Type="http://schemas.openxmlformats.org/officeDocument/2006/relationships/image" Target="../media/image793.png"/><Relationship Id="rId120" Type="http://schemas.openxmlformats.org/officeDocument/2006/relationships/image" Target="../media/image794.png"/><Relationship Id="rId121" Type="http://schemas.openxmlformats.org/officeDocument/2006/relationships/image" Target="../media/image795.png"/><Relationship Id="rId122" Type="http://schemas.openxmlformats.org/officeDocument/2006/relationships/image" Target="../media/image796.png"/><Relationship Id="rId123" Type="http://schemas.openxmlformats.org/officeDocument/2006/relationships/image" Target="../media/image797.png"/><Relationship Id="rId124" Type="http://schemas.openxmlformats.org/officeDocument/2006/relationships/image" Target="../media/image798.png"/><Relationship Id="rId125" Type="http://schemas.openxmlformats.org/officeDocument/2006/relationships/image" Target="../media/image799.png"/><Relationship Id="rId126" Type="http://schemas.openxmlformats.org/officeDocument/2006/relationships/image" Target="../media/image800.png"/><Relationship Id="rId127" Type="http://schemas.openxmlformats.org/officeDocument/2006/relationships/image" Target="../media/image801.png"/><Relationship Id="rId128" Type="http://schemas.openxmlformats.org/officeDocument/2006/relationships/image" Target="../media/image802.png"/><Relationship Id="rId129" Type="http://schemas.openxmlformats.org/officeDocument/2006/relationships/image" Target="../media/image803.png"/><Relationship Id="rId130" Type="http://schemas.openxmlformats.org/officeDocument/2006/relationships/image" Target="../media/image804.png"/><Relationship Id="rId131" Type="http://schemas.openxmlformats.org/officeDocument/2006/relationships/image" Target="../media/image805.png"/><Relationship Id="rId132" Type="http://schemas.openxmlformats.org/officeDocument/2006/relationships/image" Target="../media/image806.png"/><Relationship Id="rId133" Type="http://schemas.openxmlformats.org/officeDocument/2006/relationships/image" Target="../media/image807.png"/><Relationship Id="rId134" Type="http://schemas.openxmlformats.org/officeDocument/2006/relationships/image" Target="../media/image808.png"/><Relationship Id="rId135" Type="http://schemas.openxmlformats.org/officeDocument/2006/relationships/image" Target="../media/image809.png"/><Relationship Id="rId136" Type="http://schemas.openxmlformats.org/officeDocument/2006/relationships/image" Target="../media/image810.png"/><Relationship Id="rId137" Type="http://schemas.openxmlformats.org/officeDocument/2006/relationships/image" Target="../media/image811.png"/><Relationship Id="rId138" Type="http://schemas.openxmlformats.org/officeDocument/2006/relationships/image" Target="../media/image812.png"/><Relationship Id="rId139" Type="http://schemas.openxmlformats.org/officeDocument/2006/relationships/image" Target="../media/image813.png"/><Relationship Id="rId140" Type="http://schemas.openxmlformats.org/officeDocument/2006/relationships/image" Target="../media/image814.png"/><Relationship Id="rId141" Type="http://schemas.openxmlformats.org/officeDocument/2006/relationships/image" Target="../media/image815.png"/><Relationship Id="rId142" Type="http://schemas.openxmlformats.org/officeDocument/2006/relationships/image" Target="../media/image816.png"/><Relationship Id="rId143" Type="http://schemas.openxmlformats.org/officeDocument/2006/relationships/image" Target="../media/image817.png"/><Relationship Id="rId144" Type="http://schemas.openxmlformats.org/officeDocument/2006/relationships/image" Target="../media/image818.png"/><Relationship Id="rId145" Type="http://schemas.openxmlformats.org/officeDocument/2006/relationships/image" Target="../media/image819.png"/><Relationship Id="rId146" Type="http://schemas.openxmlformats.org/officeDocument/2006/relationships/image" Target="../media/image820.png"/><Relationship Id="rId147" Type="http://schemas.openxmlformats.org/officeDocument/2006/relationships/image" Target="../media/image821.png"/><Relationship Id="rId148" Type="http://schemas.openxmlformats.org/officeDocument/2006/relationships/image" Target="../media/image822.png"/><Relationship Id="rId149" Type="http://schemas.openxmlformats.org/officeDocument/2006/relationships/image" Target="../media/image823.png"/><Relationship Id="rId150" Type="http://schemas.openxmlformats.org/officeDocument/2006/relationships/image" Target="../media/image824.png"/><Relationship Id="rId151" Type="http://schemas.openxmlformats.org/officeDocument/2006/relationships/image" Target="../media/image825.png"/><Relationship Id="rId152" Type="http://schemas.openxmlformats.org/officeDocument/2006/relationships/image" Target="../media/image826.png"/><Relationship Id="rId153" Type="http://schemas.openxmlformats.org/officeDocument/2006/relationships/image" Target="../media/image827.png"/><Relationship Id="rId154" Type="http://schemas.openxmlformats.org/officeDocument/2006/relationships/image" Target="../media/image828.png"/><Relationship Id="rId155" Type="http://schemas.openxmlformats.org/officeDocument/2006/relationships/image" Target="../media/image829.png"/><Relationship Id="rId156" Type="http://schemas.openxmlformats.org/officeDocument/2006/relationships/image" Target="../media/image830.png"/><Relationship Id="rId157" Type="http://schemas.openxmlformats.org/officeDocument/2006/relationships/image" Target="../media/image831.png"/><Relationship Id="rId158" Type="http://schemas.openxmlformats.org/officeDocument/2006/relationships/image" Target="../media/image832.png"/><Relationship Id="rId159" Type="http://schemas.openxmlformats.org/officeDocument/2006/relationships/image" Target="../media/image833.png"/><Relationship Id="rId160" Type="http://schemas.openxmlformats.org/officeDocument/2006/relationships/image" Target="../media/image834.png"/><Relationship Id="rId161" Type="http://schemas.openxmlformats.org/officeDocument/2006/relationships/image" Target="../media/image835.png"/><Relationship Id="rId162" Type="http://schemas.openxmlformats.org/officeDocument/2006/relationships/image" Target="../media/image836.png"/><Relationship Id="rId163" Type="http://schemas.openxmlformats.org/officeDocument/2006/relationships/image" Target="../media/image837.png"/><Relationship Id="rId164" Type="http://schemas.openxmlformats.org/officeDocument/2006/relationships/image" Target="../media/image838.png"/><Relationship Id="rId165" Type="http://schemas.openxmlformats.org/officeDocument/2006/relationships/image" Target="../media/image839.png"/><Relationship Id="rId166" Type="http://schemas.openxmlformats.org/officeDocument/2006/relationships/image" Target="../media/image840.png"/><Relationship Id="rId167" Type="http://schemas.openxmlformats.org/officeDocument/2006/relationships/image" Target="../media/image841.png"/><Relationship Id="rId168" Type="http://schemas.openxmlformats.org/officeDocument/2006/relationships/image" Target="../media/image842.png"/><Relationship Id="rId169" Type="http://schemas.openxmlformats.org/officeDocument/2006/relationships/image" Target="../media/image843.png"/><Relationship Id="rId170" Type="http://schemas.openxmlformats.org/officeDocument/2006/relationships/image" Target="../media/image844.png"/><Relationship Id="rId171" Type="http://schemas.openxmlformats.org/officeDocument/2006/relationships/image" Target="../media/image845.png"/><Relationship Id="rId172" Type="http://schemas.openxmlformats.org/officeDocument/2006/relationships/image" Target="../media/image846.png"/><Relationship Id="rId173" Type="http://schemas.openxmlformats.org/officeDocument/2006/relationships/image" Target="../media/image847.png"/><Relationship Id="rId174" Type="http://schemas.openxmlformats.org/officeDocument/2006/relationships/image" Target="../media/image848.png"/><Relationship Id="rId175" Type="http://schemas.openxmlformats.org/officeDocument/2006/relationships/image" Target="../media/image849.png"/><Relationship Id="rId176" Type="http://schemas.openxmlformats.org/officeDocument/2006/relationships/image" Target="../media/image850.png"/><Relationship Id="rId177" Type="http://schemas.openxmlformats.org/officeDocument/2006/relationships/image" Target="../media/image851.png"/><Relationship Id="rId178" Type="http://schemas.openxmlformats.org/officeDocument/2006/relationships/image" Target="../media/image852.png"/><Relationship Id="rId179" Type="http://schemas.openxmlformats.org/officeDocument/2006/relationships/image" Target="../media/image853.png"/><Relationship Id="rId180" Type="http://schemas.openxmlformats.org/officeDocument/2006/relationships/image" Target="../media/image854.png"/><Relationship Id="rId181" Type="http://schemas.openxmlformats.org/officeDocument/2006/relationships/image" Target="../media/image855.png"/><Relationship Id="rId182" Type="http://schemas.openxmlformats.org/officeDocument/2006/relationships/image" Target="../media/image856.png"/><Relationship Id="rId183" Type="http://schemas.openxmlformats.org/officeDocument/2006/relationships/image" Target="../media/image857.png"/><Relationship Id="rId184" Type="http://schemas.openxmlformats.org/officeDocument/2006/relationships/image" Target="../media/image858.png"/><Relationship Id="rId185" Type="http://schemas.openxmlformats.org/officeDocument/2006/relationships/image" Target="../media/image859.png"/><Relationship Id="rId186" Type="http://schemas.openxmlformats.org/officeDocument/2006/relationships/image" Target="../media/image860.png"/><Relationship Id="rId187" Type="http://schemas.openxmlformats.org/officeDocument/2006/relationships/image" Target="../media/image861.png"/><Relationship Id="rId188" Type="http://schemas.openxmlformats.org/officeDocument/2006/relationships/image" Target="../media/image862.png"/><Relationship Id="rId189" Type="http://schemas.openxmlformats.org/officeDocument/2006/relationships/image" Target="../media/image863.png"/><Relationship Id="rId190" Type="http://schemas.openxmlformats.org/officeDocument/2006/relationships/image" Target="../media/image864.png"/><Relationship Id="rId191" Type="http://schemas.openxmlformats.org/officeDocument/2006/relationships/image" Target="../media/image865.png"/><Relationship Id="rId192" Type="http://schemas.openxmlformats.org/officeDocument/2006/relationships/image" Target="../media/image866.png"/><Relationship Id="rId193" Type="http://schemas.openxmlformats.org/officeDocument/2006/relationships/image" Target="../media/image867.png"/><Relationship Id="rId194" Type="http://schemas.openxmlformats.org/officeDocument/2006/relationships/image" Target="../media/image868.png"/><Relationship Id="rId195" Type="http://schemas.openxmlformats.org/officeDocument/2006/relationships/image" Target="../media/image869.png"/><Relationship Id="rId196" Type="http://schemas.openxmlformats.org/officeDocument/2006/relationships/image" Target="../media/image870.png"/><Relationship Id="rId197" Type="http://schemas.openxmlformats.org/officeDocument/2006/relationships/image" Target="../media/image871.png"/><Relationship Id="rId198" Type="http://schemas.openxmlformats.org/officeDocument/2006/relationships/image" Target="../media/image872.png"/><Relationship Id="rId199" Type="http://schemas.openxmlformats.org/officeDocument/2006/relationships/image" Target="../media/image873.png"/><Relationship Id="rId200" Type="http://schemas.openxmlformats.org/officeDocument/2006/relationships/image" Target="../media/image874.png"/><Relationship Id="rId201" Type="http://schemas.openxmlformats.org/officeDocument/2006/relationships/image" Target="../media/image875.png"/><Relationship Id="rId202" Type="http://schemas.openxmlformats.org/officeDocument/2006/relationships/image" Target="../media/image876.png"/><Relationship Id="rId203" Type="http://schemas.openxmlformats.org/officeDocument/2006/relationships/image" Target="../media/image877.png"/><Relationship Id="rId204" Type="http://schemas.openxmlformats.org/officeDocument/2006/relationships/image" Target="../media/image878.png"/><Relationship Id="rId205" Type="http://schemas.openxmlformats.org/officeDocument/2006/relationships/image" Target="../media/image879.png"/><Relationship Id="rId206" Type="http://schemas.openxmlformats.org/officeDocument/2006/relationships/image" Target="../media/image880.png"/><Relationship Id="rId207" Type="http://schemas.openxmlformats.org/officeDocument/2006/relationships/image" Target="../media/image881.png"/><Relationship Id="rId208" Type="http://schemas.openxmlformats.org/officeDocument/2006/relationships/image" Target="../media/image882.png"/><Relationship Id="rId209" Type="http://schemas.openxmlformats.org/officeDocument/2006/relationships/image" Target="../media/image883.png"/><Relationship Id="rId210" Type="http://schemas.openxmlformats.org/officeDocument/2006/relationships/image" Target="../media/image884.png"/><Relationship Id="rId211" Type="http://schemas.openxmlformats.org/officeDocument/2006/relationships/image" Target="../media/image885.png"/><Relationship Id="rId212" Type="http://schemas.openxmlformats.org/officeDocument/2006/relationships/image" Target="../media/image886.png"/><Relationship Id="rId213" Type="http://schemas.openxmlformats.org/officeDocument/2006/relationships/image" Target="../media/image887.png"/><Relationship Id="rId214" Type="http://schemas.openxmlformats.org/officeDocument/2006/relationships/image" Target="../media/image888.png"/><Relationship Id="rId215" Type="http://schemas.openxmlformats.org/officeDocument/2006/relationships/image" Target="../media/image889.png"/><Relationship Id="rId216" Type="http://schemas.openxmlformats.org/officeDocument/2006/relationships/image" Target="../media/image890.png"/><Relationship Id="rId217" Type="http://schemas.openxmlformats.org/officeDocument/2006/relationships/image" Target="../media/image891.png"/><Relationship Id="rId218" Type="http://schemas.openxmlformats.org/officeDocument/2006/relationships/image" Target="../media/image892.png"/><Relationship Id="rId219" Type="http://schemas.openxmlformats.org/officeDocument/2006/relationships/image" Target="../media/image893.png"/><Relationship Id="rId220" Type="http://schemas.openxmlformats.org/officeDocument/2006/relationships/image" Target="../media/image894.png"/><Relationship Id="rId221" Type="http://schemas.openxmlformats.org/officeDocument/2006/relationships/image" Target="../media/image895.png"/><Relationship Id="rId222" Type="http://schemas.openxmlformats.org/officeDocument/2006/relationships/image" Target="../media/image896.png"/><Relationship Id="rId223" Type="http://schemas.openxmlformats.org/officeDocument/2006/relationships/image" Target="../media/image897.png"/><Relationship Id="rId224" Type="http://schemas.openxmlformats.org/officeDocument/2006/relationships/image" Target="../media/image898.png"/><Relationship Id="rId225" Type="http://schemas.openxmlformats.org/officeDocument/2006/relationships/image" Target="../media/image899.png"/><Relationship Id="rId226" Type="http://schemas.openxmlformats.org/officeDocument/2006/relationships/image" Target="../media/image900.png"/><Relationship Id="rId227" Type="http://schemas.openxmlformats.org/officeDocument/2006/relationships/image" Target="../media/image901.png"/><Relationship Id="rId228" Type="http://schemas.openxmlformats.org/officeDocument/2006/relationships/image" Target="../media/image902.png"/><Relationship Id="rId229" Type="http://schemas.openxmlformats.org/officeDocument/2006/relationships/image" Target="../media/image903.png"/><Relationship Id="rId230" Type="http://schemas.openxmlformats.org/officeDocument/2006/relationships/image" Target="../media/image904.png"/><Relationship Id="rId231" Type="http://schemas.openxmlformats.org/officeDocument/2006/relationships/image" Target="../media/image905.png"/><Relationship Id="rId232" Type="http://schemas.openxmlformats.org/officeDocument/2006/relationships/image" Target="../media/image906.png"/><Relationship Id="rId233" Type="http://schemas.openxmlformats.org/officeDocument/2006/relationships/image" Target="../media/image907.png"/><Relationship Id="rId234" Type="http://schemas.openxmlformats.org/officeDocument/2006/relationships/image" Target="../media/image908.png"/><Relationship Id="rId235" Type="http://schemas.openxmlformats.org/officeDocument/2006/relationships/image" Target="../media/image90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7.png"/><Relationship Id="rId3" Type="http://schemas.openxmlformats.org/officeDocument/2006/relationships/image" Target="../media/image6.png"/><Relationship Id="rId4" Type="http://schemas.openxmlformats.org/officeDocument/2006/relationships/image" Target="../media/image910.png"/><Relationship Id="rId5" Type="http://schemas.openxmlformats.org/officeDocument/2006/relationships/image" Target="../media/image911.png"/><Relationship Id="rId6" Type="http://schemas.openxmlformats.org/officeDocument/2006/relationships/image" Target="../media/image912.png"/><Relationship Id="rId7" Type="http://schemas.openxmlformats.org/officeDocument/2006/relationships/image" Target="../media/image913.png"/><Relationship Id="rId8" Type="http://schemas.openxmlformats.org/officeDocument/2006/relationships/image" Target="../media/image914.png"/><Relationship Id="rId9" Type="http://schemas.openxmlformats.org/officeDocument/2006/relationships/image" Target="../media/image915.png"/><Relationship Id="rId10" Type="http://schemas.openxmlformats.org/officeDocument/2006/relationships/image" Target="../media/image916.png"/><Relationship Id="rId11" Type="http://schemas.openxmlformats.org/officeDocument/2006/relationships/image" Target="../media/image917.png"/><Relationship Id="rId12" Type="http://schemas.openxmlformats.org/officeDocument/2006/relationships/image" Target="../media/image918.png"/><Relationship Id="rId13" Type="http://schemas.openxmlformats.org/officeDocument/2006/relationships/image" Target="../media/image919.png"/><Relationship Id="rId14" Type="http://schemas.openxmlformats.org/officeDocument/2006/relationships/image" Target="../media/image920.png"/><Relationship Id="rId15" Type="http://schemas.openxmlformats.org/officeDocument/2006/relationships/image" Target="../media/image921.png"/><Relationship Id="rId16" Type="http://schemas.openxmlformats.org/officeDocument/2006/relationships/image" Target="../media/image922.png"/><Relationship Id="rId17" Type="http://schemas.openxmlformats.org/officeDocument/2006/relationships/image" Target="../media/image923.png"/><Relationship Id="rId18" Type="http://schemas.openxmlformats.org/officeDocument/2006/relationships/image" Target="../media/image924.png"/><Relationship Id="rId19" Type="http://schemas.openxmlformats.org/officeDocument/2006/relationships/image" Target="../media/image925.png"/><Relationship Id="rId20" Type="http://schemas.openxmlformats.org/officeDocument/2006/relationships/image" Target="../media/image926.png"/><Relationship Id="rId21" Type="http://schemas.openxmlformats.org/officeDocument/2006/relationships/image" Target="../media/image927.png"/><Relationship Id="rId22" Type="http://schemas.openxmlformats.org/officeDocument/2006/relationships/image" Target="../media/image928.png"/><Relationship Id="rId23" Type="http://schemas.openxmlformats.org/officeDocument/2006/relationships/image" Target="../media/image929.png"/><Relationship Id="rId24" Type="http://schemas.openxmlformats.org/officeDocument/2006/relationships/image" Target="../media/image930.png"/><Relationship Id="rId25" Type="http://schemas.openxmlformats.org/officeDocument/2006/relationships/image" Target="../media/image695.png"/><Relationship Id="rId26" Type="http://schemas.openxmlformats.org/officeDocument/2006/relationships/image" Target="../media/image931.png"/><Relationship Id="rId27" Type="http://schemas.openxmlformats.org/officeDocument/2006/relationships/image" Target="../media/image699.png"/><Relationship Id="rId28" Type="http://schemas.openxmlformats.org/officeDocument/2006/relationships/image" Target="../media/image815.png"/><Relationship Id="rId29" Type="http://schemas.openxmlformats.org/officeDocument/2006/relationships/image" Target="../media/image932.png"/><Relationship Id="rId30" Type="http://schemas.openxmlformats.org/officeDocument/2006/relationships/image" Target="../media/image933.png"/><Relationship Id="rId31" Type="http://schemas.openxmlformats.org/officeDocument/2006/relationships/image" Target="../media/image789.png"/><Relationship Id="rId32" Type="http://schemas.openxmlformats.org/officeDocument/2006/relationships/image" Target="../media/image934.png"/><Relationship Id="rId33" Type="http://schemas.openxmlformats.org/officeDocument/2006/relationships/image" Target="../media/image935.png"/><Relationship Id="rId34" Type="http://schemas.openxmlformats.org/officeDocument/2006/relationships/image" Target="../media/image936.png"/><Relationship Id="rId35" Type="http://schemas.openxmlformats.org/officeDocument/2006/relationships/image" Target="../media/image937.png"/><Relationship Id="rId36" Type="http://schemas.openxmlformats.org/officeDocument/2006/relationships/image" Target="../media/image938.png"/><Relationship Id="rId37" Type="http://schemas.openxmlformats.org/officeDocument/2006/relationships/image" Target="../media/image939.png"/><Relationship Id="rId38" Type="http://schemas.openxmlformats.org/officeDocument/2006/relationships/image" Target="../media/image940.png"/><Relationship Id="rId39" Type="http://schemas.openxmlformats.org/officeDocument/2006/relationships/image" Target="../media/image941.png"/><Relationship Id="rId40" Type="http://schemas.openxmlformats.org/officeDocument/2006/relationships/image" Target="../media/image942.png"/><Relationship Id="rId41" Type="http://schemas.openxmlformats.org/officeDocument/2006/relationships/image" Target="../media/image943.png"/><Relationship Id="rId42" Type="http://schemas.openxmlformats.org/officeDocument/2006/relationships/image" Target="../media/image944.png"/><Relationship Id="rId43" Type="http://schemas.openxmlformats.org/officeDocument/2006/relationships/image" Target="../media/image945.png"/><Relationship Id="rId44" Type="http://schemas.openxmlformats.org/officeDocument/2006/relationships/image" Target="../media/image946.png"/><Relationship Id="rId45" Type="http://schemas.openxmlformats.org/officeDocument/2006/relationships/image" Target="../media/image947.png"/><Relationship Id="rId46" Type="http://schemas.openxmlformats.org/officeDocument/2006/relationships/image" Target="../media/image948.png"/><Relationship Id="rId47" Type="http://schemas.openxmlformats.org/officeDocument/2006/relationships/image" Target="../media/image949.png"/><Relationship Id="rId48" Type="http://schemas.openxmlformats.org/officeDocument/2006/relationships/image" Target="../media/image950.png"/><Relationship Id="rId49" Type="http://schemas.openxmlformats.org/officeDocument/2006/relationships/image" Target="../media/image951.png"/><Relationship Id="rId50" Type="http://schemas.openxmlformats.org/officeDocument/2006/relationships/image" Target="../media/image952.png"/><Relationship Id="rId51" Type="http://schemas.openxmlformats.org/officeDocument/2006/relationships/image" Target="../media/image953.png"/><Relationship Id="rId52" Type="http://schemas.openxmlformats.org/officeDocument/2006/relationships/image" Target="../media/image954.png"/><Relationship Id="rId53" Type="http://schemas.openxmlformats.org/officeDocument/2006/relationships/image" Target="../media/image955.png"/><Relationship Id="rId54" Type="http://schemas.openxmlformats.org/officeDocument/2006/relationships/image" Target="../media/image956.png"/><Relationship Id="rId55" Type="http://schemas.openxmlformats.org/officeDocument/2006/relationships/image" Target="../media/image957.png"/><Relationship Id="rId56" Type="http://schemas.openxmlformats.org/officeDocument/2006/relationships/image" Target="../media/image958.png"/><Relationship Id="rId57" Type="http://schemas.openxmlformats.org/officeDocument/2006/relationships/image" Target="../media/image959.png"/><Relationship Id="rId58" Type="http://schemas.openxmlformats.org/officeDocument/2006/relationships/image" Target="../media/image960.png"/><Relationship Id="rId59" Type="http://schemas.openxmlformats.org/officeDocument/2006/relationships/image" Target="../media/image961.png"/><Relationship Id="rId60" Type="http://schemas.openxmlformats.org/officeDocument/2006/relationships/image" Target="../media/image962.png"/><Relationship Id="rId61" Type="http://schemas.openxmlformats.org/officeDocument/2006/relationships/image" Target="../media/image963.png"/><Relationship Id="rId62" Type="http://schemas.openxmlformats.org/officeDocument/2006/relationships/image" Target="../media/image964.png"/><Relationship Id="rId63" Type="http://schemas.openxmlformats.org/officeDocument/2006/relationships/image" Target="../media/image965.png"/><Relationship Id="rId64" Type="http://schemas.openxmlformats.org/officeDocument/2006/relationships/image" Target="../media/image966.png"/><Relationship Id="rId65" Type="http://schemas.openxmlformats.org/officeDocument/2006/relationships/image" Target="../media/image967.png"/><Relationship Id="rId66" Type="http://schemas.openxmlformats.org/officeDocument/2006/relationships/image" Target="../media/image968.png"/><Relationship Id="rId67" Type="http://schemas.openxmlformats.org/officeDocument/2006/relationships/image" Target="../media/image969.png"/><Relationship Id="rId68" Type="http://schemas.openxmlformats.org/officeDocument/2006/relationships/image" Target="../media/image970.png"/><Relationship Id="rId69" Type="http://schemas.openxmlformats.org/officeDocument/2006/relationships/image" Target="../media/image971.png"/><Relationship Id="rId70" Type="http://schemas.openxmlformats.org/officeDocument/2006/relationships/image" Target="../media/image972.png"/><Relationship Id="rId71" Type="http://schemas.openxmlformats.org/officeDocument/2006/relationships/image" Target="../media/image973.png"/><Relationship Id="rId72" Type="http://schemas.openxmlformats.org/officeDocument/2006/relationships/image" Target="../media/image974.png"/><Relationship Id="rId73" Type="http://schemas.openxmlformats.org/officeDocument/2006/relationships/image" Target="../media/image975.png"/><Relationship Id="rId74" Type="http://schemas.openxmlformats.org/officeDocument/2006/relationships/image" Target="../media/image886.png"/><Relationship Id="rId75" Type="http://schemas.openxmlformats.org/officeDocument/2006/relationships/image" Target="../media/image976.png"/><Relationship Id="rId76" Type="http://schemas.openxmlformats.org/officeDocument/2006/relationships/image" Target="../media/image977.png"/><Relationship Id="rId77" Type="http://schemas.openxmlformats.org/officeDocument/2006/relationships/image" Target="../media/image978.png"/><Relationship Id="rId78" Type="http://schemas.openxmlformats.org/officeDocument/2006/relationships/image" Target="../media/image979.png"/><Relationship Id="rId79" Type="http://schemas.openxmlformats.org/officeDocument/2006/relationships/image" Target="../media/image980.png"/><Relationship Id="rId80" Type="http://schemas.openxmlformats.org/officeDocument/2006/relationships/image" Target="../media/image981.png"/><Relationship Id="rId81" Type="http://schemas.openxmlformats.org/officeDocument/2006/relationships/image" Target="../media/image982.png"/><Relationship Id="rId82" Type="http://schemas.openxmlformats.org/officeDocument/2006/relationships/image" Target="../media/image983.png"/><Relationship Id="rId83" Type="http://schemas.openxmlformats.org/officeDocument/2006/relationships/image" Target="../media/image984.png"/><Relationship Id="rId84" Type="http://schemas.openxmlformats.org/officeDocument/2006/relationships/image" Target="../media/image732.png"/><Relationship Id="rId85" Type="http://schemas.openxmlformats.org/officeDocument/2006/relationships/image" Target="../media/image985.png"/><Relationship Id="rId86" Type="http://schemas.openxmlformats.org/officeDocument/2006/relationships/image" Target="../media/image838.png"/><Relationship Id="rId87" Type="http://schemas.openxmlformats.org/officeDocument/2006/relationships/image" Target="../media/image986.png"/><Relationship Id="rId88" Type="http://schemas.openxmlformats.org/officeDocument/2006/relationships/image" Target="../media/image987.png"/><Relationship Id="rId89" Type="http://schemas.openxmlformats.org/officeDocument/2006/relationships/image" Target="../media/image988.png"/><Relationship Id="rId90" Type="http://schemas.openxmlformats.org/officeDocument/2006/relationships/image" Target="../media/image989.png"/><Relationship Id="rId91" Type="http://schemas.openxmlformats.org/officeDocument/2006/relationships/image" Target="../media/image718.png"/><Relationship Id="rId92" Type="http://schemas.openxmlformats.org/officeDocument/2006/relationships/image" Target="../media/image990.png"/><Relationship Id="rId93" Type="http://schemas.openxmlformats.org/officeDocument/2006/relationships/image" Target="../media/image991.png"/><Relationship Id="rId94" Type="http://schemas.openxmlformats.org/officeDocument/2006/relationships/image" Target="../media/image992.png"/><Relationship Id="rId95" Type="http://schemas.openxmlformats.org/officeDocument/2006/relationships/image" Target="../media/image993.png"/><Relationship Id="rId96" Type="http://schemas.openxmlformats.org/officeDocument/2006/relationships/image" Target="../media/image994.png"/><Relationship Id="rId97" Type="http://schemas.openxmlformats.org/officeDocument/2006/relationships/image" Target="../media/image885.png"/><Relationship Id="rId98" Type="http://schemas.openxmlformats.org/officeDocument/2006/relationships/image" Target="../media/image995.png"/><Relationship Id="rId99" Type="http://schemas.openxmlformats.org/officeDocument/2006/relationships/image" Target="../media/image996.png"/><Relationship Id="rId100" Type="http://schemas.openxmlformats.org/officeDocument/2006/relationships/image" Target="../media/image997.png"/><Relationship Id="rId101" Type="http://schemas.openxmlformats.org/officeDocument/2006/relationships/image" Target="../media/image998.png"/><Relationship Id="rId102" Type="http://schemas.openxmlformats.org/officeDocument/2006/relationships/image" Target="../media/image841.png"/><Relationship Id="rId103" Type="http://schemas.openxmlformats.org/officeDocument/2006/relationships/image" Target="../media/image999.png"/><Relationship Id="rId104" Type="http://schemas.openxmlformats.org/officeDocument/2006/relationships/image" Target="../media/image1000.png"/><Relationship Id="rId105" Type="http://schemas.openxmlformats.org/officeDocument/2006/relationships/image" Target="../media/image1001.png"/><Relationship Id="rId106" Type="http://schemas.openxmlformats.org/officeDocument/2006/relationships/image" Target="../media/image1002.png"/><Relationship Id="rId107" Type="http://schemas.openxmlformats.org/officeDocument/2006/relationships/image" Target="../media/image1003.png"/><Relationship Id="rId108" Type="http://schemas.openxmlformats.org/officeDocument/2006/relationships/image" Target="../media/image1004.png"/><Relationship Id="rId109" Type="http://schemas.openxmlformats.org/officeDocument/2006/relationships/image" Target="../media/image1005.png"/><Relationship Id="rId110" Type="http://schemas.openxmlformats.org/officeDocument/2006/relationships/image" Target="../media/image1006.png"/><Relationship Id="rId111" Type="http://schemas.openxmlformats.org/officeDocument/2006/relationships/image" Target="../media/image1007.png"/><Relationship Id="rId112" Type="http://schemas.openxmlformats.org/officeDocument/2006/relationships/image" Target="../media/image1008.png"/><Relationship Id="rId113" Type="http://schemas.openxmlformats.org/officeDocument/2006/relationships/image" Target="../media/image1009.png"/><Relationship Id="rId114" Type="http://schemas.openxmlformats.org/officeDocument/2006/relationships/image" Target="../media/image1010.png"/><Relationship Id="rId115" Type="http://schemas.openxmlformats.org/officeDocument/2006/relationships/image" Target="../media/image1011.png"/><Relationship Id="rId116" Type="http://schemas.openxmlformats.org/officeDocument/2006/relationships/image" Target="../media/image1012.png"/><Relationship Id="rId117" Type="http://schemas.openxmlformats.org/officeDocument/2006/relationships/image" Target="../media/image1013.png"/><Relationship Id="rId118" Type="http://schemas.openxmlformats.org/officeDocument/2006/relationships/image" Target="../media/image1014.png"/><Relationship Id="rId119" Type="http://schemas.openxmlformats.org/officeDocument/2006/relationships/image" Target="../media/image1015.png"/><Relationship Id="rId120" Type="http://schemas.openxmlformats.org/officeDocument/2006/relationships/image" Target="../media/image1016.png"/><Relationship Id="rId121" Type="http://schemas.openxmlformats.org/officeDocument/2006/relationships/image" Target="../media/image1017.png"/><Relationship Id="rId122" Type="http://schemas.openxmlformats.org/officeDocument/2006/relationships/image" Target="../media/image1018.png"/><Relationship Id="rId123" Type="http://schemas.openxmlformats.org/officeDocument/2006/relationships/image" Target="../media/image1019.png"/><Relationship Id="rId124" Type="http://schemas.openxmlformats.org/officeDocument/2006/relationships/image" Target="../media/image893.png"/><Relationship Id="rId125" Type="http://schemas.openxmlformats.org/officeDocument/2006/relationships/image" Target="../media/image1020.png"/><Relationship Id="rId126" Type="http://schemas.openxmlformats.org/officeDocument/2006/relationships/image" Target="../media/image761.png"/><Relationship Id="rId127" Type="http://schemas.openxmlformats.org/officeDocument/2006/relationships/image" Target="../media/image1021.png"/><Relationship Id="rId128" Type="http://schemas.openxmlformats.org/officeDocument/2006/relationships/image" Target="../media/image1022.png"/><Relationship Id="rId129" Type="http://schemas.openxmlformats.org/officeDocument/2006/relationships/image" Target="../media/image1023.png"/><Relationship Id="rId130" Type="http://schemas.openxmlformats.org/officeDocument/2006/relationships/image" Target="../media/image1024.png"/><Relationship Id="rId131" Type="http://schemas.openxmlformats.org/officeDocument/2006/relationships/image" Target="../media/image1025.png"/><Relationship Id="rId132" Type="http://schemas.openxmlformats.org/officeDocument/2006/relationships/image" Target="../media/image1026.png"/><Relationship Id="rId133" Type="http://schemas.openxmlformats.org/officeDocument/2006/relationships/image" Target="../media/image102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8.png"/><Relationship Id="rId3" Type="http://schemas.openxmlformats.org/officeDocument/2006/relationships/image" Target="../media/image102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7.png"/><Relationship Id="rId3" Type="http://schemas.openxmlformats.org/officeDocument/2006/relationships/image" Target="../media/image103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1.png"/><Relationship Id="rId3" Type="http://schemas.openxmlformats.org/officeDocument/2006/relationships/image" Target="../media/image1032.png"/><Relationship Id="rId4" Type="http://schemas.openxmlformats.org/officeDocument/2006/relationships/image" Target="../media/image1033.png"/><Relationship Id="rId5" Type="http://schemas.openxmlformats.org/officeDocument/2006/relationships/image" Target="../media/image103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35.png"/><Relationship Id="rId5" Type="http://schemas.openxmlformats.org/officeDocument/2006/relationships/image" Target="../media/image103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7.png"/><Relationship Id="rId3" Type="http://schemas.openxmlformats.org/officeDocument/2006/relationships/image" Target="../media/image3.png"/><Relationship Id="rId4" Type="http://schemas.openxmlformats.org/officeDocument/2006/relationships/image" Target="../media/image1038.png"/><Relationship Id="rId5" Type="http://schemas.openxmlformats.org/officeDocument/2006/relationships/image" Target="../media/image1039.png"/><Relationship Id="rId6" Type="http://schemas.openxmlformats.org/officeDocument/2006/relationships/image" Target="../media/image1040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04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1042.png"/><Relationship Id="rId4" Type="http://schemas.openxmlformats.org/officeDocument/2006/relationships/image" Target="../media/image397.png"/><Relationship Id="rId5" Type="http://schemas.openxmlformats.org/officeDocument/2006/relationships/image" Target="../media/image6.png"/><Relationship Id="rId6" Type="http://schemas.openxmlformats.org/officeDocument/2006/relationships/image" Target="../media/image1043.png"/><Relationship Id="rId7" Type="http://schemas.openxmlformats.org/officeDocument/2006/relationships/image" Target="../media/image1044.png"/><Relationship Id="rId8" Type="http://schemas.openxmlformats.org/officeDocument/2006/relationships/image" Target="../media/image1045.png"/><Relationship Id="rId9" Type="http://schemas.openxmlformats.org/officeDocument/2006/relationships/image" Target="../media/image1046.png"/><Relationship Id="rId10" Type="http://schemas.openxmlformats.org/officeDocument/2006/relationships/image" Target="../media/image1047.png"/><Relationship Id="rId11" Type="http://schemas.openxmlformats.org/officeDocument/2006/relationships/image" Target="../media/image1048.png"/><Relationship Id="rId12" Type="http://schemas.openxmlformats.org/officeDocument/2006/relationships/image" Target="../media/image1049.png"/><Relationship Id="rId13" Type="http://schemas.openxmlformats.org/officeDocument/2006/relationships/image" Target="../media/image1050.png"/><Relationship Id="rId14" Type="http://schemas.openxmlformats.org/officeDocument/2006/relationships/image" Target="../media/image1051.png"/><Relationship Id="rId15" Type="http://schemas.openxmlformats.org/officeDocument/2006/relationships/image" Target="../media/image1052.png"/><Relationship Id="rId16" Type="http://schemas.openxmlformats.org/officeDocument/2006/relationships/image" Target="../media/image1053.png"/><Relationship Id="rId17" Type="http://schemas.openxmlformats.org/officeDocument/2006/relationships/image" Target="../media/image1054.png"/><Relationship Id="rId18" Type="http://schemas.openxmlformats.org/officeDocument/2006/relationships/image" Target="../media/image1055.png"/><Relationship Id="rId19" Type="http://schemas.openxmlformats.org/officeDocument/2006/relationships/image" Target="../media/image1056.png"/><Relationship Id="rId20" Type="http://schemas.openxmlformats.org/officeDocument/2006/relationships/image" Target="../media/image1057.png"/><Relationship Id="rId21" Type="http://schemas.openxmlformats.org/officeDocument/2006/relationships/image" Target="../media/image1058.png"/><Relationship Id="rId22" Type="http://schemas.openxmlformats.org/officeDocument/2006/relationships/image" Target="../media/image1059.png"/><Relationship Id="rId23" Type="http://schemas.openxmlformats.org/officeDocument/2006/relationships/image" Target="../media/image1060.png"/><Relationship Id="rId24" Type="http://schemas.openxmlformats.org/officeDocument/2006/relationships/image" Target="../media/image1061.png"/><Relationship Id="rId25" Type="http://schemas.openxmlformats.org/officeDocument/2006/relationships/image" Target="../media/image1062.png"/><Relationship Id="rId26" Type="http://schemas.openxmlformats.org/officeDocument/2006/relationships/image" Target="../media/image1063.png"/><Relationship Id="rId27" Type="http://schemas.openxmlformats.org/officeDocument/2006/relationships/image" Target="../media/image1064.png"/><Relationship Id="rId28" Type="http://schemas.openxmlformats.org/officeDocument/2006/relationships/image" Target="../media/image1065.png"/><Relationship Id="rId29" Type="http://schemas.openxmlformats.org/officeDocument/2006/relationships/image" Target="../media/image1066.png"/><Relationship Id="rId30" Type="http://schemas.openxmlformats.org/officeDocument/2006/relationships/image" Target="../media/image1067.png"/><Relationship Id="rId31" Type="http://schemas.openxmlformats.org/officeDocument/2006/relationships/image" Target="../media/image1068.png"/><Relationship Id="rId32" Type="http://schemas.openxmlformats.org/officeDocument/2006/relationships/image" Target="../media/image1069.png"/><Relationship Id="rId33" Type="http://schemas.openxmlformats.org/officeDocument/2006/relationships/image" Target="../media/image1070.png"/><Relationship Id="rId34" Type="http://schemas.openxmlformats.org/officeDocument/2006/relationships/image" Target="../media/image1071.png"/><Relationship Id="rId35" Type="http://schemas.openxmlformats.org/officeDocument/2006/relationships/image" Target="../media/image1072.png"/><Relationship Id="rId36" Type="http://schemas.openxmlformats.org/officeDocument/2006/relationships/image" Target="../media/image1073.png"/><Relationship Id="rId37" Type="http://schemas.openxmlformats.org/officeDocument/2006/relationships/image" Target="../media/image1074.png"/><Relationship Id="rId38" Type="http://schemas.openxmlformats.org/officeDocument/2006/relationships/image" Target="../media/image1075.png"/><Relationship Id="rId39" Type="http://schemas.openxmlformats.org/officeDocument/2006/relationships/image" Target="../media/image1076.png"/><Relationship Id="rId40" Type="http://schemas.openxmlformats.org/officeDocument/2006/relationships/image" Target="../media/image1077.png"/><Relationship Id="rId41" Type="http://schemas.openxmlformats.org/officeDocument/2006/relationships/image" Target="../media/image1078.png"/><Relationship Id="rId42" Type="http://schemas.openxmlformats.org/officeDocument/2006/relationships/image" Target="../media/image1079.png"/><Relationship Id="rId43" Type="http://schemas.openxmlformats.org/officeDocument/2006/relationships/image" Target="../media/image1080.png"/><Relationship Id="rId44" Type="http://schemas.openxmlformats.org/officeDocument/2006/relationships/image" Target="../media/image1081.png"/><Relationship Id="rId45" Type="http://schemas.openxmlformats.org/officeDocument/2006/relationships/image" Target="../media/image1082.png"/><Relationship Id="rId46" Type="http://schemas.openxmlformats.org/officeDocument/2006/relationships/image" Target="../media/image1083.png"/><Relationship Id="rId47" Type="http://schemas.openxmlformats.org/officeDocument/2006/relationships/image" Target="../media/image1084.png"/><Relationship Id="rId48" Type="http://schemas.openxmlformats.org/officeDocument/2006/relationships/image" Target="../media/image1085.png"/><Relationship Id="rId49" Type="http://schemas.openxmlformats.org/officeDocument/2006/relationships/image" Target="../media/image1086.png"/><Relationship Id="rId50" Type="http://schemas.openxmlformats.org/officeDocument/2006/relationships/image" Target="../media/image1087.png"/><Relationship Id="rId51" Type="http://schemas.openxmlformats.org/officeDocument/2006/relationships/image" Target="../media/image1088.png"/><Relationship Id="rId52" Type="http://schemas.openxmlformats.org/officeDocument/2006/relationships/image" Target="../media/image1089.png"/><Relationship Id="rId53" Type="http://schemas.openxmlformats.org/officeDocument/2006/relationships/image" Target="../media/image1090.png"/><Relationship Id="rId54" Type="http://schemas.openxmlformats.org/officeDocument/2006/relationships/image" Target="../media/image1091.png"/><Relationship Id="rId55" Type="http://schemas.openxmlformats.org/officeDocument/2006/relationships/image" Target="../media/image1092.png"/><Relationship Id="rId56" Type="http://schemas.openxmlformats.org/officeDocument/2006/relationships/image" Target="../media/image1093.png"/><Relationship Id="rId57" Type="http://schemas.openxmlformats.org/officeDocument/2006/relationships/image" Target="../media/image1094.png"/><Relationship Id="rId58" Type="http://schemas.openxmlformats.org/officeDocument/2006/relationships/image" Target="../media/image1095.png"/><Relationship Id="rId59" Type="http://schemas.openxmlformats.org/officeDocument/2006/relationships/image" Target="../media/image1096.png"/><Relationship Id="rId60" Type="http://schemas.openxmlformats.org/officeDocument/2006/relationships/image" Target="../media/image1097.png"/><Relationship Id="rId61" Type="http://schemas.openxmlformats.org/officeDocument/2006/relationships/image" Target="../media/image1098.png"/><Relationship Id="rId62" Type="http://schemas.openxmlformats.org/officeDocument/2006/relationships/image" Target="../media/image1099.png"/><Relationship Id="rId63" Type="http://schemas.openxmlformats.org/officeDocument/2006/relationships/image" Target="../media/image1100.png"/><Relationship Id="rId64" Type="http://schemas.openxmlformats.org/officeDocument/2006/relationships/image" Target="../media/image1101.png"/><Relationship Id="rId65" Type="http://schemas.openxmlformats.org/officeDocument/2006/relationships/image" Target="../media/image1102.png"/><Relationship Id="rId66" Type="http://schemas.openxmlformats.org/officeDocument/2006/relationships/image" Target="../media/image1103.png"/><Relationship Id="rId67" Type="http://schemas.openxmlformats.org/officeDocument/2006/relationships/image" Target="../media/image1104.png"/><Relationship Id="rId68" Type="http://schemas.openxmlformats.org/officeDocument/2006/relationships/image" Target="../media/image1105.png"/><Relationship Id="rId69" Type="http://schemas.openxmlformats.org/officeDocument/2006/relationships/image" Target="../media/image1106.png"/><Relationship Id="rId70" Type="http://schemas.openxmlformats.org/officeDocument/2006/relationships/image" Target="../media/image1107.png"/><Relationship Id="rId71" Type="http://schemas.openxmlformats.org/officeDocument/2006/relationships/image" Target="../media/image1108.png"/><Relationship Id="rId72" Type="http://schemas.openxmlformats.org/officeDocument/2006/relationships/image" Target="../media/image1109.png"/><Relationship Id="rId73" Type="http://schemas.openxmlformats.org/officeDocument/2006/relationships/image" Target="../media/image1110.png"/><Relationship Id="rId74" Type="http://schemas.openxmlformats.org/officeDocument/2006/relationships/image" Target="../media/image1111.png"/><Relationship Id="rId75" Type="http://schemas.openxmlformats.org/officeDocument/2006/relationships/image" Target="../media/image1112.png"/><Relationship Id="rId76" Type="http://schemas.openxmlformats.org/officeDocument/2006/relationships/image" Target="../media/image1113.png"/><Relationship Id="rId77" Type="http://schemas.openxmlformats.org/officeDocument/2006/relationships/image" Target="../media/image1114.png"/><Relationship Id="rId78" Type="http://schemas.openxmlformats.org/officeDocument/2006/relationships/image" Target="../media/image1115.png"/><Relationship Id="rId79" Type="http://schemas.openxmlformats.org/officeDocument/2006/relationships/image" Target="../media/image1116.png"/><Relationship Id="rId80" Type="http://schemas.openxmlformats.org/officeDocument/2006/relationships/image" Target="../media/image1117.png"/><Relationship Id="rId81" Type="http://schemas.openxmlformats.org/officeDocument/2006/relationships/image" Target="../media/image1118.png"/><Relationship Id="rId82" Type="http://schemas.openxmlformats.org/officeDocument/2006/relationships/image" Target="../media/image1119.png"/><Relationship Id="rId83" Type="http://schemas.openxmlformats.org/officeDocument/2006/relationships/image" Target="../media/image1120.png"/><Relationship Id="rId84" Type="http://schemas.openxmlformats.org/officeDocument/2006/relationships/image" Target="../media/image1121.png"/><Relationship Id="rId85" Type="http://schemas.openxmlformats.org/officeDocument/2006/relationships/image" Target="../media/image1122.png"/><Relationship Id="rId86" Type="http://schemas.openxmlformats.org/officeDocument/2006/relationships/image" Target="../media/image1123.png"/><Relationship Id="rId87" Type="http://schemas.openxmlformats.org/officeDocument/2006/relationships/image" Target="../media/image1124.png"/><Relationship Id="rId88" Type="http://schemas.openxmlformats.org/officeDocument/2006/relationships/image" Target="../media/image1125.png"/><Relationship Id="rId89" Type="http://schemas.openxmlformats.org/officeDocument/2006/relationships/image" Target="../media/image1126.png"/><Relationship Id="rId90" Type="http://schemas.openxmlformats.org/officeDocument/2006/relationships/image" Target="../media/image1127.png"/><Relationship Id="rId91" Type="http://schemas.openxmlformats.org/officeDocument/2006/relationships/image" Target="../media/image1128.png"/><Relationship Id="rId92" Type="http://schemas.openxmlformats.org/officeDocument/2006/relationships/image" Target="../media/image1129.png"/><Relationship Id="rId93" Type="http://schemas.openxmlformats.org/officeDocument/2006/relationships/image" Target="../media/image1130.png"/><Relationship Id="rId94" Type="http://schemas.openxmlformats.org/officeDocument/2006/relationships/image" Target="../media/image1131.png"/><Relationship Id="rId95" Type="http://schemas.openxmlformats.org/officeDocument/2006/relationships/image" Target="../media/image1132.png"/><Relationship Id="rId96" Type="http://schemas.openxmlformats.org/officeDocument/2006/relationships/image" Target="../media/image1133.png"/><Relationship Id="rId97" Type="http://schemas.openxmlformats.org/officeDocument/2006/relationships/image" Target="../media/image1134.png"/><Relationship Id="rId98" Type="http://schemas.openxmlformats.org/officeDocument/2006/relationships/image" Target="../media/image1135.png"/><Relationship Id="rId99" Type="http://schemas.openxmlformats.org/officeDocument/2006/relationships/image" Target="../media/image1136.png"/><Relationship Id="rId100" Type="http://schemas.openxmlformats.org/officeDocument/2006/relationships/image" Target="../media/image1137.png"/><Relationship Id="rId101" Type="http://schemas.openxmlformats.org/officeDocument/2006/relationships/image" Target="../media/image1138.png"/><Relationship Id="rId102" Type="http://schemas.openxmlformats.org/officeDocument/2006/relationships/image" Target="../media/image1139.png"/><Relationship Id="rId103" Type="http://schemas.openxmlformats.org/officeDocument/2006/relationships/image" Target="../media/image1140.png"/><Relationship Id="rId104" Type="http://schemas.openxmlformats.org/officeDocument/2006/relationships/image" Target="../media/image1141.png"/><Relationship Id="rId105" Type="http://schemas.openxmlformats.org/officeDocument/2006/relationships/image" Target="../media/image1142.png"/><Relationship Id="rId106" Type="http://schemas.openxmlformats.org/officeDocument/2006/relationships/image" Target="../media/image1143.png"/><Relationship Id="rId107" Type="http://schemas.openxmlformats.org/officeDocument/2006/relationships/image" Target="../media/image1144.png"/><Relationship Id="rId108" Type="http://schemas.openxmlformats.org/officeDocument/2006/relationships/image" Target="../media/image1145.png"/><Relationship Id="rId109" Type="http://schemas.openxmlformats.org/officeDocument/2006/relationships/image" Target="../media/image1146.png"/><Relationship Id="rId110" Type="http://schemas.openxmlformats.org/officeDocument/2006/relationships/image" Target="../media/image1147.png"/><Relationship Id="rId111" Type="http://schemas.openxmlformats.org/officeDocument/2006/relationships/image" Target="../media/image1148.png"/><Relationship Id="rId112" Type="http://schemas.openxmlformats.org/officeDocument/2006/relationships/image" Target="../media/image1149.png"/><Relationship Id="rId113" Type="http://schemas.openxmlformats.org/officeDocument/2006/relationships/image" Target="../media/image1150.png"/><Relationship Id="rId114" Type="http://schemas.openxmlformats.org/officeDocument/2006/relationships/image" Target="../media/image1151.png"/><Relationship Id="rId115" Type="http://schemas.openxmlformats.org/officeDocument/2006/relationships/image" Target="../media/image1152.png"/><Relationship Id="rId116" Type="http://schemas.openxmlformats.org/officeDocument/2006/relationships/image" Target="../media/image1153.png"/><Relationship Id="rId117" Type="http://schemas.openxmlformats.org/officeDocument/2006/relationships/image" Target="../media/image1154.png"/><Relationship Id="rId118" Type="http://schemas.openxmlformats.org/officeDocument/2006/relationships/image" Target="../media/image1155.png"/><Relationship Id="rId119" Type="http://schemas.openxmlformats.org/officeDocument/2006/relationships/image" Target="../media/image1156.png"/><Relationship Id="rId120" Type="http://schemas.openxmlformats.org/officeDocument/2006/relationships/image" Target="../media/image1157.png"/><Relationship Id="rId121" Type="http://schemas.openxmlformats.org/officeDocument/2006/relationships/image" Target="../media/image1158.png"/><Relationship Id="rId122" Type="http://schemas.openxmlformats.org/officeDocument/2006/relationships/image" Target="../media/image1159.png"/><Relationship Id="rId123" Type="http://schemas.openxmlformats.org/officeDocument/2006/relationships/image" Target="../media/image1160.png"/><Relationship Id="rId124" Type="http://schemas.openxmlformats.org/officeDocument/2006/relationships/image" Target="../media/image1161.png"/><Relationship Id="rId125" Type="http://schemas.openxmlformats.org/officeDocument/2006/relationships/image" Target="../media/image1162.png"/><Relationship Id="rId126" Type="http://schemas.openxmlformats.org/officeDocument/2006/relationships/image" Target="../media/image1163.png"/><Relationship Id="rId127" Type="http://schemas.openxmlformats.org/officeDocument/2006/relationships/image" Target="../media/image1164.png"/><Relationship Id="rId128" Type="http://schemas.openxmlformats.org/officeDocument/2006/relationships/image" Target="../media/image1165.png"/><Relationship Id="rId129" Type="http://schemas.openxmlformats.org/officeDocument/2006/relationships/image" Target="../media/image1166.png"/><Relationship Id="rId130" Type="http://schemas.openxmlformats.org/officeDocument/2006/relationships/image" Target="../media/image1167.png"/><Relationship Id="rId131" Type="http://schemas.openxmlformats.org/officeDocument/2006/relationships/image" Target="../media/image1168.png"/><Relationship Id="rId132" Type="http://schemas.openxmlformats.org/officeDocument/2006/relationships/image" Target="../media/image1169.png"/><Relationship Id="rId133" Type="http://schemas.openxmlformats.org/officeDocument/2006/relationships/image" Target="../media/image1170.png"/><Relationship Id="rId134" Type="http://schemas.openxmlformats.org/officeDocument/2006/relationships/image" Target="../media/image1171.png"/><Relationship Id="rId135" Type="http://schemas.openxmlformats.org/officeDocument/2006/relationships/image" Target="../media/image1172.png"/><Relationship Id="rId136" Type="http://schemas.openxmlformats.org/officeDocument/2006/relationships/image" Target="../media/image1173.png"/><Relationship Id="rId137" Type="http://schemas.openxmlformats.org/officeDocument/2006/relationships/image" Target="../media/image1174.png"/><Relationship Id="rId138" Type="http://schemas.openxmlformats.org/officeDocument/2006/relationships/image" Target="../media/image1175.png"/><Relationship Id="rId139" Type="http://schemas.openxmlformats.org/officeDocument/2006/relationships/image" Target="../media/image1176.png"/><Relationship Id="rId140" Type="http://schemas.openxmlformats.org/officeDocument/2006/relationships/image" Target="../media/image1177.png"/><Relationship Id="rId141" Type="http://schemas.openxmlformats.org/officeDocument/2006/relationships/image" Target="../media/image1178.png"/><Relationship Id="rId142" Type="http://schemas.openxmlformats.org/officeDocument/2006/relationships/image" Target="../media/image1179.png"/><Relationship Id="rId143" Type="http://schemas.openxmlformats.org/officeDocument/2006/relationships/image" Target="../media/image1180.png"/><Relationship Id="rId144" Type="http://schemas.openxmlformats.org/officeDocument/2006/relationships/image" Target="../media/image1181.png"/><Relationship Id="rId145" Type="http://schemas.openxmlformats.org/officeDocument/2006/relationships/image" Target="../media/image1182.png"/><Relationship Id="rId146" Type="http://schemas.openxmlformats.org/officeDocument/2006/relationships/image" Target="../media/image1183.png"/><Relationship Id="rId147" Type="http://schemas.openxmlformats.org/officeDocument/2006/relationships/image" Target="../media/image1184.png"/><Relationship Id="rId148" Type="http://schemas.openxmlformats.org/officeDocument/2006/relationships/image" Target="../media/image1185.png"/><Relationship Id="rId149" Type="http://schemas.openxmlformats.org/officeDocument/2006/relationships/image" Target="../media/image1186.png"/><Relationship Id="rId150" Type="http://schemas.openxmlformats.org/officeDocument/2006/relationships/image" Target="../media/image1187.png"/><Relationship Id="rId151" Type="http://schemas.openxmlformats.org/officeDocument/2006/relationships/image" Target="../media/image1188.png"/><Relationship Id="rId152" Type="http://schemas.openxmlformats.org/officeDocument/2006/relationships/image" Target="../media/image1189.png"/><Relationship Id="rId153" Type="http://schemas.openxmlformats.org/officeDocument/2006/relationships/image" Target="../media/image1190.png"/><Relationship Id="rId154" Type="http://schemas.openxmlformats.org/officeDocument/2006/relationships/image" Target="../media/image1191.png"/><Relationship Id="rId155" Type="http://schemas.openxmlformats.org/officeDocument/2006/relationships/image" Target="../media/image1192.png"/><Relationship Id="rId156" Type="http://schemas.openxmlformats.org/officeDocument/2006/relationships/image" Target="../media/image1193.png"/><Relationship Id="rId157" Type="http://schemas.openxmlformats.org/officeDocument/2006/relationships/image" Target="../media/image1194.png"/><Relationship Id="rId158" Type="http://schemas.openxmlformats.org/officeDocument/2006/relationships/image" Target="../media/image1195.png"/><Relationship Id="rId159" Type="http://schemas.openxmlformats.org/officeDocument/2006/relationships/image" Target="../media/image1196.png"/><Relationship Id="rId160" Type="http://schemas.openxmlformats.org/officeDocument/2006/relationships/image" Target="../media/image1197.png"/><Relationship Id="rId161" Type="http://schemas.openxmlformats.org/officeDocument/2006/relationships/image" Target="../media/image1198.png"/><Relationship Id="rId162" Type="http://schemas.openxmlformats.org/officeDocument/2006/relationships/image" Target="../media/image1199.png"/><Relationship Id="rId163" Type="http://schemas.openxmlformats.org/officeDocument/2006/relationships/image" Target="../media/image1200.png"/><Relationship Id="rId164" Type="http://schemas.openxmlformats.org/officeDocument/2006/relationships/image" Target="../media/image1201.png"/><Relationship Id="rId165" Type="http://schemas.openxmlformats.org/officeDocument/2006/relationships/image" Target="../media/image1202.png"/><Relationship Id="rId166" Type="http://schemas.openxmlformats.org/officeDocument/2006/relationships/image" Target="../media/image1203.png"/><Relationship Id="rId167" Type="http://schemas.openxmlformats.org/officeDocument/2006/relationships/image" Target="../media/image1204.png"/><Relationship Id="rId168" Type="http://schemas.openxmlformats.org/officeDocument/2006/relationships/image" Target="../media/image1205.png"/><Relationship Id="rId169" Type="http://schemas.openxmlformats.org/officeDocument/2006/relationships/image" Target="../media/image1206.png"/><Relationship Id="rId170" Type="http://schemas.openxmlformats.org/officeDocument/2006/relationships/image" Target="../media/image1207.png"/><Relationship Id="rId171" Type="http://schemas.openxmlformats.org/officeDocument/2006/relationships/image" Target="../media/image1208.png"/><Relationship Id="rId172" Type="http://schemas.openxmlformats.org/officeDocument/2006/relationships/image" Target="../media/image1209.png"/><Relationship Id="rId173" Type="http://schemas.openxmlformats.org/officeDocument/2006/relationships/image" Target="../media/image1210.png"/><Relationship Id="rId174" Type="http://schemas.openxmlformats.org/officeDocument/2006/relationships/image" Target="../media/image1211.png"/><Relationship Id="rId175" Type="http://schemas.openxmlformats.org/officeDocument/2006/relationships/image" Target="../media/image1212.png"/><Relationship Id="rId176" Type="http://schemas.openxmlformats.org/officeDocument/2006/relationships/image" Target="../media/image1213.png"/><Relationship Id="rId177" Type="http://schemas.openxmlformats.org/officeDocument/2006/relationships/image" Target="../media/image1214.png"/><Relationship Id="rId178" Type="http://schemas.openxmlformats.org/officeDocument/2006/relationships/image" Target="../media/image1215.png"/><Relationship Id="rId179" Type="http://schemas.openxmlformats.org/officeDocument/2006/relationships/image" Target="../media/image1216.png"/><Relationship Id="rId180" Type="http://schemas.openxmlformats.org/officeDocument/2006/relationships/image" Target="../media/image1217.png"/><Relationship Id="rId181" Type="http://schemas.openxmlformats.org/officeDocument/2006/relationships/image" Target="../media/image1218.png"/><Relationship Id="rId182" Type="http://schemas.openxmlformats.org/officeDocument/2006/relationships/image" Target="../media/image1219.png"/><Relationship Id="rId183" Type="http://schemas.openxmlformats.org/officeDocument/2006/relationships/image" Target="../media/image1220.png"/><Relationship Id="rId184" Type="http://schemas.openxmlformats.org/officeDocument/2006/relationships/image" Target="../media/image1221.png"/><Relationship Id="rId185" Type="http://schemas.openxmlformats.org/officeDocument/2006/relationships/image" Target="../media/image1222.png"/><Relationship Id="rId186" Type="http://schemas.openxmlformats.org/officeDocument/2006/relationships/image" Target="../media/image1223.png"/><Relationship Id="rId187" Type="http://schemas.openxmlformats.org/officeDocument/2006/relationships/image" Target="../media/image1224.png"/><Relationship Id="rId188" Type="http://schemas.openxmlformats.org/officeDocument/2006/relationships/image" Target="../media/image1225.png"/><Relationship Id="rId189" Type="http://schemas.openxmlformats.org/officeDocument/2006/relationships/image" Target="../media/image1226.png"/><Relationship Id="rId190" Type="http://schemas.openxmlformats.org/officeDocument/2006/relationships/image" Target="../media/image1227.png"/><Relationship Id="rId191" Type="http://schemas.openxmlformats.org/officeDocument/2006/relationships/image" Target="../media/image1228.png"/><Relationship Id="rId192" Type="http://schemas.openxmlformats.org/officeDocument/2006/relationships/image" Target="../media/image1229.png"/><Relationship Id="rId193" Type="http://schemas.openxmlformats.org/officeDocument/2006/relationships/image" Target="../media/image1230.png"/><Relationship Id="rId194" Type="http://schemas.openxmlformats.org/officeDocument/2006/relationships/image" Target="../media/image1231.png"/><Relationship Id="rId195" Type="http://schemas.openxmlformats.org/officeDocument/2006/relationships/image" Target="../media/image1232.png"/><Relationship Id="rId196" Type="http://schemas.openxmlformats.org/officeDocument/2006/relationships/image" Target="../media/image1233.png"/><Relationship Id="rId197" Type="http://schemas.openxmlformats.org/officeDocument/2006/relationships/image" Target="../media/image1234.png"/><Relationship Id="rId198" Type="http://schemas.openxmlformats.org/officeDocument/2006/relationships/image" Target="../media/image1235.png"/><Relationship Id="rId199" Type="http://schemas.openxmlformats.org/officeDocument/2006/relationships/image" Target="../media/image1236.png"/><Relationship Id="rId200" Type="http://schemas.openxmlformats.org/officeDocument/2006/relationships/image" Target="../media/image1237.png"/><Relationship Id="rId201" Type="http://schemas.openxmlformats.org/officeDocument/2006/relationships/image" Target="../media/image1238.png"/><Relationship Id="rId202" Type="http://schemas.openxmlformats.org/officeDocument/2006/relationships/image" Target="../media/image1239.png"/><Relationship Id="rId203" Type="http://schemas.openxmlformats.org/officeDocument/2006/relationships/image" Target="../media/image1240.png"/><Relationship Id="rId204" Type="http://schemas.openxmlformats.org/officeDocument/2006/relationships/image" Target="../media/image1241.png"/><Relationship Id="rId205" Type="http://schemas.openxmlformats.org/officeDocument/2006/relationships/image" Target="../media/image1242.png"/><Relationship Id="rId206" Type="http://schemas.openxmlformats.org/officeDocument/2006/relationships/image" Target="../media/image1243.png"/><Relationship Id="rId207" Type="http://schemas.openxmlformats.org/officeDocument/2006/relationships/image" Target="../media/image1244.png"/><Relationship Id="rId208" Type="http://schemas.openxmlformats.org/officeDocument/2006/relationships/image" Target="../media/image1245.png"/><Relationship Id="rId209" Type="http://schemas.openxmlformats.org/officeDocument/2006/relationships/image" Target="../media/image1246.png"/><Relationship Id="rId210" Type="http://schemas.openxmlformats.org/officeDocument/2006/relationships/image" Target="../media/image1247.png"/><Relationship Id="rId211" Type="http://schemas.openxmlformats.org/officeDocument/2006/relationships/image" Target="../media/image1248.png"/><Relationship Id="rId212" Type="http://schemas.openxmlformats.org/officeDocument/2006/relationships/image" Target="../media/image1249.png"/><Relationship Id="rId213" Type="http://schemas.openxmlformats.org/officeDocument/2006/relationships/image" Target="../media/image1250.png"/><Relationship Id="rId214" Type="http://schemas.openxmlformats.org/officeDocument/2006/relationships/image" Target="../media/image1251.png"/><Relationship Id="rId215" Type="http://schemas.openxmlformats.org/officeDocument/2006/relationships/image" Target="../media/image1252.png"/><Relationship Id="rId216" Type="http://schemas.openxmlformats.org/officeDocument/2006/relationships/image" Target="../media/image1253.png"/><Relationship Id="rId217" Type="http://schemas.openxmlformats.org/officeDocument/2006/relationships/image" Target="../media/image1254.png"/><Relationship Id="rId218" Type="http://schemas.openxmlformats.org/officeDocument/2006/relationships/image" Target="../media/image1255.png"/><Relationship Id="rId219" Type="http://schemas.openxmlformats.org/officeDocument/2006/relationships/image" Target="../media/image1256.png"/><Relationship Id="rId220" Type="http://schemas.openxmlformats.org/officeDocument/2006/relationships/image" Target="../media/image1257.png"/><Relationship Id="rId221" Type="http://schemas.openxmlformats.org/officeDocument/2006/relationships/image" Target="../media/image1258.png"/><Relationship Id="rId222" Type="http://schemas.openxmlformats.org/officeDocument/2006/relationships/image" Target="../media/image1259.png"/><Relationship Id="rId223" Type="http://schemas.openxmlformats.org/officeDocument/2006/relationships/image" Target="../media/image1260.png"/><Relationship Id="rId224" Type="http://schemas.openxmlformats.org/officeDocument/2006/relationships/image" Target="../media/image1261.png"/><Relationship Id="rId225" Type="http://schemas.openxmlformats.org/officeDocument/2006/relationships/image" Target="../media/image1262.png"/><Relationship Id="rId226" Type="http://schemas.openxmlformats.org/officeDocument/2006/relationships/image" Target="../media/image1263.png"/><Relationship Id="rId227" Type="http://schemas.openxmlformats.org/officeDocument/2006/relationships/image" Target="../media/image1264.png"/><Relationship Id="rId228" Type="http://schemas.openxmlformats.org/officeDocument/2006/relationships/image" Target="../media/image1265.png"/><Relationship Id="rId229" Type="http://schemas.openxmlformats.org/officeDocument/2006/relationships/image" Target="../media/image1266.png"/><Relationship Id="rId230" Type="http://schemas.openxmlformats.org/officeDocument/2006/relationships/image" Target="../media/image1267.png"/><Relationship Id="rId231" Type="http://schemas.openxmlformats.org/officeDocument/2006/relationships/image" Target="../media/image1268.png"/><Relationship Id="rId232" Type="http://schemas.openxmlformats.org/officeDocument/2006/relationships/image" Target="../media/image1269.png"/><Relationship Id="rId233" Type="http://schemas.openxmlformats.org/officeDocument/2006/relationships/image" Target="../media/image1270.png"/><Relationship Id="rId234" Type="http://schemas.openxmlformats.org/officeDocument/2006/relationships/image" Target="../media/image1271.png"/><Relationship Id="rId235" Type="http://schemas.openxmlformats.org/officeDocument/2006/relationships/image" Target="../media/image1272.png"/><Relationship Id="rId236" Type="http://schemas.openxmlformats.org/officeDocument/2006/relationships/image" Target="../media/image1273.png"/><Relationship Id="rId237" Type="http://schemas.openxmlformats.org/officeDocument/2006/relationships/image" Target="../media/image1274.png"/><Relationship Id="rId238" Type="http://schemas.openxmlformats.org/officeDocument/2006/relationships/image" Target="../media/image1275.png"/><Relationship Id="rId239" Type="http://schemas.openxmlformats.org/officeDocument/2006/relationships/image" Target="../media/image1276.png"/><Relationship Id="rId240" Type="http://schemas.openxmlformats.org/officeDocument/2006/relationships/image" Target="../media/image1277.png"/><Relationship Id="rId241" Type="http://schemas.openxmlformats.org/officeDocument/2006/relationships/image" Target="../media/image1278.png"/><Relationship Id="rId242" Type="http://schemas.openxmlformats.org/officeDocument/2006/relationships/image" Target="../media/image1279.png"/><Relationship Id="rId243" Type="http://schemas.openxmlformats.org/officeDocument/2006/relationships/image" Target="../media/image1280.png"/><Relationship Id="rId244" Type="http://schemas.openxmlformats.org/officeDocument/2006/relationships/image" Target="../media/image1281.png"/><Relationship Id="rId245" Type="http://schemas.openxmlformats.org/officeDocument/2006/relationships/image" Target="../media/image1282.png"/><Relationship Id="rId246" Type="http://schemas.openxmlformats.org/officeDocument/2006/relationships/image" Target="../media/image1283.png"/><Relationship Id="rId247" Type="http://schemas.openxmlformats.org/officeDocument/2006/relationships/image" Target="../media/image1284.png"/><Relationship Id="rId248" Type="http://schemas.openxmlformats.org/officeDocument/2006/relationships/image" Target="../media/image1285.png"/><Relationship Id="rId249" Type="http://schemas.openxmlformats.org/officeDocument/2006/relationships/image" Target="../media/image1286.png"/><Relationship Id="rId250" Type="http://schemas.openxmlformats.org/officeDocument/2006/relationships/image" Target="../media/image1287.png"/><Relationship Id="rId251" Type="http://schemas.openxmlformats.org/officeDocument/2006/relationships/image" Target="../media/image1288.png"/><Relationship Id="rId252" Type="http://schemas.openxmlformats.org/officeDocument/2006/relationships/image" Target="../media/image1289.png"/><Relationship Id="rId253" Type="http://schemas.openxmlformats.org/officeDocument/2006/relationships/image" Target="../media/image1290.png"/><Relationship Id="rId254" Type="http://schemas.openxmlformats.org/officeDocument/2006/relationships/image" Target="../media/image1291.png"/><Relationship Id="rId255" Type="http://schemas.openxmlformats.org/officeDocument/2006/relationships/image" Target="../media/image1292.png"/><Relationship Id="rId256" Type="http://schemas.openxmlformats.org/officeDocument/2006/relationships/image" Target="../media/image1293.png"/><Relationship Id="rId257" Type="http://schemas.openxmlformats.org/officeDocument/2006/relationships/image" Target="../media/image1294.png"/><Relationship Id="rId258" Type="http://schemas.openxmlformats.org/officeDocument/2006/relationships/image" Target="../media/image1295.png"/><Relationship Id="rId259" Type="http://schemas.openxmlformats.org/officeDocument/2006/relationships/image" Target="../media/image1296.png"/><Relationship Id="rId260" Type="http://schemas.openxmlformats.org/officeDocument/2006/relationships/image" Target="../media/image1297.png"/><Relationship Id="rId261" Type="http://schemas.openxmlformats.org/officeDocument/2006/relationships/image" Target="../media/image1298.png"/><Relationship Id="rId262" Type="http://schemas.openxmlformats.org/officeDocument/2006/relationships/image" Target="../media/image1299.png"/><Relationship Id="rId263" Type="http://schemas.openxmlformats.org/officeDocument/2006/relationships/image" Target="../media/image1300.png"/><Relationship Id="rId264" Type="http://schemas.openxmlformats.org/officeDocument/2006/relationships/image" Target="../media/image1301.png"/><Relationship Id="rId265" Type="http://schemas.openxmlformats.org/officeDocument/2006/relationships/image" Target="../media/image1302.png"/><Relationship Id="rId266" Type="http://schemas.openxmlformats.org/officeDocument/2006/relationships/image" Target="../media/image1303.png"/><Relationship Id="rId267" Type="http://schemas.openxmlformats.org/officeDocument/2006/relationships/image" Target="../media/image1304.png"/><Relationship Id="rId268" Type="http://schemas.openxmlformats.org/officeDocument/2006/relationships/image" Target="../media/image1305.png"/><Relationship Id="rId269" Type="http://schemas.openxmlformats.org/officeDocument/2006/relationships/image" Target="../media/image1306.png"/><Relationship Id="rId270" Type="http://schemas.openxmlformats.org/officeDocument/2006/relationships/image" Target="../media/image1307.png"/><Relationship Id="rId271" Type="http://schemas.openxmlformats.org/officeDocument/2006/relationships/image" Target="../media/image1308.png"/><Relationship Id="rId272" Type="http://schemas.openxmlformats.org/officeDocument/2006/relationships/image" Target="../media/image1309.png"/><Relationship Id="rId273" Type="http://schemas.openxmlformats.org/officeDocument/2006/relationships/image" Target="../media/image1310.png"/><Relationship Id="rId274" Type="http://schemas.openxmlformats.org/officeDocument/2006/relationships/image" Target="../media/image1311.png"/><Relationship Id="rId275" Type="http://schemas.openxmlformats.org/officeDocument/2006/relationships/image" Target="../media/image1312.png"/><Relationship Id="rId276" Type="http://schemas.openxmlformats.org/officeDocument/2006/relationships/image" Target="../media/image1313.png"/><Relationship Id="rId277" Type="http://schemas.openxmlformats.org/officeDocument/2006/relationships/image" Target="../media/image1314.png"/><Relationship Id="rId278" Type="http://schemas.openxmlformats.org/officeDocument/2006/relationships/image" Target="../media/image1315.png"/><Relationship Id="rId279" Type="http://schemas.openxmlformats.org/officeDocument/2006/relationships/image" Target="../media/image1316.png"/><Relationship Id="rId280" Type="http://schemas.openxmlformats.org/officeDocument/2006/relationships/image" Target="../media/image1317.png"/><Relationship Id="rId281" Type="http://schemas.openxmlformats.org/officeDocument/2006/relationships/image" Target="../media/image1318.png"/><Relationship Id="rId282" Type="http://schemas.openxmlformats.org/officeDocument/2006/relationships/image" Target="../media/image1319.png"/><Relationship Id="rId283" Type="http://schemas.openxmlformats.org/officeDocument/2006/relationships/image" Target="../media/image1320.png"/><Relationship Id="rId284" Type="http://schemas.openxmlformats.org/officeDocument/2006/relationships/image" Target="../media/image1321.png"/><Relationship Id="rId285" Type="http://schemas.openxmlformats.org/officeDocument/2006/relationships/image" Target="../media/image1322.png"/><Relationship Id="rId286" Type="http://schemas.openxmlformats.org/officeDocument/2006/relationships/image" Target="../media/image1323.png"/><Relationship Id="rId287" Type="http://schemas.openxmlformats.org/officeDocument/2006/relationships/image" Target="../media/image1324.png"/><Relationship Id="rId288" Type="http://schemas.openxmlformats.org/officeDocument/2006/relationships/image" Target="../media/image1325.png"/><Relationship Id="rId289" Type="http://schemas.openxmlformats.org/officeDocument/2006/relationships/image" Target="../media/image1326.png"/><Relationship Id="rId290" Type="http://schemas.openxmlformats.org/officeDocument/2006/relationships/image" Target="../media/image1327.png"/><Relationship Id="rId291" Type="http://schemas.openxmlformats.org/officeDocument/2006/relationships/image" Target="../media/image1328.png"/><Relationship Id="rId292" Type="http://schemas.openxmlformats.org/officeDocument/2006/relationships/image" Target="../media/image1329.png"/><Relationship Id="rId293" Type="http://schemas.openxmlformats.org/officeDocument/2006/relationships/image" Target="../media/image1330.png"/><Relationship Id="rId294" Type="http://schemas.openxmlformats.org/officeDocument/2006/relationships/image" Target="../media/image1331.png"/><Relationship Id="rId295" Type="http://schemas.openxmlformats.org/officeDocument/2006/relationships/image" Target="../media/image1332.png"/><Relationship Id="rId296" Type="http://schemas.openxmlformats.org/officeDocument/2006/relationships/image" Target="../media/image1333.png"/><Relationship Id="rId297" Type="http://schemas.openxmlformats.org/officeDocument/2006/relationships/image" Target="../media/image1334.png"/><Relationship Id="rId298" Type="http://schemas.openxmlformats.org/officeDocument/2006/relationships/image" Target="../media/image1335.png"/><Relationship Id="rId299" Type="http://schemas.openxmlformats.org/officeDocument/2006/relationships/image" Target="../media/image1336.png"/><Relationship Id="rId300" Type="http://schemas.openxmlformats.org/officeDocument/2006/relationships/image" Target="../media/image1337.png"/><Relationship Id="rId301" Type="http://schemas.openxmlformats.org/officeDocument/2006/relationships/image" Target="../media/image1338.png"/><Relationship Id="rId302" Type="http://schemas.openxmlformats.org/officeDocument/2006/relationships/image" Target="../media/image1339.png"/><Relationship Id="rId303" Type="http://schemas.openxmlformats.org/officeDocument/2006/relationships/image" Target="../media/image1340.png"/><Relationship Id="rId304" Type="http://schemas.openxmlformats.org/officeDocument/2006/relationships/image" Target="../media/image1341.png"/><Relationship Id="rId305" Type="http://schemas.openxmlformats.org/officeDocument/2006/relationships/image" Target="../media/image1342.png"/><Relationship Id="rId306" Type="http://schemas.openxmlformats.org/officeDocument/2006/relationships/image" Target="../media/image1343.png"/><Relationship Id="rId307" Type="http://schemas.openxmlformats.org/officeDocument/2006/relationships/image" Target="../media/image1344.png"/><Relationship Id="rId308" Type="http://schemas.openxmlformats.org/officeDocument/2006/relationships/image" Target="../media/image1345.png"/><Relationship Id="rId309" Type="http://schemas.openxmlformats.org/officeDocument/2006/relationships/image" Target="../media/image1346.png"/><Relationship Id="rId310" Type="http://schemas.openxmlformats.org/officeDocument/2006/relationships/image" Target="../media/image1347.png"/><Relationship Id="rId311" Type="http://schemas.openxmlformats.org/officeDocument/2006/relationships/image" Target="../media/image1348.png"/><Relationship Id="rId312" Type="http://schemas.openxmlformats.org/officeDocument/2006/relationships/image" Target="../media/image1349.png"/><Relationship Id="rId313" Type="http://schemas.openxmlformats.org/officeDocument/2006/relationships/image" Target="../media/image1350.png"/><Relationship Id="rId314" Type="http://schemas.openxmlformats.org/officeDocument/2006/relationships/image" Target="../media/image1351.png"/><Relationship Id="rId315" Type="http://schemas.openxmlformats.org/officeDocument/2006/relationships/image" Target="../media/image1352.png"/><Relationship Id="rId316" Type="http://schemas.openxmlformats.org/officeDocument/2006/relationships/image" Target="../media/image1353.png"/><Relationship Id="rId317" Type="http://schemas.openxmlformats.org/officeDocument/2006/relationships/image" Target="../media/image1354.png"/><Relationship Id="rId318" Type="http://schemas.openxmlformats.org/officeDocument/2006/relationships/image" Target="../media/image1355.png"/><Relationship Id="rId319" Type="http://schemas.openxmlformats.org/officeDocument/2006/relationships/image" Target="../media/image1356.png"/><Relationship Id="rId320" Type="http://schemas.openxmlformats.org/officeDocument/2006/relationships/image" Target="../media/image1357.png"/><Relationship Id="rId321" Type="http://schemas.openxmlformats.org/officeDocument/2006/relationships/image" Target="../media/image1358.png"/><Relationship Id="rId322" Type="http://schemas.openxmlformats.org/officeDocument/2006/relationships/image" Target="../media/image1359.png"/><Relationship Id="rId323" Type="http://schemas.openxmlformats.org/officeDocument/2006/relationships/image" Target="../media/image1360.png"/><Relationship Id="rId324" Type="http://schemas.openxmlformats.org/officeDocument/2006/relationships/image" Target="../media/image1361.png"/><Relationship Id="rId325" Type="http://schemas.openxmlformats.org/officeDocument/2006/relationships/image" Target="../media/image1362.png"/><Relationship Id="rId326" Type="http://schemas.openxmlformats.org/officeDocument/2006/relationships/image" Target="../media/image1363.png"/><Relationship Id="rId327" Type="http://schemas.openxmlformats.org/officeDocument/2006/relationships/image" Target="../media/image1364.png"/><Relationship Id="rId328" Type="http://schemas.openxmlformats.org/officeDocument/2006/relationships/image" Target="../media/image1365.png"/><Relationship Id="rId329" Type="http://schemas.openxmlformats.org/officeDocument/2006/relationships/image" Target="../media/image1366.png"/><Relationship Id="rId330" Type="http://schemas.openxmlformats.org/officeDocument/2006/relationships/image" Target="../media/image1367.png"/><Relationship Id="rId331" Type="http://schemas.openxmlformats.org/officeDocument/2006/relationships/image" Target="../media/image1368.png"/><Relationship Id="rId332" Type="http://schemas.openxmlformats.org/officeDocument/2006/relationships/image" Target="../media/image1369.png"/><Relationship Id="rId333" Type="http://schemas.openxmlformats.org/officeDocument/2006/relationships/image" Target="../media/image1370.png"/><Relationship Id="rId334" Type="http://schemas.openxmlformats.org/officeDocument/2006/relationships/image" Target="../media/image1371.png"/><Relationship Id="rId335" Type="http://schemas.openxmlformats.org/officeDocument/2006/relationships/image" Target="../media/image1372.png"/><Relationship Id="rId336" Type="http://schemas.openxmlformats.org/officeDocument/2006/relationships/image" Target="../media/image1373.png"/><Relationship Id="rId337" Type="http://schemas.openxmlformats.org/officeDocument/2006/relationships/image" Target="../media/image1374.png"/><Relationship Id="rId338" Type="http://schemas.openxmlformats.org/officeDocument/2006/relationships/image" Target="../media/image1375.png"/><Relationship Id="rId339" Type="http://schemas.openxmlformats.org/officeDocument/2006/relationships/image" Target="../media/image1376.png"/><Relationship Id="rId340" Type="http://schemas.openxmlformats.org/officeDocument/2006/relationships/image" Target="../media/image1377.png"/><Relationship Id="rId341" Type="http://schemas.openxmlformats.org/officeDocument/2006/relationships/image" Target="../media/image1378.png"/><Relationship Id="rId342" Type="http://schemas.openxmlformats.org/officeDocument/2006/relationships/image" Target="../media/image1379.png"/><Relationship Id="rId343" Type="http://schemas.openxmlformats.org/officeDocument/2006/relationships/image" Target="../media/image1380.png"/><Relationship Id="rId344" Type="http://schemas.openxmlformats.org/officeDocument/2006/relationships/image" Target="../media/image1381.png"/><Relationship Id="rId345" Type="http://schemas.openxmlformats.org/officeDocument/2006/relationships/image" Target="../media/image1382.png"/><Relationship Id="rId346" Type="http://schemas.openxmlformats.org/officeDocument/2006/relationships/image" Target="../media/image1383.png"/><Relationship Id="rId347" Type="http://schemas.openxmlformats.org/officeDocument/2006/relationships/image" Target="../media/image1384.png"/><Relationship Id="rId348" Type="http://schemas.openxmlformats.org/officeDocument/2006/relationships/image" Target="../media/image1385.png"/><Relationship Id="rId349" Type="http://schemas.openxmlformats.org/officeDocument/2006/relationships/image" Target="../media/image1386.png"/><Relationship Id="rId350" Type="http://schemas.openxmlformats.org/officeDocument/2006/relationships/image" Target="../media/image1387.png"/><Relationship Id="rId351" Type="http://schemas.openxmlformats.org/officeDocument/2006/relationships/image" Target="../media/image1388.png"/><Relationship Id="rId352" Type="http://schemas.openxmlformats.org/officeDocument/2006/relationships/image" Target="../media/image1389.png"/><Relationship Id="rId353" Type="http://schemas.openxmlformats.org/officeDocument/2006/relationships/image" Target="../media/image1390.png"/><Relationship Id="rId354" Type="http://schemas.openxmlformats.org/officeDocument/2006/relationships/image" Target="../media/image1391.png"/><Relationship Id="rId355" Type="http://schemas.openxmlformats.org/officeDocument/2006/relationships/image" Target="../media/image1392.png"/><Relationship Id="rId356" Type="http://schemas.openxmlformats.org/officeDocument/2006/relationships/image" Target="../media/image1393.png"/><Relationship Id="rId357" Type="http://schemas.openxmlformats.org/officeDocument/2006/relationships/image" Target="../media/image1394.png"/><Relationship Id="rId358" Type="http://schemas.openxmlformats.org/officeDocument/2006/relationships/image" Target="../media/image1395.png"/><Relationship Id="rId359" Type="http://schemas.openxmlformats.org/officeDocument/2006/relationships/image" Target="../media/image1396.png"/><Relationship Id="rId360" Type="http://schemas.openxmlformats.org/officeDocument/2006/relationships/image" Target="../media/image1397.png"/><Relationship Id="rId361" Type="http://schemas.openxmlformats.org/officeDocument/2006/relationships/image" Target="../media/image1398.png"/><Relationship Id="rId362" Type="http://schemas.openxmlformats.org/officeDocument/2006/relationships/image" Target="../media/image1399.png"/><Relationship Id="rId363" Type="http://schemas.openxmlformats.org/officeDocument/2006/relationships/image" Target="../media/image1400.png"/><Relationship Id="rId364" Type="http://schemas.openxmlformats.org/officeDocument/2006/relationships/image" Target="../media/image1401.png"/><Relationship Id="rId365" Type="http://schemas.openxmlformats.org/officeDocument/2006/relationships/image" Target="../media/image1402.png"/><Relationship Id="rId366" Type="http://schemas.openxmlformats.org/officeDocument/2006/relationships/image" Target="../media/image1403.png"/><Relationship Id="rId367" Type="http://schemas.openxmlformats.org/officeDocument/2006/relationships/image" Target="../media/image1404.png"/><Relationship Id="rId368" Type="http://schemas.openxmlformats.org/officeDocument/2006/relationships/image" Target="../media/image1405.png"/><Relationship Id="rId369" Type="http://schemas.openxmlformats.org/officeDocument/2006/relationships/image" Target="../media/image1406.png"/><Relationship Id="rId370" Type="http://schemas.openxmlformats.org/officeDocument/2006/relationships/image" Target="../media/image1407.png"/><Relationship Id="rId371" Type="http://schemas.openxmlformats.org/officeDocument/2006/relationships/image" Target="../media/image1408.png"/><Relationship Id="rId372" Type="http://schemas.openxmlformats.org/officeDocument/2006/relationships/image" Target="../media/image1409.png"/><Relationship Id="rId373" Type="http://schemas.openxmlformats.org/officeDocument/2006/relationships/image" Target="../media/image1410.png"/><Relationship Id="rId374" Type="http://schemas.openxmlformats.org/officeDocument/2006/relationships/image" Target="../media/image1411.png"/><Relationship Id="rId375" Type="http://schemas.openxmlformats.org/officeDocument/2006/relationships/image" Target="../media/image1412.png"/><Relationship Id="rId376" Type="http://schemas.openxmlformats.org/officeDocument/2006/relationships/image" Target="../media/image1413.png"/><Relationship Id="rId377" Type="http://schemas.openxmlformats.org/officeDocument/2006/relationships/image" Target="../media/image1414.png"/><Relationship Id="rId378" Type="http://schemas.openxmlformats.org/officeDocument/2006/relationships/image" Target="../media/image1415.png"/><Relationship Id="rId379" Type="http://schemas.openxmlformats.org/officeDocument/2006/relationships/image" Target="../media/image1416.png"/><Relationship Id="rId380" Type="http://schemas.openxmlformats.org/officeDocument/2006/relationships/image" Target="../media/image1417.png"/><Relationship Id="rId381" Type="http://schemas.openxmlformats.org/officeDocument/2006/relationships/image" Target="../media/image1418.png"/><Relationship Id="rId382" Type="http://schemas.openxmlformats.org/officeDocument/2006/relationships/image" Target="../media/image1419.png"/><Relationship Id="rId383" Type="http://schemas.openxmlformats.org/officeDocument/2006/relationships/image" Target="../media/image1420.png"/><Relationship Id="rId384" Type="http://schemas.openxmlformats.org/officeDocument/2006/relationships/image" Target="../media/image1421.png"/><Relationship Id="rId385" Type="http://schemas.openxmlformats.org/officeDocument/2006/relationships/image" Target="../media/image1422.png"/><Relationship Id="rId386" Type="http://schemas.openxmlformats.org/officeDocument/2006/relationships/image" Target="../media/image1423.png"/><Relationship Id="rId387" Type="http://schemas.openxmlformats.org/officeDocument/2006/relationships/image" Target="../media/image1424.png"/><Relationship Id="rId388" Type="http://schemas.openxmlformats.org/officeDocument/2006/relationships/image" Target="../media/image1425.png"/><Relationship Id="rId389" Type="http://schemas.openxmlformats.org/officeDocument/2006/relationships/image" Target="../media/image1426.png"/><Relationship Id="rId390" Type="http://schemas.openxmlformats.org/officeDocument/2006/relationships/image" Target="../media/image1427.png"/><Relationship Id="rId391" Type="http://schemas.openxmlformats.org/officeDocument/2006/relationships/image" Target="../media/image1428.png"/><Relationship Id="rId392" Type="http://schemas.openxmlformats.org/officeDocument/2006/relationships/image" Target="../media/image1429.png"/><Relationship Id="rId393" Type="http://schemas.openxmlformats.org/officeDocument/2006/relationships/image" Target="../media/image1430.png"/><Relationship Id="rId394" Type="http://schemas.openxmlformats.org/officeDocument/2006/relationships/image" Target="../media/image1431.png"/><Relationship Id="rId395" Type="http://schemas.openxmlformats.org/officeDocument/2006/relationships/image" Target="../media/image1432.png"/><Relationship Id="rId396" Type="http://schemas.openxmlformats.org/officeDocument/2006/relationships/image" Target="../media/image1433.png"/><Relationship Id="rId397" Type="http://schemas.openxmlformats.org/officeDocument/2006/relationships/image" Target="../media/image1434.png"/><Relationship Id="rId398" Type="http://schemas.openxmlformats.org/officeDocument/2006/relationships/image" Target="../media/image1435.png"/><Relationship Id="rId399" Type="http://schemas.openxmlformats.org/officeDocument/2006/relationships/image" Target="../media/image1436.png"/><Relationship Id="rId400" Type="http://schemas.openxmlformats.org/officeDocument/2006/relationships/image" Target="../media/image1437.png"/><Relationship Id="rId401" Type="http://schemas.openxmlformats.org/officeDocument/2006/relationships/image" Target="../media/image1438.png"/><Relationship Id="rId402" Type="http://schemas.openxmlformats.org/officeDocument/2006/relationships/image" Target="../media/image1439.png"/><Relationship Id="rId403" Type="http://schemas.openxmlformats.org/officeDocument/2006/relationships/image" Target="../media/image1440.png"/><Relationship Id="rId404" Type="http://schemas.openxmlformats.org/officeDocument/2006/relationships/image" Target="../media/image1441.png"/><Relationship Id="rId405" Type="http://schemas.openxmlformats.org/officeDocument/2006/relationships/image" Target="../media/image1442.png"/><Relationship Id="rId406" Type="http://schemas.openxmlformats.org/officeDocument/2006/relationships/image" Target="../media/image1443.png"/><Relationship Id="rId407" Type="http://schemas.openxmlformats.org/officeDocument/2006/relationships/image" Target="../media/image1444.png"/><Relationship Id="rId408" Type="http://schemas.openxmlformats.org/officeDocument/2006/relationships/image" Target="../media/image1445.png"/><Relationship Id="rId409" Type="http://schemas.openxmlformats.org/officeDocument/2006/relationships/image" Target="../media/image1446.png"/><Relationship Id="rId410" Type="http://schemas.openxmlformats.org/officeDocument/2006/relationships/image" Target="../media/image1447.png"/><Relationship Id="rId411" Type="http://schemas.openxmlformats.org/officeDocument/2006/relationships/image" Target="../media/image1448.png"/><Relationship Id="rId412" Type="http://schemas.openxmlformats.org/officeDocument/2006/relationships/image" Target="../media/image1449.png"/><Relationship Id="rId413" Type="http://schemas.openxmlformats.org/officeDocument/2006/relationships/image" Target="../media/image1450.png"/><Relationship Id="rId414" Type="http://schemas.openxmlformats.org/officeDocument/2006/relationships/image" Target="../media/image1451.png"/><Relationship Id="rId415" Type="http://schemas.openxmlformats.org/officeDocument/2006/relationships/image" Target="../media/image1452.png"/><Relationship Id="rId416" Type="http://schemas.openxmlformats.org/officeDocument/2006/relationships/image" Target="../media/image1453.png"/><Relationship Id="rId417" Type="http://schemas.openxmlformats.org/officeDocument/2006/relationships/image" Target="../media/image1454.png"/><Relationship Id="rId418" Type="http://schemas.openxmlformats.org/officeDocument/2006/relationships/image" Target="../media/image1455.png"/><Relationship Id="rId419" Type="http://schemas.openxmlformats.org/officeDocument/2006/relationships/image" Target="../media/image1456.png"/><Relationship Id="rId420" Type="http://schemas.openxmlformats.org/officeDocument/2006/relationships/image" Target="../media/image1457.png"/><Relationship Id="rId421" Type="http://schemas.openxmlformats.org/officeDocument/2006/relationships/image" Target="../media/image1458.png"/><Relationship Id="rId422" Type="http://schemas.openxmlformats.org/officeDocument/2006/relationships/image" Target="../media/image1459.png"/><Relationship Id="rId423" Type="http://schemas.openxmlformats.org/officeDocument/2006/relationships/image" Target="../media/image1460.png"/><Relationship Id="rId424" Type="http://schemas.openxmlformats.org/officeDocument/2006/relationships/image" Target="../media/image1461.png"/><Relationship Id="rId425" Type="http://schemas.openxmlformats.org/officeDocument/2006/relationships/image" Target="../media/image1462.png"/><Relationship Id="rId426" Type="http://schemas.openxmlformats.org/officeDocument/2006/relationships/image" Target="../media/image1463.png"/><Relationship Id="rId427" Type="http://schemas.openxmlformats.org/officeDocument/2006/relationships/image" Target="../media/image1464.png"/><Relationship Id="rId428" Type="http://schemas.openxmlformats.org/officeDocument/2006/relationships/image" Target="../media/image1465.png"/><Relationship Id="rId429" Type="http://schemas.openxmlformats.org/officeDocument/2006/relationships/image" Target="../media/image1466.png"/><Relationship Id="rId430" Type="http://schemas.openxmlformats.org/officeDocument/2006/relationships/image" Target="../media/image1467.png"/><Relationship Id="rId431" Type="http://schemas.openxmlformats.org/officeDocument/2006/relationships/image" Target="../media/image1468.png"/><Relationship Id="rId432" Type="http://schemas.openxmlformats.org/officeDocument/2006/relationships/image" Target="../media/image1469.png"/><Relationship Id="rId433" Type="http://schemas.openxmlformats.org/officeDocument/2006/relationships/image" Target="../media/image1470.png"/><Relationship Id="rId434" Type="http://schemas.openxmlformats.org/officeDocument/2006/relationships/image" Target="../media/image1471.png"/><Relationship Id="rId435" Type="http://schemas.openxmlformats.org/officeDocument/2006/relationships/image" Target="../media/image1472.png"/><Relationship Id="rId436" Type="http://schemas.openxmlformats.org/officeDocument/2006/relationships/image" Target="../media/image1473.png"/><Relationship Id="rId437" Type="http://schemas.openxmlformats.org/officeDocument/2006/relationships/image" Target="../media/image1474.png"/><Relationship Id="rId438" Type="http://schemas.openxmlformats.org/officeDocument/2006/relationships/image" Target="../media/image1475.png"/><Relationship Id="rId439" Type="http://schemas.openxmlformats.org/officeDocument/2006/relationships/image" Target="../media/image1476.png"/><Relationship Id="rId440" Type="http://schemas.openxmlformats.org/officeDocument/2006/relationships/image" Target="../media/image1477.png"/><Relationship Id="rId441" Type="http://schemas.openxmlformats.org/officeDocument/2006/relationships/image" Target="../media/image1478.png"/><Relationship Id="rId442" Type="http://schemas.openxmlformats.org/officeDocument/2006/relationships/image" Target="../media/image1479.png"/><Relationship Id="rId443" Type="http://schemas.openxmlformats.org/officeDocument/2006/relationships/image" Target="../media/image1480.png"/><Relationship Id="rId444" Type="http://schemas.openxmlformats.org/officeDocument/2006/relationships/image" Target="../media/image1481.png"/><Relationship Id="rId445" Type="http://schemas.openxmlformats.org/officeDocument/2006/relationships/image" Target="../media/image1482.png"/><Relationship Id="rId446" Type="http://schemas.openxmlformats.org/officeDocument/2006/relationships/image" Target="../media/image1483.png"/><Relationship Id="rId447" Type="http://schemas.openxmlformats.org/officeDocument/2006/relationships/image" Target="../media/image1484.png"/><Relationship Id="rId448" Type="http://schemas.openxmlformats.org/officeDocument/2006/relationships/image" Target="../media/image1485.png"/><Relationship Id="rId449" Type="http://schemas.openxmlformats.org/officeDocument/2006/relationships/image" Target="../media/image1486.png"/><Relationship Id="rId450" Type="http://schemas.openxmlformats.org/officeDocument/2006/relationships/image" Target="../media/image1487.png"/><Relationship Id="rId451" Type="http://schemas.openxmlformats.org/officeDocument/2006/relationships/image" Target="../media/image1488.png"/><Relationship Id="rId452" Type="http://schemas.openxmlformats.org/officeDocument/2006/relationships/image" Target="../media/image1489.png"/><Relationship Id="rId453" Type="http://schemas.openxmlformats.org/officeDocument/2006/relationships/image" Target="../media/image1490.png"/><Relationship Id="rId454" Type="http://schemas.openxmlformats.org/officeDocument/2006/relationships/image" Target="../media/image1491.png"/><Relationship Id="rId455" Type="http://schemas.openxmlformats.org/officeDocument/2006/relationships/image" Target="../media/image1492.png"/><Relationship Id="rId456" Type="http://schemas.openxmlformats.org/officeDocument/2006/relationships/image" Target="../media/image1493.png"/><Relationship Id="rId457" Type="http://schemas.openxmlformats.org/officeDocument/2006/relationships/image" Target="../media/image1494.png"/><Relationship Id="rId458" Type="http://schemas.openxmlformats.org/officeDocument/2006/relationships/image" Target="../media/image1495.png"/><Relationship Id="rId459" Type="http://schemas.openxmlformats.org/officeDocument/2006/relationships/image" Target="../media/image1496.png"/><Relationship Id="rId460" Type="http://schemas.openxmlformats.org/officeDocument/2006/relationships/image" Target="../media/image1497.png"/><Relationship Id="rId461" Type="http://schemas.openxmlformats.org/officeDocument/2006/relationships/image" Target="../media/image1498.png"/><Relationship Id="rId462" Type="http://schemas.openxmlformats.org/officeDocument/2006/relationships/image" Target="../media/image1499.png"/><Relationship Id="rId463" Type="http://schemas.openxmlformats.org/officeDocument/2006/relationships/image" Target="../media/image1500.png"/><Relationship Id="rId464" Type="http://schemas.openxmlformats.org/officeDocument/2006/relationships/image" Target="../media/image1501.png"/><Relationship Id="rId465" Type="http://schemas.openxmlformats.org/officeDocument/2006/relationships/image" Target="../media/image1502.png"/><Relationship Id="rId466" Type="http://schemas.openxmlformats.org/officeDocument/2006/relationships/image" Target="../media/image1503.png"/><Relationship Id="rId467" Type="http://schemas.openxmlformats.org/officeDocument/2006/relationships/image" Target="../media/image150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1505.png"/><Relationship Id="rId4" Type="http://schemas.openxmlformats.org/officeDocument/2006/relationships/image" Target="../media/image397.png"/><Relationship Id="rId5" Type="http://schemas.openxmlformats.org/officeDocument/2006/relationships/image" Target="../media/image6.png"/><Relationship Id="rId6" Type="http://schemas.openxmlformats.org/officeDocument/2006/relationships/image" Target="../media/image1506.png"/><Relationship Id="rId7" Type="http://schemas.openxmlformats.org/officeDocument/2006/relationships/image" Target="../media/image1507.png"/><Relationship Id="rId8" Type="http://schemas.openxmlformats.org/officeDocument/2006/relationships/image" Target="../media/image1508.png"/><Relationship Id="rId9" Type="http://schemas.openxmlformats.org/officeDocument/2006/relationships/image" Target="../media/image1509.png"/><Relationship Id="rId10" Type="http://schemas.openxmlformats.org/officeDocument/2006/relationships/image" Target="../media/image1510.png"/><Relationship Id="rId11" Type="http://schemas.openxmlformats.org/officeDocument/2006/relationships/image" Target="../media/image1511.png"/><Relationship Id="rId12" Type="http://schemas.openxmlformats.org/officeDocument/2006/relationships/image" Target="../media/image1512.png"/><Relationship Id="rId13" Type="http://schemas.openxmlformats.org/officeDocument/2006/relationships/image" Target="../media/image1513.png"/><Relationship Id="rId14" Type="http://schemas.openxmlformats.org/officeDocument/2006/relationships/image" Target="../media/image1514.png"/><Relationship Id="rId15" Type="http://schemas.openxmlformats.org/officeDocument/2006/relationships/image" Target="../media/image1515.png"/><Relationship Id="rId16" Type="http://schemas.openxmlformats.org/officeDocument/2006/relationships/image" Target="../media/image1496.png"/><Relationship Id="rId17" Type="http://schemas.openxmlformats.org/officeDocument/2006/relationships/image" Target="../media/image1516.png"/><Relationship Id="rId18" Type="http://schemas.openxmlformats.org/officeDocument/2006/relationships/image" Target="../media/image1517.png"/><Relationship Id="rId19" Type="http://schemas.openxmlformats.org/officeDocument/2006/relationships/image" Target="../media/image1518.png"/><Relationship Id="rId20" Type="http://schemas.openxmlformats.org/officeDocument/2006/relationships/image" Target="../media/image1519.png"/><Relationship Id="rId21" Type="http://schemas.openxmlformats.org/officeDocument/2006/relationships/image" Target="../media/image1520.png"/><Relationship Id="rId22" Type="http://schemas.openxmlformats.org/officeDocument/2006/relationships/image" Target="../media/image1521.png"/><Relationship Id="rId23" Type="http://schemas.openxmlformats.org/officeDocument/2006/relationships/image" Target="../media/image1522.png"/><Relationship Id="rId24" Type="http://schemas.openxmlformats.org/officeDocument/2006/relationships/image" Target="../media/image1523.png"/><Relationship Id="rId25" Type="http://schemas.openxmlformats.org/officeDocument/2006/relationships/image" Target="../media/image1524.png"/><Relationship Id="rId26" Type="http://schemas.openxmlformats.org/officeDocument/2006/relationships/image" Target="../media/image1525.png"/><Relationship Id="rId27" Type="http://schemas.openxmlformats.org/officeDocument/2006/relationships/image" Target="../media/image1526.png"/><Relationship Id="rId28" Type="http://schemas.openxmlformats.org/officeDocument/2006/relationships/image" Target="../media/image1527.png"/><Relationship Id="rId29" Type="http://schemas.openxmlformats.org/officeDocument/2006/relationships/image" Target="../media/image1528.png"/><Relationship Id="rId30" Type="http://schemas.openxmlformats.org/officeDocument/2006/relationships/image" Target="../media/image1529.png"/><Relationship Id="rId31" Type="http://schemas.openxmlformats.org/officeDocument/2006/relationships/image" Target="../media/image1216.png"/><Relationship Id="rId32" Type="http://schemas.openxmlformats.org/officeDocument/2006/relationships/image" Target="../media/image1530.png"/><Relationship Id="rId33" Type="http://schemas.openxmlformats.org/officeDocument/2006/relationships/image" Target="../media/image1531.png"/><Relationship Id="rId34" Type="http://schemas.openxmlformats.org/officeDocument/2006/relationships/image" Target="../media/image1532.png"/><Relationship Id="rId35" Type="http://schemas.openxmlformats.org/officeDocument/2006/relationships/image" Target="../media/image1533.png"/><Relationship Id="rId36" Type="http://schemas.openxmlformats.org/officeDocument/2006/relationships/image" Target="../media/image1534.png"/><Relationship Id="rId37" Type="http://schemas.openxmlformats.org/officeDocument/2006/relationships/image" Target="../media/image1535.png"/><Relationship Id="rId38" Type="http://schemas.openxmlformats.org/officeDocument/2006/relationships/image" Target="../media/image1536.png"/><Relationship Id="rId39" Type="http://schemas.openxmlformats.org/officeDocument/2006/relationships/image" Target="../media/image1459.png"/><Relationship Id="rId40" Type="http://schemas.openxmlformats.org/officeDocument/2006/relationships/image" Target="../media/image1537.png"/><Relationship Id="rId41" Type="http://schemas.openxmlformats.org/officeDocument/2006/relationships/image" Target="../media/image1538.png"/><Relationship Id="rId42" Type="http://schemas.openxmlformats.org/officeDocument/2006/relationships/image" Target="../media/image1539.png"/><Relationship Id="rId43" Type="http://schemas.openxmlformats.org/officeDocument/2006/relationships/image" Target="../media/image1540.png"/><Relationship Id="rId44" Type="http://schemas.openxmlformats.org/officeDocument/2006/relationships/image" Target="../media/image1541.png"/><Relationship Id="rId45" Type="http://schemas.openxmlformats.org/officeDocument/2006/relationships/image" Target="../media/image1542.png"/><Relationship Id="rId46" Type="http://schemas.openxmlformats.org/officeDocument/2006/relationships/image" Target="../media/image1543.png"/><Relationship Id="rId47" Type="http://schemas.openxmlformats.org/officeDocument/2006/relationships/image" Target="../media/image1544.png"/><Relationship Id="rId48" Type="http://schemas.openxmlformats.org/officeDocument/2006/relationships/image" Target="../media/image1312.png"/><Relationship Id="rId49" Type="http://schemas.openxmlformats.org/officeDocument/2006/relationships/image" Target="../media/image1545.png"/><Relationship Id="rId50" Type="http://schemas.openxmlformats.org/officeDocument/2006/relationships/image" Target="../media/image1546.png"/><Relationship Id="rId51" Type="http://schemas.openxmlformats.org/officeDocument/2006/relationships/image" Target="../media/image1547.png"/><Relationship Id="rId52" Type="http://schemas.openxmlformats.org/officeDocument/2006/relationships/image" Target="../media/image1548.png"/><Relationship Id="rId53" Type="http://schemas.openxmlformats.org/officeDocument/2006/relationships/image" Target="../media/image1549.png"/><Relationship Id="rId54" Type="http://schemas.openxmlformats.org/officeDocument/2006/relationships/image" Target="../media/image1550.png"/><Relationship Id="rId55" Type="http://schemas.openxmlformats.org/officeDocument/2006/relationships/image" Target="../media/image1551.png"/><Relationship Id="rId56" Type="http://schemas.openxmlformats.org/officeDocument/2006/relationships/image" Target="../media/image1552.png"/><Relationship Id="rId57" Type="http://schemas.openxmlformats.org/officeDocument/2006/relationships/image" Target="../media/image1553.png"/><Relationship Id="rId58" Type="http://schemas.openxmlformats.org/officeDocument/2006/relationships/image" Target="../media/image1554.png"/><Relationship Id="rId59" Type="http://schemas.openxmlformats.org/officeDocument/2006/relationships/image" Target="../media/image1555.png"/><Relationship Id="rId60" Type="http://schemas.openxmlformats.org/officeDocument/2006/relationships/image" Target="../media/image1556.png"/><Relationship Id="rId61" Type="http://schemas.openxmlformats.org/officeDocument/2006/relationships/image" Target="../media/image1557.png"/><Relationship Id="rId62" Type="http://schemas.openxmlformats.org/officeDocument/2006/relationships/image" Target="../media/image1558.png"/><Relationship Id="rId63" Type="http://schemas.openxmlformats.org/officeDocument/2006/relationships/image" Target="../media/image1559.png"/><Relationship Id="rId64" Type="http://schemas.openxmlformats.org/officeDocument/2006/relationships/image" Target="../media/image1560.png"/><Relationship Id="rId65" Type="http://schemas.openxmlformats.org/officeDocument/2006/relationships/image" Target="../media/image1561.png"/><Relationship Id="rId66" Type="http://schemas.openxmlformats.org/officeDocument/2006/relationships/image" Target="../media/image1562.png"/><Relationship Id="rId67" Type="http://schemas.openxmlformats.org/officeDocument/2006/relationships/image" Target="../media/image1563.png"/><Relationship Id="rId68" Type="http://schemas.openxmlformats.org/officeDocument/2006/relationships/image" Target="../media/image1564.png"/><Relationship Id="rId69" Type="http://schemas.openxmlformats.org/officeDocument/2006/relationships/image" Target="../media/image1565.png"/><Relationship Id="rId70" Type="http://schemas.openxmlformats.org/officeDocument/2006/relationships/image" Target="../media/image1566.png"/><Relationship Id="rId71" Type="http://schemas.openxmlformats.org/officeDocument/2006/relationships/image" Target="../media/image1567.png"/><Relationship Id="rId72" Type="http://schemas.openxmlformats.org/officeDocument/2006/relationships/image" Target="../media/image1568.png"/><Relationship Id="rId73" Type="http://schemas.openxmlformats.org/officeDocument/2006/relationships/image" Target="../media/image1569.png"/><Relationship Id="rId74" Type="http://schemas.openxmlformats.org/officeDocument/2006/relationships/image" Target="../media/image1163.png"/><Relationship Id="rId75" Type="http://schemas.openxmlformats.org/officeDocument/2006/relationships/image" Target="../media/image1570.png"/><Relationship Id="rId76" Type="http://schemas.openxmlformats.org/officeDocument/2006/relationships/image" Target="../media/image1571.png"/><Relationship Id="rId77" Type="http://schemas.openxmlformats.org/officeDocument/2006/relationships/image" Target="../media/image1572.png"/><Relationship Id="rId78" Type="http://schemas.openxmlformats.org/officeDocument/2006/relationships/image" Target="../media/image1573.png"/><Relationship Id="rId79" Type="http://schemas.openxmlformats.org/officeDocument/2006/relationships/image" Target="../media/image1574.png"/><Relationship Id="rId80" Type="http://schemas.openxmlformats.org/officeDocument/2006/relationships/image" Target="../media/image1575.png"/><Relationship Id="rId81" Type="http://schemas.openxmlformats.org/officeDocument/2006/relationships/image" Target="../media/image1576.png"/><Relationship Id="rId82" Type="http://schemas.openxmlformats.org/officeDocument/2006/relationships/image" Target="../media/image1176.png"/><Relationship Id="rId83" Type="http://schemas.openxmlformats.org/officeDocument/2006/relationships/image" Target="../media/image1577.png"/><Relationship Id="rId84" Type="http://schemas.openxmlformats.org/officeDocument/2006/relationships/image" Target="../media/image1578.png"/><Relationship Id="rId85" Type="http://schemas.openxmlformats.org/officeDocument/2006/relationships/image" Target="../media/image1579.png"/><Relationship Id="rId86" Type="http://schemas.openxmlformats.org/officeDocument/2006/relationships/image" Target="../media/image1580.png"/><Relationship Id="rId87" Type="http://schemas.openxmlformats.org/officeDocument/2006/relationships/image" Target="../media/image1453.png"/><Relationship Id="rId88" Type="http://schemas.openxmlformats.org/officeDocument/2006/relationships/image" Target="../media/image1581.png"/><Relationship Id="rId89" Type="http://schemas.openxmlformats.org/officeDocument/2006/relationships/image" Target="../media/image1582.png"/><Relationship Id="rId90" Type="http://schemas.openxmlformats.org/officeDocument/2006/relationships/image" Target="../media/image1583.png"/><Relationship Id="rId91" Type="http://schemas.openxmlformats.org/officeDocument/2006/relationships/image" Target="../media/image1584.png"/><Relationship Id="rId92" Type="http://schemas.openxmlformats.org/officeDocument/2006/relationships/image" Target="../media/image1585.png"/><Relationship Id="rId93" Type="http://schemas.openxmlformats.org/officeDocument/2006/relationships/image" Target="../media/image1586.png"/><Relationship Id="rId94" Type="http://schemas.openxmlformats.org/officeDocument/2006/relationships/image" Target="../media/image1587.png"/><Relationship Id="rId95" Type="http://schemas.openxmlformats.org/officeDocument/2006/relationships/image" Target="../media/image1588.png"/><Relationship Id="rId96" Type="http://schemas.openxmlformats.org/officeDocument/2006/relationships/image" Target="../media/image1589.png"/><Relationship Id="rId97" Type="http://schemas.openxmlformats.org/officeDocument/2006/relationships/image" Target="../media/image1590.png"/><Relationship Id="rId98" Type="http://schemas.openxmlformats.org/officeDocument/2006/relationships/image" Target="../media/image1591.png"/><Relationship Id="rId99" Type="http://schemas.openxmlformats.org/officeDocument/2006/relationships/image" Target="../media/image1592.png"/><Relationship Id="rId100" Type="http://schemas.openxmlformats.org/officeDocument/2006/relationships/image" Target="../media/image1593.png"/><Relationship Id="rId101" Type="http://schemas.openxmlformats.org/officeDocument/2006/relationships/image" Target="../media/image1594.png"/><Relationship Id="rId102" Type="http://schemas.openxmlformats.org/officeDocument/2006/relationships/image" Target="../media/image1595.png"/><Relationship Id="rId103" Type="http://schemas.openxmlformats.org/officeDocument/2006/relationships/image" Target="../media/image1596.png"/><Relationship Id="rId104" Type="http://schemas.openxmlformats.org/officeDocument/2006/relationships/image" Target="../media/image1597.png"/><Relationship Id="rId105" Type="http://schemas.openxmlformats.org/officeDocument/2006/relationships/image" Target="../media/image1598.png"/><Relationship Id="rId106" Type="http://schemas.openxmlformats.org/officeDocument/2006/relationships/image" Target="../media/image1599.png"/><Relationship Id="rId107" Type="http://schemas.openxmlformats.org/officeDocument/2006/relationships/image" Target="../media/image1600.png"/><Relationship Id="rId108" Type="http://schemas.openxmlformats.org/officeDocument/2006/relationships/image" Target="../media/image1601.png"/><Relationship Id="rId109" Type="http://schemas.openxmlformats.org/officeDocument/2006/relationships/image" Target="../media/image1602.png"/><Relationship Id="rId110" Type="http://schemas.openxmlformats.org/officeDocument/2006/relationships/image" Target="../media/image1603.png"/><Relationship Id="rId111" Type="http://schemas.openxmlformats.org/officeDocument/2006/relationships/image" Target="../media/image1604.png"/><Relationship Id="rId112" Type="http://schemas.openxmlformats.org/officeDocument/2006/relationships/image" Target="../media/image1605.png"/><Relationship Id="rId113" Type="http://schemas.openxmlformats.org/officeDocument/2006/relationships/image" Target="../media/image1606.png"/><Relationship Id="rId114" Type="http://schemas.openxmlformats.org/officeDocument/2006/relationships/image" Target="../media/image1607.png"/><Relationship Id="rId115" Type="http://schemas.openxmlformats.org/officeDocument/2006/relationships/image" Target="../media/image1608.png"/><Relationship Id="rId116" Type="http://schemas.openxmlformats.org/officeDocument/2006/relationships/image" Target="../media/image1609.png"/><Relationship Id="rId117" Type="http://schemas.openxmlformats.org/officeDocument/2006/relationships/image" Target="../media/image1610.png"/><Relationship Id="rId118" Type="http://schemas.openxmlformats.org/officeDocument/2006/relationships/image" Target="../media/image1251.png"/><Relationship Id="rId119" Type="http://schemas.openxmlformats.org/officeDocument/2006/relationships/image" Target="../media/image1611.png"/><Relationship Id="rId120" Type="http://schemas.openxmlformats.org/officeDocument/2006/relationships/image" Target="../media/image1612.png"/><Relationship Id="rId121" Type="http://schemas.openxmlformats.org/officeDocument/2006/relationships/image" Target="../media/image1613.png"/><Relationship Id="rId122" Type="http://schemas.openxmlformats.org/officeDocument/2006/relationships/image" Target="../media/image1614.png"/><Relationship Id="rId123" Type="http://schemas.openxmlformats.org/officeDocument/2006/relationships/image" Target="../media/image1615.png"/><Relationship Id="rId124" Type="http://schemas.openxmlformats.org/officeDocument/2006/relationships/image" Target="../media/image1616.png"/><Relationship Id="rId125" Type="http://schemas.openxmlformats.org/officeDocument/2006/relationships/image" Target="../media/image1617.png"/><Relationship Id="rId126" Type="http://schemas.openxmlformats.org/officeDocument/2006/relationships/image" Target="../media/image1618.png"/><Relationship Id="rId127" Type="http://schemas.openxmlformats.org/officeDocument/2006/relationships/image" Target="../media/image1619.png"/><Relationship Id="rId128" Type="http://schemas.openxmlformats.org/officeDocument/2006/relationships/image" Target="../media/image1620.png"/><Relationship Id="rId129" Type="http://schemas.openxmlformats.org/officeDocument/2006/relationships/image" Target="../media/image1621.png"/><Relationship Id="rId130" Type="http://schemas.openxmlformats.org/officeDocument/2006/relationships/image" Target="../media/image1622.png"/><Relationship Id="rId131" Type="http://schemas.openxmlformats.org/officeDocument/2006/relationships/image" Target="../media/image1623.png"/><Relationship Id="rId132" Type="http://schemas.openxmlformats.org/officeDocument/2006/relationships/image" Target="../media/image1624.png"/><Relationship Id="rId133" Type="http://schemas.openxmlformats.org/officeDocument/2006/relationships/image" Target="../media/image1625.png"/><Relationship Id="rId134" Type="http://schemas.openxmlformats.org/officeDocument/2006/relationships/image" Target="../media/image1626.png"/><Relationship Id="rId135" Type="http://schemas.openxmlformats.org/officeDocument/2006/relationships/image" Target="../media/image1627.png"/><Relationship Id="rId136" Type="http://schemas.openxmlformats.org/officeDocument/2006/relationships/image" Target="../media/image1628.png"/><Relationship Id="rId137" Type="http://schemas.openxmlformats.org/officeDocument/2006/relationships/image" Target="../media/image1629.png"/><Relationship Id="rId138" Type="http://schemas.openxmlformats.org/officeDocument/2006/relationships/image" Target="../media/image1630.png"/><Relationship Id="rId139" Type="http://schemas.openxmlformats.org/officeDocument/2006/relationships/image" Target="../media/image1631.png"/><Relationship Id="rId140" Type="http://schemas.openxmlformats.org/officeDocument/2006/relationships/image" Target="../media/image1632.png"/><Relationship Id="rId141" Type="http://schemas.openxmlformats.org/officeDocument/2006/relationships/image" Target="../media/image1633.png"/><Relationship Id="rId142" Type="http://schemas.openxmlformats.org/officeDocument/2006/relationships/image" Target="../media/image1195.png"/><Relationship Id="rId143" Type="http://schemas.openxmlformats.org/officeDocument/2006/relationships/image" Target="../media/image1634.png"/><Relationship Id="rId144" Type="http://schemas.openxmlformats.org/officeDocument/2006/relationships/image" Target="../media/image1635.png"/><Relationship Id="rId145" Type="http://schemas.openxmlformats.org/officeDocument/2006/relationships/image" Target="../media/image1636.png"/><Relationship Id="rId146" Type="http://schemas.openxmlformats.org/officeDocument/2006/relationships/image" Target="../media/image1637.png"/><Relationship Id="rId147" Type="http://schemas.openxmlformats.org/officeDocument/2006/relationships/image" Target="../media/image1638.png"/><Relationship Id="rId148" Type="http://schemas.openxmlformats.org/officeDocument/2006/relationships/image" Target="../media/image1639.png"/><Relationship Id="rId149" Type="http://schemas.openxmlformats.org/officeDocument/2006/relationships/image" Target="../media/image1640.png"/><Relationship Id="rId150" Type="http://schemas.openxmlformats.org/officeDocument/2006/relationships/image" Target="../media/image1468.png"/><Relationship Id="rId151" Type="http://schemas.openxmlformats.org/officeDocument/2006/relationships/image" Target="../media/image1641.png"/><Relationship Id="rId152" Type="http://schemas.openxmlformats.org/officeDocument/2006/relationships/image" Target="../media/image1642.png"/><Relationship Id="rId153" Type="http://schemas.openxmlformats.org/officeDocument/2006/relationships/image" Target="../media/image1643.png"/><Relationship Id="rId154" Type="http://schemas.openxmlformats.org/officeDocument/2006/relationships/image" Target="../media/image1644.png"/><Relationship Id="rId155" Type="http://schemas.openxmlformats.org/officeDocument/2006/relationships/image" Target="../media/image1645.png"/><Relationship Id="rId156" Type="http://schemas.openxmlformats.org/officeDocument/2006/relationships/image" Target="../media/image1646.png"/><Relationship Id="rId157" Type="http://schemas.openxmlformats.org/officeDocument/2006/relationships/image" Target="../media/image1427.png"/><Relationship Id="rId158" Type="http://schemas.openxmlformats.org/officeDocument/2006/relationships/image" Target="../media/image1647.png"/><Relationship Id="rId159" Type="http://schemas.openxmlformats.org/officeDocument/2006/relationships/image" Target="../media/image1648.png"/><Relationship Id="rId160" Type="http://schemas.openxmlformats.org/officeDocument/2006/relationships/image" Target="../media/image1649.png"/><Relationship Id="rId161" Type="http://schemas.openxmlformats.org/officeDocument/2006/relationships/image" Target="../media/image1650.png"/><Relationship Id="rId162" Type="http://schemas.openxmlformats.org/officeDocument/2006/relationships/image" Target="../media/image1651.png"/><Relationship Id="rId163" Type="http://schemas.openxmlformats.org/officeDocument/2006/relationships/image" Target="../media/image1652.png"/><Relationship Id="rId164" Type="http://schemas.openxmlformats.org/officeDocument/2006/relationships/image" Target="../media/image1653.png"/><Relationship Id="rId165" Type="http://schemas.openxmlformats.org/officeDocument/2006/relationships/image" Target="../media/image1654.png"/><Relationship Id="rId166" Type="http://schemas.openxmlformats.org/officeDocument/2006/relationships/image" Target="../media/image1655.png"/><Relationship Id="rId167" Type="http://schemas.openxmlformats.org/officeDocument/2006/relationships/image" Target="../media/image1656.png"/><Relationship Id="rId168" Type="http://schemas.openxmlformats.org/officeDocument/2006/relationships/image" Target="../media/image1657.png"/><Relationship Id="rId169" Type="http://schemas.openxmlformats.org/officeDocument/2006/relationships/image" Target="../media/image1658.png"/><Relationship Id="rId170" Type="http://schemas.openxmlformats.org/officeDocument/2006/relationships/image" Target="../media/image1659.png"/><Relationship Id="rId171" Type="http://schemas.openxmlformats.org/officeDocument/2006/relationships/image" Target="../media/image1660.png"/><Relationship Id="rId172" Type="http://schemas.openxmlformats.org/officeDocument/2006/relationships/image" Target="../media/image1661.png"/><Relationship Id="rId173" Type="http://schemas.openxmlformats.org/officeDocument/2006/relationships/image" Target="../media/image1662.png"/><Relationship Id="rId174" Type="http://schemas.openxmlformats.org/officeDocument/2006/relationships/image" Target="../media/image1663.png"/><Relationship Id="rId175" Type="http://schemas.openxmlformats.org/officeDocument/2006/relationships/image" Target="../media/image1395.png"/><Relationship Id="rId176" Type="http://schemas.openxmlformats.org/officeDocument/2006/relationships/image" Target="../media/image1664.png"/><Relationship Id="rId177" Type="http://schemas.openxmlformats.org/officeDocument/2006/relationships/image" Target="../media/image1665.png"/><Relationship Id="rId178" Type="http://schemas.openxmlformats.org/officeDocument/2006/relationships/image" Target="../media/image1666.png"/><Relationship Id="rId179" Type="http://schemas.openxmlformats.org/officeDocument/2006/relationships/image" Target="../media/image1667.png"/><Relationship Id="rId180" Type="http://schemas.openxmlformats.org/officeDocument/2006/relationships/image" Target="../media/image1668.png"/><Relationship Id="rId181" Type="http://schemas.openxmlformats.org/officeDocument/2006/relationships/image" Target="../media/image1669.png"/><Relationship Id="rId182" Type="http://schemas.openxmlformats.org/officeDocument/2006/relationships/image" Target="../media/image1670.png"/><Relationship Id="rId183" Type="http://schemas.openxmlformats.org/officeDocument/2006/relationships/image" Target="../media/image1196.png"/><Relationship Id="rId184" Type="http://schemas.openxmlformats.org/officeDocument/2006/relationships/image" Target="../media/image1671.png"/><Relationship Id="rId185" Type="http://schemas.openxmlformats.org/officeDocument/2006/relationships/image" Target="../media/image1126.png"/><Relationship Id="rId186" Type="http://schemas.openxmlformats.org/officeDocument/2006/relationships/image" Target="../media/image1672.png"/><Relationship Id="rId187" Type="http://schemas.openxmlformats.org/officeDocument/2006/relationships/image" Target="../media/image1673.png"/><Relationship Id="rId188" Type="http://schemas.openxmlformats.org/officeDocument/2006/relationships/image" Target="../media/image1674.png"/><Relationship Id="rId189" Type="http://schemas.openxmlformats.org/officeDocument/2006/relationships/image" Target="../media/image1675.png"/><Relationship Id="rId190" Type="http://schemas.openxmlformats.org/officeDocument/2006/relationships/image" Target="../media/image1676.png"/><Relationship Id="rId191" Type="http://schemas.openxmlformats.org/officeDocument/2006/relationships/image" Target="../media/image1677.png"/><Relationship Id="rId192" Type="http://schemas.openxmlformats.org/officeDocument/2006/relationships/image" Target="../media/image1678.png"/><Relationship Id="rId193" Type="http://schemas.openxmlformats.org/officeDocument/2006/relationships/image" Target="../media/image1322.png"/><Relationship Id="rId194" Type="http://schemas.openxmlformats.org/officeDocument/2006/relationships/image" Target="../media/image1679.png"/><Relationship Id="rId195" Type="http://schemas.openxmlformats.org/officeDocument/2006/relationships/image" Target="../media/image1680.png"/><Relationship Id="rId196" Type="http://schemas.openxmlformats.org/officeDocument/2006/relationships/image" Target="../media/image1681.png"/><Relationship Id="rId197" Type="http://schemas.openxmlformats.org/officeDocument/2006/relationships/image" Target="../media/image1682.png"/><Relationship Id="rId198" Type="http://schemas.openxmlformats.org/officeDocument/2006/relationships/image" Target="../media/image1683.png"/><Relationship Id="rId199" Type="http://schemas.openxmlformats.org/officeDocument/2006/relationships/image" Target="../media/image1684.png"/><Relationship Id="rId200" Type="http://schemas.openxmlformats.org/officeDocument/2006/relationships/image" Target="../media/image1685.png"/><Relationship Id="rId201" Type="http://schemas.openxmlformats.org/officeDocument/2006/relationships/image" Target="../media/image1686.png"/><Relationship Id="rId202" Type="http://schemas.openxmlformats.org/officeDocument/2006/relationships/image" Target="../media/image1687.png"/><Relationship Id="rId203" Type="http://schemas.openxmlformats.org/officeDocument/2006/relationships/image" Target="../media/image1688.png"/><Relationship Id="rId204" Type="http://schemas.openxmlformats.org/officeDocument/2006/relationships/image" Target="../media/image1689.png"/><Relationship Id="rId205" Type="http://schemas.openxmlformats.org/officeDocument/2006/relationships/image" Target="../media/image1690.png"/><Relationship Id="rId206" Type="http://schemas.openxmlformats.org/officeDocument/2006/relationships/image" Target="../media/image1691.png"/><Relationship Id="rId207" Type="http://schemas.openxmlformats.org/officeDocument/2006/relationships/image" Target="../media/image1692.png"/><Relationship Id="rId208" Type="http://schemas.openxmlformats.org/officeDocument/2006/relationships/image" Target="../media/image1693.png"/><Relationship Id="rId209" Type="http://schemas.openxmlformats.org/officeDocument/2006/relationships/image" Target="../media/image1694.png"/><Relationship Id="rId210" Type="http://schemas.openxmlformats.org/officeDocument/2006/relationships/image" Target="../media/image1695.png"/><Relationship Id="rId211" Type="http://schemas.openxmlformats.org/officeDocument/2006/relationships/image" Target="../media/image1696.png"/><Relationship Id="rId212" Type="http://schemas.openxmlformats.org/officeDocument/2006/relationships/image" Target="../media/image1697.png"/><Relationship Id="rId213" Type="http://schemas.openxmlformats.org/officeDocument/2006/relationships/image" Target="../media/image1698.png"/><Relationship Id="rId214" Type="http://schemas.openxmlformats.org/officeDocument/2006/relationships/image" Target="../media/image1699.png"/><Relationship Id="rId215" Type="http://schemas.openxmlformats.org/officeDocument/2006/relationships/image" Target="../media/image1700.png"/><Relationship Id="rId216" Type="http://schemas.openxmlformats.org/officeDocument/2006/relationships/image" Target="../media/image1701.png"/><Relationship Id="rId217" Type="http://schemas.openxmlformats.org/officeDocument/2006/relationships/image" Target="../media/image1702.png"/><Relationship Id="rId218" Type="http://schemas.openxmlformats.org/officeDocument/2006/relationships/image" Target="../media/image1703.png"/><Relationship Id="rId219" Type="http://schemas.openxmlformats.org/officeDocument/2006/relationships/image" Target="../media/image1704.png"/><Relationship Id="rId220" Type="http://schemas.openxmlformats.org/officeDocument/2006/relationships/image" Target="../media/image1705.png"/><Relationship Id="rId221" Type="http://schemas.openxmlformats.org/officeDocument/2006/relationships/image" Target="../media/image1706.png"/><Relationship Id="rId222" Type="http://schemas.openxmlformats.org/officeDocument/2006/relationships/image" Target="../media/image1707.png"/><Relationship Id="rId223" Type="http://schemas.openxmlformats.org/officeDocument/2006/relationships/image" Target="../media/image1708.png"/><Relationship Id="rId224" Type="http://schemas.openxmlformats.org/officeDocument/2006/relationships/image" Target="../media/image1709.png"/><Relationship Id="rId225" Type="http://schemas.openxmlformats.org/officeDocument/2006/relationships/image" Target="../media/image1710.png"/><Relationship Id="rId226" Type="http://schemas.openxmlformats.org/officeDocument/2006/relationships/image" Target="../media/image1711.png"/><Relationship Id="rId227" Type="http://schemas.openxmlformats.org/officeDocument/2006/relationships/image" Target="../media/image1712.png"/><Relationship Id="rId228" Type="http://schemas.openxmlformats.org/officeDocument/2006/relationships/image" Target="../media/image1713.png"/><Relationship Id="rId229" Type="http://schemas.openxmlformats.org/officeDocument/2006/relationships/image" Target="../media/image1714.png"/><Relationship Id="rId230" Type="http://schemas.openxmlformats.org/officeDocument/2006/relationships/image" Target="../media/image1715.png"/><Relationship Id="rId231" Type="http://schemas.openxmlformats.org/officeDocument/2006/relationships/image" Target="../media/image1716.png"/><Relationship Id="rId232" Type="http://schemas.openxmlformats.org/officeDocument/2006/relationships/image" Target="../media/image1717.png"/><Relationship Id="rId233" Type="http://schemas.openxmlformats.org/officeDocument/2006/relationships/image" Target="../media/image1718.png"/><Relationship Id="rId234" Type="http://schemas.openxmlformats.org/officeDocument/2006/relationships/image" Target="../media/image1719.png"/><Relationship Id="rId235" Type="http://schemas.openxmlformats.org/officeDocument/2006/relationships/image" Target="../media/image1720.png"/><Relationship Id="rId236" Type="http://schemas.openxmlformats.org/officeDocument/2006/relationships/image" Target="../media/image1721.png"/><Relationship Id="rId237" Type="http://schemas.openxmlformats.org/officeDocument/2006/relationships/image" Target="../media/image1722.png"/><Relationship Id="rId238" Type="http://schemas.openxmlformats.org/officeDocument/2006/relationships/image" Target="../media/image1723.png"/><Relationship Id="rId239" Type="http://schemas.openxmlformats.org/officeDocument/2006/relationships/image" Target="../media/image1724.png"/><Relationship Id="rId240" Type="http://schemas.openxmlformats.org/officeDocument/2006/relationships/image" Target="../media/image1725.png"/><Relationship Id="rId241" Type="http://schemas.openxmlformats.org/officeDocument/2006/relationships/image" Target="../media/image1726.png"/><Relationship Id="rId242" Type="http://schemas.openxmlformats.org/officeDocument/2006/relationships/image" Target="../media/image1727.png"/><Relationship Id="rId243" Type="http://schemas.openxmlformats.org/officeDocument/2006/relationships/image" Target="../media/image1728.png"/><Relationship Id="rId244" Type="http://schemas.openxmlformats.org/officeDocument/2006/relationships/image" Target="../media/image1729.png"/><Relationship Id="rId245" Type="http://schemas.openxmlformats.org/officeDocument/2006/relationships/image" Target="../media/image1730.png"/><Relationship Id="rId246" Type="http://schemas.openxmlformats.org/officeDocument/2006/relationships/image" Target="../media/image1731.png"/><Relationship Id="rId247" Type="http://schemas.openxmlformats.org/officeDocument/2006/relationships/image" Target="../media/image1732.png"/><Relationship Id="rId248" Type="http://schemas.openxmlformats.org/officeDocument/2006/relationships/image" Target="../media/image1733.png"/><Relationship Id="rId249" Type="http://schemas.openxmlformats.org/officeDocument/2006/relationships/image" Target="../media/image1734.png"/><Relationship Id="rId250" Type="http://schemas.openxmlformats.org/officeDocument/2006/relationships/image" Target="../media/image1735.png"/><Relationship Id="rId251" Type="http://schemas.openxmlformats.org/officeDocument/2006/relationships/image" Target="../media/image1271.png"/><Relationship Id="rId252" Type="http://schemas.openxmlformats.org/officeDocument/2006/relationships/image" Target="../media/image1736.png"/><Relationship Id="rId253" Type="http://schemas.openxmlformats.org/officeDocument/2006/relationships/image" Target="../media/image1737.png"/><Relationship Id="rId254" Type="http://schemas.openxmlformats.org/officeDocument/2006/relationships/image" Target="../media/image1738.png"/><Relationship Id="rId255" Type="http://schemas.openxmlformats.org/officeDocument/2006/relationships/image" Target="../media/image1739.png"/><Relationship Id="rId256" Type="http://schemas.openxmlformats.org/officeDocument/2006/relationships/image" Target="../media/image1740.png"/><Relationship Id="rId257" Type="http://schemas.openxmlformats.org/officeDocument/2006/relationships/image" Target="../media/image1741.png"/><Relationship Id="rId258" Type="http://schemas.openxmlformats.org/officeDocument/2006/relationships/image" Target="../media/image1742.png"/><Relationship Id="rId259" Type="http://schemas.openxmlformats.org/officeDocument/2006/relationships/image" Target="../media/image1743.png"/><Relationship Id="rId260" Type="http://schemas.openxmlformats.org/officeDocument/2006/relationships/image" Target="../media/image1744.png"/><Relationship Id="rId261" Type="http://schemas.openxmlformats.org/officeDocument/2006/relationships/image" Target="../media/image1745.png"/><Relationship Id="rId262" Type="http://schemas.openxmlformats.org/officeDocument/2006/relationships/image" Target="../media/image1746.png"/><Relationship Id="rId263" Type="http://schemas.openxmlformats.org/officeDocument/2006/relationships/image" Target="../media/image1747.png"/><Relationship Id="rId264" Type="http://schemas.openxmlformats.org/officeDocument/2006/relationships/image" Target="../media/image1748.png"/><Relationship Id="rId265" Type="http://schemas.openxmlformats.org/officeDocument/2006/relationships/image" Target="../media/image1749.png"/><Relationship Id="rId266" Type="http://schemas.openxmlformats.org/officeDocument/2006/relationships/image" Target="../media/image1750.png"/><Relationship Id="rId267" Type="http://schemas.openxmlformats.org/officeDocument/2006/relationships/image" Target="../media/image1751.png"/><Relationship Id="rId268" Type="http://schemas.openxmlformats.org/officeDocument/2006/relationships/image" Target="../media/image1752.png"/><Relationship Id="rId269" Type="http://schemas.openxmlformats.org/officeDocument/2006/relationships/image" Target="../media/image1753.png"/><Relationship Id="rId270" Type="http://schemas.openxmlformats.org/officeDocument/2006/relationships/image" Target="../media/image1754.png"/><Relationship Id="rId271" Type="http://schemas.openxmlformats.org/officeDocument/2006/relationships/image" Target="../media/image1755.png"/><Relationship Id="rId272" Type="http://schemas.openxmlformats.org/officeDocument/2006/relationships/image" Target="../media/image1756.png"/><Relationship Id="rId273" Type="http://schemas.openxmlformats.org/officeDocument/2006/relationships/image" Target="../media/image1757.png"/><Relationship Id="rId274" Type="http://schemas.openxmlformats.org/officeDocument/2006/relationships/image" Target="../media/image1758.png"/><Relationship Id="rId275" Type="http://schemas.openxmlformats.org/officeDocument/2006/relationships/image" Target="../media/image1759.png"/><Relationship Id="rId276" Type="http://schemas.openxmlformats.org/officeDocument/2006/relationships/image" Target="../media/image1760.png"/><Relationship Id="rId277" Type="http://schemas.openxmlformats.org/officeDocument/2006/relationships/image" Target="../media/image1761.png"/><Relationship Id="rId278" Type="http://schemas.openxmlformats.org/officeDocument/2006/relationships/image" Target="../media/image1762.png"/><Relationship Id="rId279" Type="http://schemas.openxmlformats.org/officeDocument/2006/relationships/image" Target="../media/image1763.png"/><Relationship Id="rId280" Type="http://schemas.openxmlformats.org/officeDocument/2006/relationships/image" Target="../media/image1764.png"/><Relationship Id="rId281" Type="http://schemas.openxmlformats.org/officeDocument/2006/relationships/image" Target="../media/image1765.png"/><Relationship Id="rId282" Type="http://schemas.openxmlformats.org/officeDocument/2006/relationships/image" Target="../media/image1766.png"/><Relationship Id="rId283" Type="http://schemas.openxmlformats.org/officeDocument/2006/relationships/image" Target="../media/image1767.png"/><Relationship Id="rId284" Type="http://schemas.openxmlformats.org/officeDocument/2006/relationships/image" Target="../media/image1768.png"/><Relationship Id="rId285" Type="http://schemas.openxmlformats.org/officeDocument/2006/relationships/image" Target="../media/image1769.png"/><Relationship Id="rId286" Type="http://schemas.openxmlformats.org/officeDocument/2006/relationships/image" Target="../media/image1770.png"/><Relationship Id="rId287" Type="http://schemas.openxmlformats.org/officeDocument/2006/relationships/image" Target="../media/image1771.png"/><Relationship Id="rId288" Type="http://schemas.openxmlformats.org/officeDocument/2006/relationships/image" Target="../media/image1772.png"/><Relationship Id="rId289" Type="http://schemas.openxmlformats.org/officeDocument/2006/relationships/image" Target="../media/image1773.png"/><Relationship Id="rId290" Type="http://schemas.openxmlformats.org/officeDocument/2006/relationships/image" Target="../media/image1774.png"/><Relationship Id="rId291" Type="http://schemas.openxmlformats.org/officeDocument/2006/relationships/image" Target="../media/image1775.png"/><Relationship Id="rId292" Type="http://schemas.openxmlformats.org/officeDocument/2006/relationships/image" Target="../media/image1776.png"/><Relationship Id="rId293" Type="http://schemas.openxmlformats.org/officeDocument/2006/relationships/image" Target="../media/image1777.png"/><Relationship Id="rId294" Type="http://schemas.openxmlformats.org/officeDocument/2006/relationships/image" Target="../media/image1778.png"/><Relationship Id="rId295" Type="http://schemas.openxmlformats.org/officeDocument/2006/relationships/image" Target="../media/image1779.png"/><Relationship Id="rId296" Type="http://schemas.openxmlformats.org/officeDocument/2006/relationships/image" Target="../media/image1780.png"/><Relationship Id="rId297" Type="http://schemas.openxmlformats.org/officeDocument/2006/relationships/image" Target="../media/image1781.png"/><Relationship Id="rId298" Type="http://schemas.openxmlformats.org/officeDocument/2006/relationships/image" Target="../media/image1782.png"/><Relationship Id="rId299" Type="http://schemas.openxmlformats.org/officeDocument/2006/relationships/image" Target="../media/image1783.png"/><Relationship Id="rId300" Type="http://schemas.openxmlformats.org/officeDocument/2006/relationships/image" Target="../media/image1784.png"/><Relationship Id="rId301" Type="http://schemas.openxmlformats.org/officeDocument/2006/relationships/image" Target="../media/image1785.png"/><Relationship Id="rId302" Type="http://schemas.openxmlformats.org/officeDocument/2006/relationships/image" Target="../media/image1786.png"/><Relationship Id="rId303" Type="http://schemas.openxmlformats.org/officeDocument/2006/relationships/image" Target="../media/image1787.png"/><Relationship Id="rId304" Type="http://schemas.openxmlformats.org/officeDocument/2006/relationships/image" Target="../media/image1788.png"/><Relationship Id="rId305" Type="http://schemas.openxmlformats.org/officeDocument/2006/relationships/image" Target="../media/image1789.png"/><Relationship Id="rId306" Type="http://schemas.openxmlformats.org/officeDocument/2006/relationships/image" Target="../media/image1790.png"/><Relationship Id="rId307" Type="http://schemas.openxmlformats.org/officeDocument/2006/relationships/image" Target="../media/image1791.png"/><Relationship Id="rId308" Type="http://schemas.openxmlformats.org/officeDocument/2006/relationships/image" Target="../media/image1792.png"/><Relationship Id="rId309" Type="http://schemas.openxmlformats.org/officeDocument/2006/relationships/image" Target="../media/image1793.png"/><Relationship Id="rId310" Type="http://schemas.openxmlformats.org/officeDocument/2006/relationships/image" Target="../media/image1794.png"/><Relationship Id="rId311" Type="http://schemas.openxmlformats.org/officeDocument/2006/relationships/image" Target="../media/image1795.png"/><Relationship Id="rId312" Type="http://schemas.openxmlformats.org/officeDocument/2006/relationships/image" Target="../media/image1796.png"/><Relationship Id="rId313" Type="http://schemas.openxmlformats.org/officeDocument/2006/relationships/image" Target="../media/image1797.png"/><Relationship Id="rId314" Type="http://schemas.openxmlformats.org/officeDocument/2006/relationships/image" Target="../media/image1798.png"/><Relationship Id="rId315" Type="http://schemas.openxmlformats.org/officeDocument/2006/relationships/image" Target="../media/image1284.png"/><Relationship Id="rId316" Type="http://schemas.openxmlformats.org/officeDocument/2006/relationships/image" Target="../media/image1285.png"/><Relationship Id="rId317" Type="http://schemas.openxmlformats.org/officeDocument/2006/relationships/image" Target="../media/image1799.png"/><Relationship Id="rId318" Type="http://schemas.openxmlformats.org/officeDocument/2006/relationships/image" Target="../media/image1800.png"/><Relationship Id="rId319" Type="http://schemas.openxmlformats.org/officeDocument/2006/relationships/image" Target="../media/image1801.png"/><Relationship Id="rId320" Type="http://schemas.openxmlformats.org/officeDocument/2006/relationships/image" Target="../media/image1802.png"/><Relationship Id="rId321" Type="http://schemas.openxmlformats.org/officeDocument/2006/relationships/image" Target="../media/image1803.png"/><Relationship Id="rId322" Type="http://schemas.openxmlformats.org/officeDocument/2006/relationships/image" Target="../media/image1804.png"/><Relationship Id="rId323" Type="http://schemas.openxmlformats.org/officeDocument/2006/relationships/image" Target="../media/image1805.png"/><Relationship Id="rId324" Type="http://schemas.openxmlformats.org/officeDocument/2006/relationships/image" Target="../media/image1806.png"/><Relationship Id="rId325" Type="http://schemas.openxmlformats.org/officeDocument/2006/relationships/image" Target="../media/image1807.png"/><Relationship Id="rId326" Type="http://schemas.openxmlformats.org/officeDocument/2006/relationships/image" Target="../media/image1808.png"/><Relationship Id="rId327" Type="http://schemas.openxmlformats.org/officeDocument/2006/relationships/image" Target="../media/image1809.png"/><Relationship Id="rId328" Type="http://schemas.openxmlformats.org/officeDocument/2006/relationships/image" Target="../media/image1810.png"/><Relationship Id="rId329" Type="http://schemas.openxmlformats.org/officeDocument/2006/relationships/image" Target="../media/image1811.png"/><Relationship Id="rId330" Type="http://schemas.openxmlformats.org/officeDocument/2006/relationships/image" Target="../media/image1812.png"/><Relationship Id="rId331" Type="http://schemas.openxmlformats.org/officeDocument/2006/relationships/image" Target="../media/image1813.png"/><Relationship Id="rId332" Type="http://schemas.openxmlformats.org/officeDocument/2006/relationships/image" Target="../media/image1814.png"/><Relationship Id="rId333" Type="http://schemas.openxmlformats.org/officeDocument/2006/relationships/image" Target="../media/image1815.png"/><Relationship Id="rId334" Type="http://schemas.openxmlformats.org/officeDocument/2006/relationships/image" Target="../media/image1816.png"/><Relationship Id="rId335" Type="http://schemas.openxmlformats.org/officeDocument/2006/relationships/image" Target="../media/image1817.png"/><Relationship Id="rId336" Type="http://schemas.openxmlformats.org/officeDocument/2006/relationships/image" Target="../media/image1267.png"/><Relationship Id="rId337" Type="http://schemas.openxmlformats.org/officeDocument/2006/relationships/image" Target="../media/image1818.png"/><Relationship Id="rId338" Type="http://schemas.openxmlformats.org/officeDocument/2006/relationships/image" Target="../media/image1819.png"/><Relationship Id="rId339" Type="http://schemas.openxmlformats.org/officeDocument/2006/relationships/image" Target="../media/image1820.png"/><Relationship Id="rId340" Type="http://schemas.openxmlformats.org/officeDocument/2006/relationships/image" Target="../media/image1821.png"/><Relationship Id="rId341" Type="http://schemas.openxmlformats.org/officeDocument/2006/relationships/image" Target="../media/image1822.png"/><Relationship Id="rId342" Type="http://schemas.openxmlformats.org/officeDocument/2006/relationships/image" Target="../media/image1823.png"/><Relationship Id="rId343" Type="http://schemas.openxmlformats.org/officeDocument/2006/relationships/image" Target="../media/image1824.png"/><Relationship Id="rId344" Type="http://schemas.openxmlformats.org/officeDocument/2006/relationships/image" Target="../media/image1825.png"/><Relationship Id="rId345" Type="http://schemas.openxmlformats.org/officeDocument/2006/relationships/image" Target="../media/image1826.png"/><Relationship Id="rId346" Type="http://schemas.openxmlformats.org/officeDocument/2006/relationships/image" Target="../media/image1827.png"/><Relationship Id="rId347" Type="http://schemas.openxmlformats.org/officeDocument/2006/relationships/image" Target="../media/image1828.png"/><Relationship Id="rId348" Type="http://schemas.openxmlformats.org/officeDocument/2006/relationships/image" Target="../media/image1829.png"/><Relationship Id="rId349" Type="http://schemas.openxmlformats.org/officeDocument/2006/relationships/image" Target="../media/image1830.png"/><Relationship Id="rId350" Type="http://schemas.openxmlformats.org/officeDocument/2006/relationships/image" Target="../media/image1831.png"/><Relationship Id="rId351" Type="http://schemas.openxmlformats.org/officeDocument/2006/relationships/image" Target="../media/image1832.png"/><Relationship Id="rId352" Type="http://schemas.openxmlformats.org/officeDocument/2006/relationships/image" Target="../media/image1833.png"/><Relationship Id="rId353" Type="http://schemas.openxmlformats.org/officeDocument/2006/relationships/image" Target="../media/image1834.png"/><Relationship Id="rId354" Type="http://schemas.openxmlformats.org/officeDocument/2006/relationships/image" Target="../media/image1835.png"/><Relationship Id="rId355" Type="http://schemas.openxmlformats.org/officeDocument/2006/relationships/image" Target="../media/image1836.png"/><Relationship Id="rId356" Type="http://schemas.openxmlformats.org/officeDocument/2006/relationships/image" Target="../media/image1837.png"/><Relationship Id="rId357" Type="http://schemas.openxmlformats.org/officeDocument/2006/relationships/image" Target="../media/image1838.png"/><Relationship Id="rId358" Type="http://schemas.openxmlformats.org/officeDocument/2006/relationships/image" Target="../media/image1839.png"/><Relationship Id="rId359" Type="http://schemas.openxmlformats.org/officeDocument/2006/relationships/image" Target="../media/image1840.png"/><Relationship Id="rId360" Type="http://schemas.openxmlformats.org/officeDocument/2006/relationships/image" Target="../media/image1841.png"/><Relationship Id="rId361" Type="http://schemas.openxmlformats.org/officeDocument/2006/relationships/image" Target="../media/image1842.png"/><Relationship Id="rId362" Type="http://schemas.openxmlformats.org/officeDocument/2006/relationships/image" Target="../media/image1843.png"/><Relationship Id="rId363" Type="http://schemas.openxmlformats.org/officeDocument/2006/relationships/image" Target="../media/image1844.png"/><Relationship Id="rId364" Type="http://schemas.openxmlformats.org/officeDocument/2006/relationships/image" Target="../media/image1845.png"/><Relationship Id="rId365" Type="http://schemas.openxmlformats.org/officeDocument/2006/relationships/image" Target="../media/image1846.png"/><Relationship Id="rId366" Type="http://schemas.openxmlformats.org/officeDocument/2006/relationships/image" Target="../media/image1847.png"/><Relationship Id="rId367" Type="http://schemas.openxmlformats.org/officeDocument/2006/relationships/image" Target="../media/image1848.png"/><Relationship Id="rId368" Type="http://schemas.openxmlformats.org/officeDocument/2006/relationships/image" Target="../media/image1849.png"/><Relationship Id="rId369" Type="http://schemas.openxmlformats.org/officeDocument/2006/relationships/image" Target="../media/image1850.png"/><Relationship Id="rId370" Type="http://schemas.openxmlformats.org/officeDocument/2006/relationships/image" Target="../media/image1851.png"/><Relationship Id="rId371" Type="http://schemas.openxmlformats.org/officeDocument/2006/relationships/image" Target="../media/image1852.png"/><Relationship Id="rId372" Type="http://schemas.openxmlformats.org/officeDocument/2006/relationships/image" Target="../media/image1853.png"/><Relationship Id="rId373" Type="http://schemas.openxmlformats.org/officeDocument/2006/relationships/image" Target="../media/image1149.png"/><Relationship Id="rId374" Type="http://schemas.openxmlformats.org/officeDocument/2006/relationships/image" Target="../media/image1162.png"/><Relationship Id="rId375" Type="http://schemas.openxmlformats.org/officeDocument/2006/relationships/image" Target="../media/image1854.png"/><Relationship Id="rId376" Type="http://schemas.openxmlformats.org/officeDocument/2006/relationships/image" Target="../media/image1855.png"/><Relationship Id="rId377" Type="http://schemas.openxmlformats.org/officeDocument/2006/relationships/image" Target="../media/image1856.png"/><Relationship Id="rId378" Type="http://schemas.openxmlformats.org/officeDocument/2006/relationships/image" Target="../media/image185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1858.png"/><Relationship Id="rId4" Type="http://schemas.openxmlformats.org/officeDocument/2006/relationships/image" Target="../media/image679.png"/><Relationship Id="rId5" Type="http://schemas.openxmlformats.org/officeDocument/2006/relationships/image" Target="../media/image6.png"/><Relationship Id="rId6" Type="http://schemas.openxmlformats.org/officeDocument/2006/relationships/image" Target="../media/image1859.png"/><Relationship Id="rId7" Type="http://schemas.openxmlformats.org/officeDocument/2006/relationships/image" Target="../media/image1860.png"/><Relationship Id="rId8" Type="http://schemas.openxmlformats.org/officeDocument/2006/relationships/image" Target="../media/image1861.png"/><Relationship Id="rId9" Type="http://schemas.openxmlformats.org/officeDocument/2006/relationships/image" Target="../media/image1862.png"/><Relationship Id="rId10" Type="http://schemas.openxmlformats.org/officeDocument/2006/relationships/image" Target="../media/image1863.png"/><Relationship Id="rId11" Type="http://schemas.openxmlformats.org/officeDocument/2006/relationships/image" Target="../media/image1864.png"/><Relationship Id="rId12" Type="http://schemas.openxmlformats.org/officeDocument/2006/relationships/image" Target="../media/image1865.png"/><Relationship Id="rId13" Type="http://schemas.openxmlformats.org/officeDocument/2006/relationships/image" Target="../media/image1866.png"/><Relationship Id="rId14" Type="http://schemas.openxmlformats.org/officeDocument/2006/relationships/image" Target="../media/image1867.png"/><Relationship Id="rId15" Type="http://schemas.openxmlformats.org/officeDocument/2006/relationships/image" Target="../media/image1868.png"/><Relationship Id="rId16" Type="http://schemas.openxmlformats.org/officeDocument/2006/relationships/image" Target="../media/image1869.png"/><Relationship Id="rId17" Type="http://schemas.openxmlformats.org/officeDocument/2006/relationships/image" Target="../media/image1870.png"/><Relationship Id="rId18" Type="http://schemas.openxmlformats.org/officeDocument/2006/relationships/image" Target="../media/image1871.png"/><Relationship Id="rId19" Type="http://schemas.openxmlformats.org/officeDocument/2006/relationships/image" Target="../media/image1515.png"/><Relationship Id="rId20" Type="http://schemas.openxmlformats.org/officeDocument/2006/relationships/image" Target="../media/image1844.png"/><Relationship Id="rId21" Type="http://schemas.openxmlformats.org/officeDocument/2006/relationships/image" Target="../media/image1705.png"/><Relationship Id="rId22" Type="http://schemas.openxmlformats.org/officeDocument/2006/relationships/image" Target="../media/image1872.png"/><Relationship Id="rId23" Type="http://schemas.openxmlformats.org/officeDocument/2006/relationships/image" Target="../media/image1873.png"/><Relationship Id="rId24" Type="http://schemas.openxmlformats.org/officeDocument/2006/relationships/image" Target="../media/image1874.png"/><Relationship Id="rId25" Type="http://schemas.openxmlformats.org/officeDocument/2006/relationships/image" Target="../media/image1875.png"/><Relationship Id="rId26" Type="http://schemas.openxmlformats.org/officeDocument/2006/relationships/image" Target="../media/image1876.png"/><Relationship Id="rId27" Type="http://schemas.openxmlformats.org/officeDocument/2006/relationships/image" Target="../media/image1877.png"/><Relationship Id="rId28" Type="http://schemas.openxmlformats.org/officeDocument/2006/relationships/image" Target="../media/image1878.png"/><Relationship Id="rId29" Type="http://schemas.openxmlformats.org/officeDocument/2006/relationships/image" Target="../media/image1879.png"/><Relationship Id="rId30" Type="http://schemas.openxmlformats.org/officeDocument/2006/relationships/image" Target="../media/image1880.png"/><Relationship Id="rId31" Type="http://schemas.openxmlformats.org/officeDocument/2006/relationships/image" Target="../media/image1881.png"/><Relationship Id="rId32" Type="http://schemas.openxmlformats.org/officeDocument/2006/relationships/image" Target="../media/image1882.png"/><Relationship Id="rId33" Type="http://schemas.openxmlformats.org/officeDocument/2006/relationships/image" Target="../media/image1883.png"/><Relationship Id="rId34" Type="http://schemas.openxmlformats.org/officeDocument/2006/relationships/image" Target="../media/image1884.png"/><Relationship Id="rId35" Type="http://schemas.openxmlformats.org/officeDocument/2006/relationships/image" Target="../media/image1642.png"/><Relationship Id="rId36" Type="http://schemas.openxmlformats.org/officeDocument/2006/relationships/image" Target="../media/image1885.png"/><Relationship Id="rId37" Type="http://schemas.openxmlformats.org/officeDocument/2006/relationships/image" Target="../media/image1265.png"/><Relationship Id="rId38" Type="http://schemas.openxmlformats.org/officeDocument/2006/relationships/image" Target="../media/image1886.png"/><Relationship Id="rId39" Type="http://schemas.openxmlformats.org/officeDocument/2006/relationships/image" Target="../media/image1887.png"/><Relationship Id="rId40" Type="http://schemas.openxmlformats.org/officeDocument/2006/relationships/image" Target="../media/image1888.png"/><Relationship Id="rId41" Type="http://schemas.openxmlformats.org/officeDocument/2006/relationships/image" Target="../media/image1732.png"/><Relationship Id="rId42" Type="http://schemas.openxmlformats.org/officeDocument/2006/relationships/image" Target="../media/image1733.png"/><Relationship Id="rId43" Type="http://schemas.openxmlformats.org/officeDocument/2006/relationships/image" Target="../media/image1889.png"/><Relationship Id="rId44" Type="http://schemas.openxmlformats.org/officeDocument/2006/relationships/image" Target="../media/image1890.png"/><Relationship Id="rId45" Type="http://schemas.openxmlformats.org/officeDocument/2006/relationships/image" Target="../media/image1891.png"/><Relationship Id="rId46" Type="http://schemas.openxmlformats.org/officeDocument/2006/relationships/image" Target="../media/image1892.png"/><Relationship Id="rId47" Type="http://schemas.openxmlformats.org/officeDocument/2006/relationships/image" Target="../media/image1893.png"/><Relationship Id="rId48" Type="http://schemas.openxmlformats.org/officeDocument/2006/relationships/image" Target="../media/image1812.png"/><Relationship Id="rId49" Type="http://schemas.openxmlformats.org/officeDocument/2006/relationships/image" Target="../media/image1894.png"/><Relationship Id="rId50" Type="http://schemas.openxmlformats.org/officeDocument/2006/relationships/image" Target="../media/image1895.png"/><Relationship Id="rId51" Type="http://schemas.openxmlformats.org/officeDocument/2006/relationships/image" Target="../media/image1896.png"/><Relationship Id="rId52" Type="http://schemas.openxmlformats.org/officeDocument/2006/relationships/image" Target="../media/image1897.png"/><Relationship Id="rId53" Type="http://schemas.openxmlformats.org/officeDocument/2006/relationships/image" Target="../media/image1898.png"/><Relationship Id="rId54" Type="http://schemas.openxmlformats.org/officeDocument/2006/relationships/image" Target="../media/image1899.png"/><Relationship Id="rId55" Type="http://schemas.openxmlformats.org/officeDocument/2006/relationships/image" Target="../media/image1900.png"/><Relationship Id="rId56" Type="http://schemas.openxmlformats.org/officeDocument/2006/relationships/image" Target="../media/image1901.png"/><Relationship Id="rId57" Type="http://schemas.openxmlformats.org/officeDocument/2006/relationships/image" Target="../media/image1902.png"/><Relationship Id="rId58" Type="http://schemas.openxmlformats.org/officeDocument/2006/relationships/image" Target="../media/image1903.png"/><Relationship Id="rId59" Type="http://schemas.openxmlformats.org/officeDocument/2006/relationships/image" Target="../media/image1904.png"/><Relationship Id="rId60" Type="http://schemas.openxmlformats.org/officeDocument/2006/relationships/image" Target="../media/image1905.png"/><Relationship Id="rId61" Type="http://schemas.openxmlformats.org/officeDocument/2006/relationships/image" Target="../media/image1906.png"/><Relationship Id="rId62" Type="http://schemas.openxmlformats.org/officeDocument/2006/relationships/image" Target="../media/image1907.png"/><Relationship Id="rId63" Type="http://schemas.openxmlformats.org/officeDocument/2006/relationships/image" Target="../media/image1665.png"/><Relationship Id="rId64" Type="http://schemas.openxmlformats.org/officeDocument/2006/relationships/image" Target="../media/image1908.png"/><Relationship Id="rId65" Type="http://schemas.openxmlformats.org/officeDocument/2006/relationships/image" Target="../media/image1909.png"/><Relationship Id="rId66" Type="http://schemas.openxmlformats.org/officeDocument/2006/relationships/image" Target="../media/image1910.png"/><Relationship Id="rId67" Type="http://schemas.openxmlformats.org/officeDocument/2006/relationships/image" Target="../media/image1911.png"/><Relationship Id="rId68" Type="http://schemas.openxmlformats.org/officeDocument/2006/relationships/image" Target="../media/image1912.png"/><Relationship Id="rId69" Type="http://schemas.openxmlformats.org/officeDocument/2006/relationships/image" Target="../media/image1913.png"/><Relationship Id="rId70" Type="http://schemas.openxmlformats.org/officeDocument/2006/relationships/image" Target="../media/image1914.png"/><Relationship Id="rId71" Type="http://schemas.openxmlformats.org/officeDocument/2006/relationships/image" Target="../media/image1915.png"/><Relationship Id="rId72" Type="http://schemas.openxmlformats.org/officeDocument/2006/relationships/image" Target="../media/image1916.png"/><Relationship Id="rId73" Type="http://schemas.openxmlformats.org/officeDocument/2006/relationships/image" Target="../media/image1917.png"/><Relationship Id="rId74" Type="http://schemas.openxmlformats.org/officeDocument/2006/relationships/image" Target="../media/image1918.png"/><Relationship Id="rId75" Type="http://schemas.openxmlformats.org/officeDocument/2006/relationships/image" Target="../media/image1919.png"/><Relationship Id="rId76" Type="http://schemas.openxmlformats.org/officeDocument/2006/relationships/image" Target="../media/image1920.png"/><Relationship Id="rId77" Type="http://schemas.openxmlformats.org/officeDocument/2006/relationships/image" Target="../media/image1921.png"/><Relationship Id="rId78" Type="http://schemas.openxmlformats.org/officeDocument/2006/relationships/image" Target="../media/image1922.png"/><Relationship Id="rId79" Type="http://schemas.openxmlformats.org/officeDocument/2006/relationships/image" Target="../media/image1923.png"/><Relationship Id="rId80" Type="http://schemas.openxmlformats.org/officeDocument/2006/relationships/image" Target="../media/image1924.png"/><Relationship Id="rId81" Type="http://schemas.openxmlformats.org/officeDocument/2006/relationships/image" Target="../media/image1925.png"/><Relationship Id="rId82" Type="http://schemas.openxmlformats.org/officeDocument/2006/relationships/image" Target="../media/image1926.png"/><Relationship Id="rId83" Type="http://schemas.openxmlformats.org/officeDocument/2006/relationships/image" Target="../media/image1927.png"/><Relationship Id="rId84" Type="http://schemas.openxmlformats.org/officeDocument/2006/relationships/image" Target="../media/image1928.png"/><Relationship Id="rId85" Type="http://schemas.openxmlformats.org/officeDocument/2006/relationships/image" Target="../media/image1929.png"/><Relationship Id="rId86" Type="http://schemas.openxmlformats.org/officeDocument/2006/relationships/image" Target="../media/image1806.png"/><Relationship Id="rId87" Type="http://schemas.openxmlformats.org/officeDocument/2006/relationships/image" Target="../media/image1930.png"/><Relationship Id="rId88" Type="http://schemas.openxmlformats.org/officeDocument/2006/relationships/image" Target="../media/image1931.png"/><Relationship Id="rId89" Type="http://schemas.openxmlformats.org/officeDocument/2006/relationships/image" Target="../media/image1932.png"/><Relationship Id="rId90" Type="http://schemas.openxmlformats.org/officeDocument/2006/relationships/image" Target="../media/image1933.png"/><Relationship Id="rId91" Type="http://schemas.openxmlformats.org/officeDocument/2006/relationships/image" Target="../media/image1934.png"/><Relationship Id="rId92" Type="http://schemas.openxmlformats.org/officeDocument/2006/relationships/image" Target="../media/image1935.png"/><Relationship Id="rId93" Type="http://schemas.openxmlformats.org/officeDocument/2006/relationships/image" Target="../media/image1936.png"/><Relationship Id="rId94" Type="http://schemas.openxmlformats.org/officeDocument/2006/relationships/image" Target="../media/image1937.png"/><Relationship Id="rId95" Type="http://schemas.openxmlformats.org/officeDocument/2006/relationships/image" Target="../media/image1938.png"/><Relationship Id="rId96" Type="http://schemas.openxmlformats.org/officeDocument/2006/relationships/image" Target="../media/image1939.png"/><Relationship Id="rId97" Type="http://schemas.openxmlformats.org/officeDocument/2006/relationships/image" Target="../media/image1441.png"/><Relationship Id="rId98" Type="http://schemas.openxmlformats.org/officeDocument/2006/relationships/image" Target="../media/image1940.png"/><Relationship Id="rId99" Type="http://schemas.openxmlformats.org/officeDocument/2006/relationships/image" Target="../media/image1941.png"/><Relationship Id="rId100" Type="http://schemas.openxmlformats.org/officeDocument/2006/relationships/image" Target="../media/image1942.png"/><Relationship Id="rId101" Type="http://schemas.openxmlformats.org/officeDocument/2006/relationships/image" Target="../media/image1943.png"/><Relationship Id="rId102" Type="http://schemas.openxmlformats.org/officeDocument/2006/relationships/image" Target="../media/image1944.png"/><Relationship Id="rId103" Type="http://schemas.openxmlformats.org/officeDocument/2006/relationships/image" Target="../media/image1945.png"/><Relationship Id="rId104" Type="http://schemas.openxmlformats.org/officeDocument/2006/relationships/image" Target="../media/image1946.png"/><Relationship Id="rId105" Type="http://schemas.openxmlformats.org/officeDocument/2006/relationships/image" Target="../media/image1947.png"/><Relationship Id="rId106" Type="http://schemas.openxmlformats.org/officeDocument/2006/relationships/image" Target="../media/image1948.png"/><Relationship Id="rId107" Type="http://schemas.openxmlformats.org/officeDocument/2006/relationships/image" Target="../media/image1949.png"/><Relationship Id="rId108" Type="http://schemas.openxmlformats.org/officeDocument/2006/relationships/image" Target="../media/image1950.png"/><Relationship Id="rId109" Type="http://schemas.openxmlformats.org/officeDocument/2006/relationships/image" Target="../media/image1951.png"/><Relationship Id="rId110" Type="http://schemas.openxmlformats.org/officeDocument/2006/relationships/image" Target="../media/image1140.png"/><Relationship Id="rId111" Type="http://schemas.openxmlformats.org/officeDocument/2006/relationships/image" Target="../media/image1952.png"/><Relationship Id="rId112" Type="http://schemas.openxmlformats.org/officeDocument/2006/relationships/image" Target="../media/image1462.png"/><Relationship Id="rId113" Type="http://schemas.openxmlformats.org/officeDocument/2006/relationships/image" Target="../media/image1953.png"/><Relationship Id="rId114" Type="http://schemas.openxmlformats.org/officeDocument/2006/relationships/image" Target="../media/image1954.png"/><Relationship Id="rId115" Type="http://schemas.openxmlformats.org/officeDocument/2006/relationships/image" Target="../media/image1955.png"/><Relationship Id="rId116" Type="http://schemas.openxmlformats.org/officeDocument/2006/relationships/image" Target="../media/image1956.png"/><Relationship Id="rId117" Type="http://schemas.openxmlformats.org/officeDocument/2006/relationships/image" Target="../media/image1957.png"/><Relationship Id="rId118" Type="http://schemas.openxmlformats.org/officeDocument/2006/relationships/image" Target="../media/image1958.png"/><Relationship Id="rId119" Type="http://schemas.openxmlformats.org/officeDocument/2006/relationships/image" Target="../media/image1793.png"/><Relationship Id="rId120" Type="http://schemas.openxmlformats.org/officeDocument/2006/relationships/image" Target="../media/image1959.png"/><Relationship Id="rId121" Type="http://schemas.openxmlformats.org/officeDocument/2006/relationships/image" Target="../media/image1738.png"/><Relationship Id="rId122" Type="http://schemas.openxmlformats.org/officeDocument/2006/relationships/image" Target="../media/image1960.png"/><Relationship Id="rId123" Type="http://schemas.openxmlformats.org/officeDocument/2006/relationships/image" Target="../media/image1961.png"/><Relationship Id="rId124" Type="http://schemas.openxmlformats.org/officeDocument/2006/relationships/image" Target="../media/image1962.png"/><Relationship Id="rId125" Type="http://schemas.openxmlformats.org/officeDocument/2006/relationships/image" Target="../media/image1626.png"/><Relationship Id="rId126" Type="http://schemas.openxmlformats.org/officeDocument/2006/relationships/image" Target="../media/image1963.png"/><Relationship Id="rId127" Type="http://schemas.openxmlformats.org/officeDocument/2006/relationships/image" Target="../media/image1964.png"/><Relationship Id="rId128" Type="http://schemas.openxmlformats.org/officeDocument/2006/relationships/image" Target="../media/image1965.png"/><Relationship Id="rId129" Type="http://schemas.openxmlformats.org/officeDocument/2006/relationships/image" Target="../media/image1966.png"/><Relationship Id="rId130" Type="http://schemas.openxmlformats.org/officeDocument/2006/relationships/image" Target="../media/image1967.png"/><Relationship Id="rId131" Type="http://schemas.openxmlformats.org/officeDocument/2006/relationships/image" Target="../media/image1968.png"/><Relationship Id="rId132" Type="http://schemas.openxmlformats.org/officeDocument/2006/relationships/image" Target="../media/image1969.png"/><Relationship Id="rId133" Type="http://schemas.openxmlformats.org/officeDocument/2006/relationships/image" Target="../media/image1970.png"/><Relationship Id="rId134" Type="http://schemas.openxmlformats.org/officeDocument/2006/relationships/image" Target="../media/image1971.png"/><Relationship Id="rId135" Type="http://schemas.openxmlformats.org/officeDocument/2006/relationships/image" Target="../media/image1972.png"/><Relationship Id="rId136" Type="http://schemas.openxmlformats.org/officeDocument/2006/relationships/image" Target="../media/image1973.png"/><Relationship Id="rId137" Type="http://schemas.openxmlformats.org/officeDocument/2006/relationships/image" Target="../media/image1974.png"/><Relationship Id="rId138" Type="http://schemas.openxmlformats.org/officeDocument/2006/relationships/image" Target="../media/image1975.png"/><Relationship Id="rId139" Type="http://schemas.openxmlformats.org/officeDocument/2006/relationships/image" Target="../media/image1976.png"/><Relationship Id="rId140" Type="http://schemas.openxmlformats.org/officeDocument/2006/relationships/image" Target="../media/image1769.png"/><Relationship Id="rId141" Type="http://schemas.openxmlformats.org/officeDocument/2006/relationships/image" Target="../media/image1977.png"/><Relationship Id="rId142" Type="http://schemas.openxmlformats.org/officeDocument/2006/relationships/image" Target="../media/image1978.png"/><Relationship Id="rId143" Type="http://schemas.openxmlformats.org/officeDocument/2006/relationships/image" Target="../media/image1979.png"/><Relationship Id="rId144" Type="http://schemas.openxmlformats.org/officeDocument/2006/relationships/image" Target="../media/image1980.png"/><Relationship Id="rId145" Type="http://schemas.openxmlformats.org/officeDocument/2006/relationships/image" Target="../media/image1981.png"/><Relationship Id="rId146" Type="http://schemas.openxmlformats.org/officeDocument/2006/relationships/image" Target="../media/image1982.png"/><Relationship Id="rId147" Type="http://schemas.openxmlformats.org/officeDocument/2006/relationships/image" Target="../media/image1983.png"/><Relationship Id="rId148" Type="http://schemas.openxmlformats.org/officeDocument/2006/relationships/image" Target="../media/image1984.png"/><Relationship Id="rId149" Type="http://schemas.openxmlformats.org/officeDocument/2006/relationships/image" Target="../media/image1985.png"/><Relationship Id="rId150" Type="http://schemas.openxmlformats.org/officeDocument/2006/relationships/image" Target="../media/image1986.png"/><Relationship Id="rId151" Type="http://schemas.openxmlformats.org/officeDocument/2006/relationships/image" Target="../media/image1987.png"/><Relationship Id="rId152" Type="http://schemas.openxmlformats.org/officeDocument/2006/relationships/image" Target="../media/image1988.png"/><Relationship Id="rId153" Type="http://schemas.openxmlformats.org/officeDocument/2006/relationships/image" Target="../media/image1989.png"/><Relationship Id="rId154" Type="http://schemas.openxmlformats.org/officeDocument/2006/relationships/image" Target="../media/image1266.png"/><Relationship Id="rId155" Type="http://schemas.openxmlformats.org/officeDocument/2006/relationships/image" Target="../media/image1990.png"/><Relationship Id="rId156" Type="http://schemas.openxmlformats.org/officeDocument/2006/relationships/image" Target="../media/image1991.png"/><Relationship Id="rId157" Type="http://schemas.openxmlformats.org/officeDocument/2006/relationships/image" Target="../media/image1992.png"/><Relationship Id="rId158" Type="http://schemas.openxmlformats.org/officeDocument/2006/relationships/image" Target="../media/image1993.png"/><Relationship Id="rId159" Type="http://schemas.openxmlformats.org/officeDocument/2006/relationships/image" Target="../media/image1994.png"/><Relationship Id="rId160" Type="http://schemas.openxmlformats.org/officeDocument/2006/relationships/image" Target="../media/image1995.png"/><Relationship Id="rId161" Type="http://schemas.openxmlformats.org/officeDocument/2006/relationships/image" Target="../media/image1176.png"/><Relationship Id="rId162" Type="http://schemas.openxmlformats.org/officeDocument/2006/relationships/image" Target="../media/image1996.png"/><Relationship Id="rId163" Type="http://schemas.openxmlformats.org/officeDocument/2006/relationships/image" Target="../media/image1997.png"/><Relationship Id="rId164" Type="http://schemas.openxmlformats.org/officeDocument/2006/relationships/image" Target="../media/image1998.png"/><Relationship Id="rId165" Type="http://schemas.openxmlformats.org/officeDocument/2006/relationships/image" Target="../media/image1999.png"/><Relationship Id="rId166" Type="http://schemas.openxmlformats.org/officeDocument/2006/relationships/image" Target="../media/image2000.png"/><Relationship Id="rId167" Type="http://schemas.openxmlformats.org/officeDocument/2006/relationships/image" Target="../media/image2001.png"/><Relationship Id="rId168" Type="http://schemas.openxmlformats.org/officeDocument/2006/relationships/image" Target="../media/image2002.png"/><Relationship Id="rId169" Type="http://schemas.openxmlformats.org/officeDocument/2006/relationships/image" Target="../media/image2003.png"/><Relationship Id="rId170" Type="http://schemas.openxmlformats.org/officeDocument/2006/relationships/image" Target="../media/image1787.png"/><Relationship Id="rId171" Type="http://schemas.openxmlformats.org/officeDocument/2006/relationships/image" Target="../media/image1554.png"/><Relationship Id="rId172" Type="http://schemas.openxmlformats.org/officeDocument/2006/relationships/image" Target="../media/image2004.png"/><Relationship Id="rId173" Type="http://schemas.openxmlformats.org/officeDocument/2006/relationships/image" Target="../media/image2005.png"/><Relationship Id="rId174" Type="http://schemas.openxmlformats.org/officeDocument/2006/relationships/image" Target="../media/image2006.png"/><Relationship Id="rId175" Type="http://schemas.openxmlformats.org/officeDocument/2006/relationships/image" Target="../media/image2007.png"/><Relationship Id="rId176" Type="http://schemas.openxmlformats.org/officeDocument/2006/relationships/image" Target="../media/image2008.png"/><Relationship Id="rId177" Type="http://schemas.openxmlformats.org/officeDocument/2006/relationships/image" Target="../media/image2009.png"/><Relationship Id="rId178" Type="http://schemas.openxmlformats.org/officeDocument/2006/relationships/image" Target="../media/image2010.png"/><Relationship Id="rId179" Type="http://schemas.openxmlformats.org/officeDocument/2006/relationships/image" Target="../media/image2011.png"/><Relationship Id="rId180" Type="http://schemas.openxmlformats.org/officeDocument/2006/relationships/image" Target="../media/image1107.png"/><Relationship Id="rId181" Type="http://schemas.openxmlformats.org/officeDocument/2006/relationships/image" Target="../media/image2012.png"/><Relationship Id="rId182" Type="http://schemas.openxmlformats.org/officeDocument/2006/relationships/image" Target="../media/image1743.png"/><Relationship Id="rId183" Type="http://schemas.openxmlformats.org/officeDocument/2006/relationships/image" Target="../media/image2013.png"/><Relationship Id="rId184" Type="http://schemas.openxmlformats.org/officeDocument/2006/relationships/image" Target="../media/image2014.png"/><Relationship Id="rId185" Type="http://schemas.openxmlformats.org/officeDocument/2006/relationships/image" Target="../media/image2015.png"/><Relationship Id="rId186" Type="http://schemas.openxmlformats.org/officeDocument/2006/relationships/image" Target="../media/image2016.png"/><Relationship Id="rId187" Type="http://schemas.openxmlformats.org/officeDocument/2006/relationships/image" Target="../media/image1716.png"/><Relationship Id="rId188" Type="http://schemas.openxmlformats.org/officeDocument/2006/relationships/image" Target="../media/image1542.png"/><Relationship Id="rId189" Type="http://schemas.openxmlformats.org/officeDocument/2006/relationships/image" Target="../media/image1116.png"/><Relationship Id="rId190" Type="http://schemas.openxmlformats.org/officeDocument/2006/relationships/image" Target="../media/image2017.png"/><Relationship Id="rId191" Type="http://schemas.openxmlformats.org/officeDocument/2006/relationships/image" Target="../media/image1802.png"/><Relationship Id="rId192" Type="http://schemas.openxmlformats.org/officeDocument/2006/relationships/image" Target="../media/image2018.png"/><Relationship Id="rId193" Type="http://schemas.openxmlformats.org/officeDocument/2006/relationships/image" Target="../media/image1163.png"/><Relationship Id="rId194" Type="http://schemas.openxmlformats.org/officeDocument/2006/relationships/image" Target="../media/image2019.png"/><Relationship Id="rId195" Type="http://schemas.openxmlformats.org/officeDocument/2006/relationships/image" Target="../media/image2020.png"/><Relationship Id="rId196" Type="http://schemas.openxmlformats.org/officeDocument/2006/relationships/image" Target="../media/image2021.png"/><Relationship Id="rId197" Type="http://schemas.openxmlformats.org/officeDocument/2006/relationships/image" Target="../media/image2022.png"/><Relationship Id="rId198" Type="http://schemas.openxmlformats.org/officeDocument/2006/relationships/image" Target="../media/image2023.png"/><Relationship Id="rId199" Type="http://schemas.openxmlformats.org/officeDocument/2006/relationships/image" Target="../media/image2024.png"/><Relationship Id="rId200" Type="http://schemas.openxmlformats.org/officeDocument/2006/relationships/image" Target="../media/image2025.png"/><Relationship Id="rId201" Type="http://schemas.openxmlformats.org/officeDocument/2006/relationships/image" Target="../media/image2026.png"/><Relationship Id="rId202" Type="http://schemas.openxmlformats.org/officeDocument/2006/relationships/image" Target="../media/image2027.png"/><Relationship Id="rId203" Type="http://schemas.openxmlformats.org/officeDocument/2006/relationships/image" Target="../media/image2028.png"/><Relationship Id="rId204" Type="http://schemas.openxmlformats.org/officeDocument/2006/relationships/image" Target="../media/image1779.png"/><Relationship Id="rId205" Type="http://schemas.openxmlformats.org/officeDocument/2006/relationships/image" Target="../media/image2029.png"/><Relationship Id="rId206" Type="http://schemas.openxmlformats.org/officeDocument/2006/relationships/image" Target="../media/image2030.png"/><Relationship Id="rId207" Type="http://schemas.openxmlformats.org/officeDocument/2006/relationships/image" Target="../media/image1614.png"/><Relationship Id="rId208" Type="http://schemas.openxmlformats.org/officeDocument/2006/relationships/image" Target="../media/image2031.png"/><Relationship Id="rId209" Type="http://schemas.openxmlformats.org/officeDocument/2006/relationships/image" Target="../media/image2032.png"/><Relationship Id="rId210" Type="http://schemas.openxmlformats.org/officeDocument/2006/relationships/image" Target="../media/image2033.png"/><Relationship Id="rId211" Type="http://schemas.openxmlformats.org/officeDocument/2006/relationships/image" Target="../media/image2034.png"/><Relationship Id="rId212" Type="http://schemas.openxmlformats.org/officeDocument/2006/relationships/image" Target="../media/image2035.png"/><Relationship Id="rId213" Type="http://schemas.openxmlformats.org/officeDocument/2006/relationships/image" Target="../media/image2036.png"/><Relationship Id="rId214" Type="http://schemas.openxmlformats.org/officeDocument/2006/relationships/image" Target="../media/image2037.png"/><Relationship Id="rId215" Type="http://schemas.openxmlformats.org/officeDocument/2006/relationships/image" Target="../media/image2038.png"/><Relationship Id="rId216" Type="http://schemas.openxmlformats.org/officeDocument/2006/relationships/image" Target="../media/image2039.png"/><Relationship Id="rId217" Type="http://schemas.openxmlformats.org/officeDocument/2006/relationships/image" Target="../media/image2040.png"/><Relationship Id="rId218" Type="http://schemas.openxmlformats.org/officeDocument/2006/relationships/image" Target="../media/image2041.png"/><Relationship Id="rId219" Type="http://schemas.openxmlformats.org/officeDocument/2006/relationships/image" Target="../media/image2042.png"/><Relationship Id="rId220" Type="http://schemas.openxmlformats.org/officeDocument/2006/relationships/image" Target="../media/image2043.png"/><Relationship Id="rId221" Type="http://schemas.openxmlformats.org/officeDocument/2006/relationships/image" Target="../media/image2044.png"/><Relationship Id="rId222" Type="http://schemas.openxmlformats.org/officeDocument/2006/relationships/image" Target="../media/image2045.png"/><Relationship Id="rId223" Type="http://schemas.openxmlformats.org/officeDocument/2006/relationships/image" Target="../media/image2046.png"/><Relationship Id="rId224" Type="http://schemas.openxmlformats.org/officeDocument/2006/relationships/image" Target="../media/image2047.png"/><Relationship Id="rId225" Type="http://schemas.openxmlformats.org/officeDocument/2006/relationships/image" Target="../media/image2048.png"/><Relationship Id="rId226" Type="http://schemas.openxmlformats.org/officeDocument/2006/relationships/image" Target="../media/image2049.png"/><Relationship Id="rId227" Type="http://schemas.openxmlformats.org/officeDocument/2006/relationships/image" Target="../media/image2050.png"/><Relationship Id="rId228" Type="http://schemas.openxmlformats.org/officeDocument/2006/relationships/image" Target="../media/image2051.png"/><Relationship Id="rId229" Type="http://schemas.openxmlformats.org/officeDocument/2006/relationships/image" Target="../media/image2052.png"/><Relationship Id="rId230" Type="http://schemas.openxmlformats.org/officeDocument/2006/relationships/image" Target="../media/image2053.png"/><Relationship Id="rId231" Type="http://schemas.openxmlformats.org/officeDocument/2006/relationships/image" Target="../media/image2054.png"/><Relationship Id="rId232" Type="http://schemas.openxmlformats.org/officeDocument/2006/relationships/image" Target="../media/image2055.png"/><Relationship Id="rId233" Type="http://schemas.openxmlformats.org/officeDocument/2006/relationships/image" Target="../media/image2056.png"/><Relationship Id="rId234" Type="http://schemas.openxmlformats.org/officeDocument/2006/relationships/image" Target="../media/image2057.png"/><Relationship Id="rId235" Type="http://schemas.openxmlformats.org/officeDocument/2006/relationships/image" Target="../media/image2058.png"/><Relationship Id="rId236" Type="http://schemas.openxmlformats.org/officeDocument/2006/relationships/image" Target="../media/image2059.png"/><Relationship Id="rId237" Type="http://schemas.openxmlformats.org/officeDocument/2006/relationships/image" Target="../media/image2060.png"/><Relationship Id="rId238" Type="http://schemas.openxmlformats.org/officeDocument/2006/relationships/image" Target="../media/image2061.png"/><Relationship Id="rId239" Type="http://schemas.openxmlformats.org/officeDocument/2006/relationships/image" Target="../media/image2062.png"/><Relationship Id="rId240" Type="http://schemas.openxmlformats.org/officeDocument/2006/relationships/image" Target="../media/image2063.png"/><Relationship Id="rId241" Type="http://schemas.openxmlformats.org/officeDocument/2006/relationships/image" Target="../media/image2064.png"/><Relationship Id="rId242" Type="http://schemas.openxmlformats.org/officeDocument/2006/relationships/image" Target="../media/image2065.png"/><Relationship Id="rId243" Type="http://schemas.openxmlformats.org/officeDocument/2006/relationships/image" Target="../media/image1549.png"/><Relationship Id="rId244" Type="http://schemas.openxmlformats.org/officeDocument/2006/relationships/image" Target="../media/image2066.png"/><Relationship Id="rId245" Type="http://schemas.openxmlformats.org/officeDocument/2006/relationships/image" Target="../media/image2067.png"/><Relationship Id="rId246" Type="http://schemas.openxmlformats.org/officeDocument/2006/relationships/image" Target="../media/image2068.png"/><Relationship Id="rId247" Type="http://schemas.openxmlformats.org/officeDocument/2006/relationships/image" Target="../media/image2069.png"/><Relationship Id="rId248" Type="http://schemas.openxmlformats.org/officeDocument/2006/relationships/image" Target="../media/image2070.png"/><Relationship Id="rId249" Type="http://schemas.openxmlformats.org/officeDocument/2006/relationships/image" Target="../media/image2071.png"/><Relationship Id="rId250" Type="http://schemas.openxmlformats.org/officeDocument/2006/relationships/image" Target="../media/image2072.png"/><Relationship Id="rId251" Type="http://schemas.openxmlformats.org/officeDocument/2006/relationships/image" Target="../media/image2073.png"/><Relationship Id="rId252" Type="http://schemas.openxmlformats.org/officeDocument/2006/relationships/image" Target="../media/image2074.png"/><Relationship Id="rId253" Type="http://schemas.openxmlformats.org/officeDocument/2006/relationships/image" Target="../media/image1461.png"/><Relationship Id="rId254" Type="http://schemas.openxmlformats.org/officeDocument/2006/relationships/image" Target="../media/image2075.png"/><Relationship Id="rId255" Type="http://schemas.openxmlformats.org/officeDocument/2006/relationships/image" Target="../media/image2076.png"/><Relationship Id="rId256" Type="http://schemas.openxmlformats.org/officeDocument/2006/relationships/image" Target="../media/image2077.png"/><Relationship Id="rId257" Type="http://schemas.openxmlformats.org/officeDocument/2006/relationships/image" Target="../media/image1783.png"/><Relationship Id="rId258" Type="http://schemas.openxmlformats.org/officeDocument/2006/relationships/image" Target="../media/image2078.png"/><Relationship Id="rId259" Type="http://schemas.openxmlformats.org/officeDocument/2006/relationships/image" Target="../media/image2079.png"/><Relationship Id="rId260" Type="http://schemas.openxmlformats.org/officeDocument/2006/relationships/image" Target="../media/image2080.png"/><Relationship Id="rId261" Type="http://schemas.openxmlformats.org/officeDocument/2006/relationships/image" Target="../media/image2081.png"/><Relationship Id="rId262" Type="http://schemas.openxmlformats.org/officeDocument/2006/relationships/image" Target="../media/image2082.png"/><Relationship Id="rId263" Type="http://schemas.openxmlformats.org/officeDocument/2006/relationships/image" Target="../media/image2083.png"/><Relationship Id="rId264" Type="http://schemas.openxmlformats.org/officeDocument/2006/relationships/image" Target="../media/image2084.png"/><Relationship Id="rId265" Type="http://schemas.openxmlformats.org/officeDocument/2006/relationships/image" Target="../media/image2085.png"/><Relationship Id="rId266" Type="http://schemas.openxmlformats.org/officeDocument/2006/relationships/image" Target="../media/image2086.png"/><Relationship Id="rId267" Type="http://schemas.openxmlformats.org/officeDocument/2006/relationships/image" Target="../media/image2087.png"/><Relationship Id="rId268" Type="http://schemas.openxmlformats.org/officeDocument/2006/relationships/image" Target="../media/image2088.png"/><Relationship Id="rId269" Type="http://schemas.openxmlformats.org/officeDocument/2006/relationships/image" Target="../media/image2089.png"/><Relationship Id="rId270" Type="http://schemas.openxmlformats.org/officeDocument/2006/relationships/image" Target="../media/image2090.png"/><Relationship Id="rId271" Type="http://schemas.openxmlformats.org/officeDocument/2006/relationships/image" Target="../media/image2091.png"/><Relationship Id="rId272" Type="http://schemas.openxmlformats.org/officeDocument/2006/relationships/image" Target="../media/image2092.png"/><Relationship Id="rId273" Type="http://schemas.openxmlformats.org/officeDocument/2006/relationships/image" Target="../media/image2093.png"/><Relationship Id="rId274" Type="http://schemas.openxmlformats.org/officeDocument/2006/relationships/image" Target="../media/image2094.png"/><Relationship Id="rId275" Type="http://schemas.openxmlformats.org/officeDocument/2006/relationships/image" Target="../media/image2095.png"/><Relationship Id="rId276" Type="http://schemas.openxmlformats.org/officeDocument/2006/relationships/image" Target="../media/image2096.png"/><Relationship Id="rId277" Type="http://schemas.openxmlformats.org/officeDocument/2006/relationships/image" Target="../media/image2097.png"/><Relationship Id="rId278" Type="http://schemas.openxmlformats.org/officeDocument/2006/relationships/image" Target="../media/image2098.png"/><Relationship Id="rId279" Type="http://schemas.openxmlformats.org/officeDocument/2006/relationships/image" Target="../media/image2099.png"/><Relationship Id="rId280" Type="http://schemas.openxmlformats.org/officeDocument/2006/relationships/image" Target="../media/image2100.png"/><Relationship Id="rId281" Type="http://schemas.openxmlformats.org/officeDocument/2006/relationships/image" Target="../media/image2101.png"/><Relationship Id="rId282" Type="http://schemas.openxmlformats.org/officeDocument/2006/relationships/image" Target="../media/image2102.png"/><Relationship Id="rId283" Type="http://schemas.openxmlformats.org/officeDocument/2006/relationships/image" Target="../media/image2103.png"/><Relationship Id="rId284" Type="http://schemas.openxmlformats.org/officeDocument/2006/relationships/image" Target="../media/image2104.png"/><Relationship Id="rId285" Type="http://schemas.openxmlformats.org/officeDocument/2006/relationships/image" Target="../media/image2105.png"/><Relationship Id="rId286" Type="http://schemas.openxmlformats.org/officeDocument/2006/relationships/image" Target="../media/image2106.png"/><Relationship Id="rId287" Type="http://schemas.openxmlformats.org/officeDocument/2006/relationships/image" Target="../media/image2107.png"/><Relationship Id="rId288" Type="http://schemas.openxmlformats.org/officeDocument/2006/relationships/image" Target="../media/image2108.png"/><Relationship Id="rId289" Type="http://schemas.openxmlformats.org/officeDocument/2006/relationships/image" Target="../media/image2109.png"/><Relationship Id="rId290" Type="http://schemas.openxmlformats.org/officeDocument/2006/relationships/image" Target="../media/image2110.png"/><Relationship Id="rId291" Type="http://schemas.openxmlformats.org/officeDocument/2006/relationships/image" Target="../media/image2111.png"/><Relationship Id="rId292" Type="http://schemas.openxmlformats.org/officeDocument/2006/relationships/image" Target="../media/image2112.png"/><Relationship Id="rId293" Type="http://schemas.openxmlformats.org/officeDocument/2006/relationships/image" Target="../media/image2113.png"/><Relationship Id="rId294" Type="http://schemas.openxmlformats.org/officeDocument/2006/relationships/image" Target="../media/image2114.png"/><Relationship Id="rId295" Type="http://schemas.openxmlformats.org/officeDocument/2006/relationships/image" Target="../media/image2115.png"/><Relationship Id="rId296" Type="http://schemas.openxmlformats.org/officeDocument/2006/relationships/image" Target="../media/image2116.png"/><Relationship Id="rId297" Type="http://schemas.openxmlformats.org/officeDocument/2006/relationships/image" Target="../media/image2117.png"/><Relationship Id="rId298" Type="http://schemas.openxmlformats.org/officeDocument/2006/relationships/image" Target="../media/image2118.png"/><Relationship Id="rId299" Type="http://schemas.openxmlformats.org/officeDocument/2006/relationships/image" Target="../media/image2119.png"/><Relationship Id="rId300" Type="http://schemas.openxmlformats.org/officeDocument/2006/relationships/image" Target="../media/image2120.png"/><Relationship Id="rId301" Type="http://schemas.openxmlformats.org/officeDocument/2006/relationships/image" Target="../media/image2121.png"/><Relationship Id="rId302" Type="http://schemas.openxmlformats.org/officeDocument/2006/relationships/image" Target="../media/image2122.png"/><Relationship Id="rId303" Type="http://schemas.openxmlformats.org/officeDocument/2006/relationships/image" Target="../media/image2123.png"/><Relationship Id="rId304" Type="http://schemas.openxmlformats.org/officeDocument/2006/relationships/image" Target="../media/image2124.png"/><Relationship Id="rId305" Type="http://schemas.openxmlformats.org/officeDocument/2006/relationships/image" Target="../media/image2125.png"/><Relationship Id="rId306" Type="http://schemas.openxmlformats.org/officeDocument/2006/relationships/image" Target="../media/image2126.png"/><Relationship Id="rId307" Type="http://schemas.openxmlformats.org/officeDocument/2006/relationships/image" Target="../media/image2127.png"/><Relationship Id="rId308" Type="http://schemas.openxmlformats.org/officeDocument/2006/relationships/image" Target="../media/image2128.png"/><Relationship Id="rId309" Type="http://schemas.openxmlformats.org/officeDocument/2006/relationships/image" Target="../media/image1298.png"/><Relationship Id="rId310" Type="http://schemas.openxmlformats.org/officeDocument/2006/relationships/image" Target="../media/image2129.png"/><Relationship Id="rId311" Type="http://schemas.openxmlformats.org/officeDocument/2006/relationships/image" Target="../media/image2130.png"/><Relationship Id="rId312" Type="http://schemas.openxmlformats.org/officeDocument/2006/relationships/image" Target="../media/image2131.png"/><Relationship Id="rId313" Type="http://schemas.openxmlformats.org/officeDocument/2006/relationships/image" Target="../media/image2132.png"/><Relationship Id="rId314" Type="http://schemas.openxmlformats.org/officeDocument/2006/relationships/image" Target="../media/image2133.png"/><Relationship Id="rId315" Type="http://schemas.openxmlformats.org/officeDocument/2006/relationships/image" Target="../media/image2134.png"/><Relationship Id="rId316" Type="http://schemas.openxmlformats.org/officeDocument/2006/relationships/image" Target="../media/image2135.png"/><Relationship Id="rId317" Type="http://schemas.openxmlformats.org/officeDocument/2006/relationships/image" Target="../media/image2136.png"/><Relationship Id="rId318" Type="http://schemas.openxmlformats.org/officeDocument/2006/relationships/image" Target="../media/image2137.png"/><Relationship Id="rId319" Type="http://schemas.openxmlformats.org/officeDocument/2006/relationships/image" Target="../media/image2138.png"/><Relationship Id="rId320" Type="http://schemas.openxmlformats.org/officeDocument/2006/relationships/image" Target="../media/image2139.png"/><Relationship Id="rId321" Type="http://schemas.openxmlformats.org/officeDocument/2006/relationships/image" Target="../media/image2140.png"/><Relationship Id="rId322" Type="http://schemas.openxmlformats.org/officeDocument/2006/relationships/image" Target="../media/image2141.png"/><Relationship Id="rId323" Type="http://schemas.openxmlformats.org/officeDocument/2006/relationships/image" Target="../media/image2142.png"/><Relationship Id="rId324" Type="http://schemas.openxmlformats.org/officeDocument/2006/relationships/image" Target="../media/image2143.png"/><Relationship Id="rId325" Type="http://schemas.openxmlformats.org/officeDocument/2006/relationships/image" Target="../media/image2144.png"/><Relationship Id="rId326" Type="http://schemas.openxmlformats.org/officeDocument/2006/relationships/image" Target="../media/image2145.png"/><Relationship Id="rId327" Type="http://schemas.openxmlformats.org/officeDocument/2006/relationships/image" Target="../media/image2146.png"/><Relationship Id="rId328" Type="http://schemas.openxmlformats.org/officeDocument/2006/relationships/image" Target="../media/image2147.png"/><Relationship Id="rId329" Type="http://schemas.openxmlformats.org/officeDocument/2006/relationships/image" Target="../media/image2148.png"/><Relationship Id="rId330" Type="http://schemas.openxmlformats.org/officeDocument/2006/relationships/image" Target="../media/image2149.png"/><Relationship Id="rId331" Type="http://schemas.openxmlformats.org/officeDocument/2006/relationships/image" Target="../media/image2150.png"/><Relationship Id="rId332" Type="http://schemas.openxmlformats.org/officeDocument/2006/relationships/image" Target="../media/image2151.png"/><Relationship Id="rId333" Type="http://schemas.openxmlformats.org/officeDocument/2006/relationships/image" Target="../media/image2152.png"/><Relationship Id="rId334" Type="http://schemas.openxmlformats.org/officeDocument/2006/relationships/image" Target="../media/image2153.png"/><Relationship Id="rId335" Type="http://schemas.openxmlformats.org/officeDocument/2006/relationships/image" Target="../media/image2154.png"/><Relationship Id="rId336" Type="http://schemas.openxmlformats.org/officeDocument/2006/relationships/image" Target="../media/image2155.png"/><Relationship Id="rId337" Type="http://schemas.openxmlformats.org/officeDocument/2006/relationships/image" Target="../media/image2156.png"/><Relationship Id="rId338" Type="http://schemas.openxmlformats.org/officeDocument/2006/relationships/image" Target="../media/image2157.png"/><Relationship Id="rId339" Type="http://schemas.openxmlformats.org/officeDocument/2006/relationships/image" Target="../media/image2158.png"/><Relationship Id="rId340" Type="http://schemas.openxmlformats.org/officeDocument/2006/relationships/image" Target="../media/image2159.png"/><Relationship Id="rId341" Type="http://schemas.openxmlformats.org/officeDocument/2006/relationships/image" Target="../media/image2160.png"/><Relationship Id="rId342" Type="http://schemas.openxmlformats.org/officeDocument/2006/relationships/image" Target="../media/image2161.png"/><Relationship Id="rId343" Type="http://schemas.openxmlformats.org/officeDocument/2006/relationships/image" Target="../media/image2162.png"/><Relationship Id="rId344" Type="http://schemas.openxmlformats.org/officeDocument/2006/relationships/image" Target="../media/image2163.png"/><Relationship Id="rId345" Type="http://schemas.openxmlformats.org/officeDocument/2006/relationships/image" Target="../media/image2164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35.png"/><Relationship Id="rId5" Type="http://schemas.openxmlformats.org/officeDocument/2006/relationships/image" Target="../media/image2165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16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7.png"/><Relationship Id="rId3" Type="http://schemas.openxmlformats.org/officeDocument/2006/relationships/image" Target="../media/image6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7.png"/><Relationship Id="rId3" Type="http://schemas.openxmlformats.org/officeDocument/2006/relationships/image" Target="../media/image6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67.png"/><Relationship Id="rId3" Type="http://schemas.openxmlformats.org/officeDocument/2006/relationships/image" Target="../media/image3.png"/><Relationship Id="rId4" Type="http://schemas.openxmlformats.org/officeDocument/2006/relationships/image" Target="../media/image679.png"/><Relationship Id="rId5" Type="http://schemas.openxmlformats.org/officeDocument/2006/relationships/image" Target="../media/image6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168.png"/><Relationship Id="rId4" Type="http://schemas.openxmlformats.org/officeDocument/2006/relationships/image" Target="../media/image2169.png"/><Relationship Id="rId5" Type="http://schemas.openxmlformats.org/officeDocument/2006/relationships/image" Target="../media/image2170.png"/><Relationship Id="rId6" Type="http://schemas.openxmlformats.org/officeDocument/2006/relationships/image" Target="../media/image2171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72.png"/><Relationship Id="rId3" Type="http://schemas.openxmlformats.org/officeDocument/2006/relationships/image" Target="../media/image2173.png"/><Relationship Id="rId4" Type="http://schemas.openxmlformats.org/officeDocument/2006/relationships/image" Target="../media/image2174.png"/><Relationship Id="rId5" Type="http://schemas.openxmlformats.org/officeDocument/2006/relationships/image" Target="../media/image2175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7.png"/><Relationship Id="rId3" Type="http://schemas.openxmlformats.org/officeDocument/2006/relationships/image" Target="../media/image6.png"/><Relationship Id="rId4" Type="http://schemas.openxmlformats.org/officeDocument/2006/relationships/image" Target="../media/image2176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77.png"/><Relationship Id="rId3" Type="http://schemas.openxmlformats.org/officeDocument/2006/relationships/image" Target="../media/image2178.png"/><Relationship Id="rId4" Type="http://schemas.openxmlformats.org/officeDocument/2006/relationships/image" Target="../media/image397.png"/><Relationship Id="rId5" Type="http://schemas.openxmlformats.org/officeDocument/2006/relationships/image" Target="../media/image2179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97.png"/><Relationship Id="rId5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642017" cy="337419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58618" y="0"/>
            <a:ext cx="2429382" cy="3085759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816506" y="2125383"/>
            <a:ext cx="8653145" cy="20294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13150" spc="-10">
                <a:solidFill>
                  <a:srgbClr val="0049AC"/>
                </a:solidFill>
              </a:rPr>
              <a:t>MathsMate</a:t>
            </a:r>
            <a:endParaRPr sz="13150"/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91605" y="4511535"/>
            <a:ext cx="15627985" cy="3268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17240" marR="5080" indent="-3305175">
              <a:lnSpc>
                <a:spcPct val="116900"/>
              </a:lnSpc>
              <a:spcBef>
                <a:spcPts val="100"/>
              </a:spcBef>
            </a:pPr>
            <a:r>
              <a:rPr dirty="0" sz="9100" b="1">
                <a:latin typeface="Arial"/>
                <a:cs typeface="Arial"/>
              </a:rPr>
              <a:t>Interactive</a:t>
            </a:r>
            <a:r>
              <a:rPr dirty="0" sz="9100" spc="-254" b="1">
                <a:latin typeface="Arial"/>
                <a:cs typeface="Arial"/>
              </a:rPr>
              <a:t> </a:t>
            </a:r>
            <a:r>
              <a:rPr dirty="0" sz="9100" b="1">
                <a:latin typeface="Arial"/>
                <a:cs typeface="Arial"/>
              </a:rPr>
              <a:t>Learning</a:t>
            </a:r>
            <a:r>
              <a:rPr dirty="0" sz="9100" spc="-254" b="1">
                <a:latin typeface="Arial"/>
                <a:cs typeface="Arial"/>
              </a:rPr>
              <a:t> </a:t>
            </a:r>
            <a:r>
              <a:rPr dirty="0" sz="9100" b="1">
                <a:latin typeface="Arial"/>
                <a:cs typeface="Arial"/>
              </a:rPr>
              <a:t>Tool</a:t>
            </a:r>
            <a:r>
              <a:rPr dirty="0" sz="9100" spc="-254" b="1">
                <a:latin typeface="Arial"/>
                <a:cs typeface="Arial"/>
              </a:rPr>
              <a:t> </a:t>
            </a:r>
            <a:r>
              <a:rPr dirty="0" sz="9100" spc="-25" b="1">
                <a:latin typeface="Arial"/>
                <a:cs typeface="Arial"/>
              </a:rPr>
              <a:t>for </a:t>
            </a:r>
            <a:r>
              <a:rPr dirty="0" sz="9100" b="1">
                <a:latin typeface="Arial"/>
                <a:cs typeface="Arial"/>
              </a:rPr>
              <a:t>Dyscalculia</a:t>
            </a:r>
            <a:r>
              <a:rPr dirty="0" sz="9100" spc="-430" b="1">
                <a:latin typeface="Arial"/>
                <a:cs typeface="Arial"/>
              </a:rPr>
              <a:t> </a:t>
            </a:r>
            <a:r>
              <a:rPr dirty="0" sz="9100" spc="-20" b="1">
                <a:latin typeface="Arial"/>
                <a:cs typeface="Arial"/>
              </a:rPr>
              <a:t>kids</a:t>
            </a:r>
            <a:endParaRPr sz="9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75405" y="9696029"/>
            <a:ext cx="2047239" cy="472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79"/>
              </a:lnSpc>
            </a:pPr>
            <a:r>
              <a:rPr dirty="0" sz="3150" spc="-10" b="1">
                <a:latin typeface="Arial"/>
                <a:cs typeface="Arial"/>
              </a:rPr>
              <a:t>R26-IT-</a:t>
            </a:r>
            <a:r>
              <a:rPr dirty="0" sz="3150" spc="-25" b="1">
                <a:latin typeface="Arial"/>
                <a:cs typeface="Arial"/>
              </a:rPr>
              <a:t>138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96197" y="7200900"/>
            <a:ext cx="3291801" cy="30861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10916" y="0"/>
              <a:ext cx="2077084" cy="30861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29040"/>
              <a:ext cx="16974743" cy="955795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175405" y="9696029"/>
            <a:ext cx="2047239" cy="472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79"/>
              </a:lnSpc>
            </a:pPr>
            <a:r>
              <a:rPr dirty="0" sz="3150" spc="-10" b="1">
                <a:latin typeface="Arial"/>
                <a:cs typeface="Arial"/>
              </a:rPr>
              <a:t>R26-IT-</a:t>
            </a:r>
            <a:r>
              <a:rPr dirty="0" sz="3150" spc="-25" b="1">
                <a:latin typeface="Arial"/>
                <a:cs typeface="Arial"/>
              </a:rPr>
              <a:t>138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10915" y="0"/>
            <a:ext cx="2077084" cy="3086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200900"/>
            <a:ext cx="1989582" cy="30861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96197" y="7200900"/>
            <a:ext cx="3291801" cy="30861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39138" y="1942477"/>
            <a:ext cx="15095219" cy="680402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3450" b="1">
                <a:latin typeface="Arial"/>
                <a:cs typeface="Arial"/>
              </a:rPr>
              <a:t>Research</a:t>
            </a:r>
            <a:r>
              <a:rPr dirty="0" sz="3450" spc="-35" b="1">
                <a:latin typeface="Arial"/>
                <a:cs typeface="Arial"/>
              </a:rPr>
              <a:t> </a:t>
            </a:r>
            <a:r>
              <a:rPr dirty="0" sz="3450" spc="-10" b="1">
                <a:latin typeface="Arial"/>
                <a:cs typeface="Arial"/>
              </a:rPr>
              <a:t>Problem</a:t>
            </a:r>
            <a:endParaRPr sz="3450">
              <a:latin typeface="Arial"/>
              <a:cs typeface="Arial"/>
            </a:endParaRPr>
          </a:p>
          <a:p>
            <a:pPr marL="287655" marR="223520" indent="-275590">
              <a:lnSpc>
                <a:spcPct val="117200"/>
              </a:lnSpc>
              <a:buChar char="•"/>
              <a:tabLst>
                <a:tab pos="377825" algn="l"/>
              </a:tabLst>
            </a:pP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Some</a:t>
            </a:r>
            <a:r>
              <a:rPr dirty="0" sz="34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primary</a:t>
            </a:r>
            <a:r>
              <a:rPr dirty="0" sz="34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school</a:t>
            </a:r>
            <a:r>
              <a:rPr dirty="0" sz="34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students</a:t>
            </a:r>
            <a:r>
              <a:rPr dirty="0" sz="34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34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dyscalculia,</a:t>
            </a:r>
            <a:r>
              <a:rPr dirty="0" sz="34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affecting</a:t>
            </a:r>
            <a:r>
              <a:rPr dirty="0" sz="34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number</a:t>
            </a:r>
            <a:r>
              <a:rPr dirty="0" sz="34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spc="-25" b="1">
                <a:solidFill>
                  <a:srgbClr val="050E9B"/>
                </a:solidFill>
                <a:latin typeface="Arial"/>
                <a:cs typeface="Arial"/>
              </a:rPr>
              <a:t>and </a:t>
            </a:r>
            <a:r>
              <a:rPr dirty="0" sz="3450" spc="-25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arithmetic</a:t>
            </a:r>
            <a:r>
              <a:rPr dirty="0" sz="34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50E9B"/>
                </a:solidFill>
                <a:latin typeface="Arial"/>
                <a:cs typeface="Arial"/>
              </a:rPr>
              <a:t>understanding.</a:t>
            </a:r>
            <a:endParaRPr sz="3450">
              <a:latin typeface="Arial"/>
              <a:cs typeface="Arial"/>
            </a:endParaRPr>
          </a:p>
          <a:p>
            <a:pPr marL="288290" indent="-275590">
              <a:lnSpc>
                <a:spcPct val="100000"/>
              </a:lnSpc>
              <a:spcBef>
                <a:spcPts val="710"/>
              </a:spcBef>
              <a:buChar char="•"/>
              <a:tabLst>
                <a:tab pos="288290" algn="l"/>
              </a:tabLst>
            </a:pP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Difficulties</a:t>
            </a:r>
            <a:r>
              <a:rPr dirty="0" sz="34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occur</a:t>
            </a:r>
            <a:r>
              <a:rPr dirty="0" sz="34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in</a:t>
            </a:r>
            <a:r>
              <a:rPr dirty="0" sz="34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number</a:t>
            </a:r>
            <a:r>
              <a:rPr dirty="0" sz="34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sense,</a:t>
            </a:r>
            <a:r>
              <a:rPr dirty="0" sz="34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place</a:t>
            </a:r>
            <a:r>
              <a:rPr dirty="0" sz="34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value,</a:t>
            </a:r>
            <a:r>
              <a:rPr dirty="0" sz="34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4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basic</a:t>
            </a:r>
            <a:r>
              <a:rPr dirty="0" sz="34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50E9B"/>
                </a:solidFill>
                <a:latin typeface="Arial"/>
                <a:cs typeface="Arial"/>
              </a:rPr>
              <a:t>operations.</a:t>
            </a:r>
            <a:endParaRPr sz="3450">
              <a:latin typeface="Arial"/>
              <a:cs typeface="Arial"/>
            </a:endParaRPr>
          </a:p>
          <a:p>
            <a:pPr marL="12700" marR="2170430" indent="275590">
              <a:lnSpc>
                <a:spcPct val="117200"/>
              </a:lnSpc>
              <a:buChar char="•"/>
              <a:tabLst>
                <a:tab pos="288290" algn="l"/>
              </a:tabLst>
            </a:pP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Traditional</a:t>
            </a:r>
            <a:r>
              <a:rPr dirty="0" sz="34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teaching</a:t>
            </a:r>
            <a:r>
              <a:rPr dirty="0" sz="34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4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apps</a:t>
            </a:r>
            <a:r>
              <a:rPr dirty="0" sz="34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lack</a:t>
            </a:r>
            <a:r>
              <a:rPr dirty="0" sz="34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34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r>
              <a:rPr dirty="0" sz="34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spc="-25" b="1">
                <a:solidFill>
                  <a:srgbClr val="050E9B"/>
                </a:solidFill>
                <a:latin typeface="Arial"/>
                <a:cs typeface="Arial"/>
              </a:rPr>
              <a:t>and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misconception</a:t>
            </a:r>
            <a:r>
              <a:rPr dirty="0" sz="3450" spc="-114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50E9B"/>
                </a:solidFill>
                <a:latin typeface="Arial"/>
                <a:cs typeface="Arial"/>
              </a:rPr>
              <a:t>detection.</a:t>
            </a:r>
            <a:endParaRPr sz="3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0"/>
              </a:spcBef>
              <a:buClr>
                <a:srgbClr val="050E9B"/>
              </a:buClr>
              <a:buFont typeface="Arial"/>
              <a:buChar char="•"/>
            </a:pPr>
            <a:endParaRPr sz="3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u="sng" sz="3450" spc="-1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Evidence</a:t>
            </a:r>
            <a:endParaRPr sz="3450">
              <a:latin typeface="Arial"/>
              <a:cs typeface="Arial"/>
            </a:endParaRPr>
          </a:p>
          <a:p>
            <a:pPr marL="288290" indent="-275590">
              <a:lnSpc>
                <a:spcPct val="100000"/>
              </a:lnSpc>
              <a:spcBef>
                <a:spcPts val="710"/>
              </a:spcBef>
              <a:buChar char="•"/>
              <a:tabLst>
                <a:tab pos="288290" algn="l"/>
              </a:tabLst>
            </a:pP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About</a:t>
            </a:r>
            <a:r>
              <a:rPr dirty="0" sz="34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50E9B"/>
                </a:solidFill>
                <a:latin typeface="Arial"/>
                <a:cs typeface="Arial"/>
              </a:rPr>
              <a:t>3–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7%</a:t>
            </a:r>
            <a:r>
              <a:rPr dirty="0" sz="34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of</a:t>
            </a:r>
            <a:r>
              <a:rPr dirty="0" sz="34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50E9B"/>
                </a:solidFill>
                <a:latin typeface="Arial"/>
                <a:cs typeface="Arial"/>
              </a:rPr>
              <a:t>school-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aged</a:t>
            </a:r>
            <a:r>
              <a:rPr dirty="0" sz="34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children</a:t>
            </a:r>
            <a:r>
              <a:rPr dirty="0" sz="34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are</a:t>
            </a:r>
            <a:r>
              <a:rPr dirty="0" sz="34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affected</a:t>
            </a:r>
            <a:r>
              <a:rPr dirty="0" sz="34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by</a:t>
            </a:r>
            <a:r>
              <a:rPr dirty="0" sz="34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50E9B"/>
                </a:solidFill>
                <a:latin typeface="Arial"/>
                <a:cs typeface="Arial"/>
              </a:rPr>
              <a:t>dyscalculia.</a:t>
            </a:r>
            <a:endParaRPr sz="3450">
              <a:latin typeface="Arial"/>
              <a:cs typeface="Arial"/>
            </a:endParaRPr>
          </a:p>
          <a:p>
            <a:pPr marL="12700" marR="5080" indent="275590">
              <a:lnSpc>
                <a:spcPct val="117200"/>
              </a:lnSpc>
              <a:buChar char="•"/>
              <a:tabLst>
                <a:tab pos="288290" algn="l"/>
              </a:tabLst>
            </a:pP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It</a:t>
            </a:r>
            <a:r>
              <a:rPr dirty="0" sz="34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can</a:t>
            </a:r>
            <a:r>
              <a:rPr dirty="0" sz="34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impact</a:t>
            </a:r>
            <a:r>
              <a:rPr dirty="0" sz="34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academic</a:t>
            </a:r>
            <a:r>
              <a:rPr dirty="0" sz="34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performance,</a:t>
            </a:r>
            <a:r>
              <a:rPr dirty="0" sz="34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confidence,</a:t>
            </a:r>
            <a:r>
              <a:rPr dirty="0" sz="34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4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daily</a:t>
            </a:r>
            <a:r>
              <a:rPr dirty="0" sz="34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050E9B"/>
                </a:solidFill>
                <a:latin typeface="Arial"/>
                <a:cs typeface="Arial"/>
              </a:rPr>
              <a:t>tasks</a:t>
            </a:r>
            <a:r>
              <a:rPr dirty="0" sz="34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450" spc="-10" b="1">
                <a:solidFill>
                  <a:srgbClr val="050E9B"/>
                </a:solidFill>
                <a:latin typeface="Arial"/>
                <a:cs typeface="Arial"/>
              </a:rPr>
              <a:t>(time, money).</a:t>
            </a:r>
            <a:endParaRPr sz="3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5405" y="9696029"/>
            <a:ext cx="2047239" cy="472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79"/>
              </a:lnSpc>
            </a:pPr>
            <a:r>
              <a:rPr dirty="0" sz="3150" spc="-10" b="1">
                <a:latin typeface="Arial"/>
                <a:cs typeface="Arial"/>
              </a:rPr>
              <a:t>R26-IT-</a:t>
            </a:r>
            <a:r>
              <a:rPr dirty="0" sz="3150" spc="-25" b="1">
                <a:latin typeface="Arial"/>
                <a:cs typeface="Arial"/>
              </a:rPr>
              <a:t>138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072942" cy="308610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087816" y="559876"/>
            <a:ext cx="5160010" cy="566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3550"/>
              <a:t>Users</a:t>
            </a:r>
            <a:r>
              <a:rPr dirty="0" u="none" sz="3550" spc="-65"/>
              <a:t> </a:t>
            </a:r>
            <a:r>
              <a:rPr dirty="0" u="none" sz="3550"/>
              <a:t>and</a:t>
            </a:r>
            <a:r>
              <a:rPr dirty="0" u="none" sz="3550" spc="-60"/>
              <a:t> </a:t>
            </a:r>
            <a:r>
              <a:rPr dirty="0" u="none" sz="3550" spc="-10"/>
              <a:t>Stakeholders</a:t>
            </a:r>
            <a:endParaRPr sz="3550"/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10915" y="0"/>
            <a:ext cx="2077084" cy="30861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100516" y="1649016"/>
            <a:ext cx="2799715" cy="0"/>
          </a:xfrm>
          <a:custGeom>
            <a:avLst/>
            <a:gdLst/>
            <a:ahLst/>
            <a:cxnLst/>
            <a:rect l="l" t="t" r="r" b="b"/>
            <a:pathLst>
              <a:path w="2799715" h="0">
                <a:moveTo>
                  <a:pt x="0" y="0"/>
                </a:moveTo>
                <a:lnTo>
                  <a:pt x="2799346" y="0"/>
                </a:lnTo>
              </a:path>
            </a:pathLst>
          </a:custGeom>
          <a:ln w="22930">
            <a:solidFill>
              <a:srgbClr val="050E9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00516" y="2810304"/>
            <a:ext cx="2592705" cy="0"/>
          </a:xfrm>
          <a:custGeom>
            <a:avLst/>
            <a:gdLst/>
            <a:ahLst/>
            <a:cxnLst/>
            <a:rect l="l" t="t" r="r" b="b"/>
            <a:pathLst>
              <a:path w="2592704" h="0">
                <a:moveTo>
                  <a:pt x="0" y="0"/>
                </a:moveTo>
                <a:lnTo>
                  <a:pt x="2592171" y="0"/>
                </a:lnTo>
              </a:path>
            </a:pathLst>
          </a:custGeom>
          <a:ln w="22930">
            <a:solidFill>
              <a:srgbClr val="050E9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7042695"/>
            <a:ext cx="1989582" cy="32443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127516" y="7388034"/>
            <a:ext cx="3160483" cy="28989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087816" y="1101697"/>
            <a:ext cx="14859000" cy="866076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Primary</a:t>
            </a:r>
            <a:r>
              <a:rPr dirty="0" sz="3250" spc="-10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spc="-10" b="1">
                <a:solidFill>
                  <a:srgbClr val="050E9B"/>
                </a:solidFill>
                <a:latin typeface="Arial"/>
                <a:cs typeface="Arial"/>
              </a:rPr>
              <a:t>Users</a:t>
            </a:r>
            <a:endParaRPr sz="3250">
              <a:latin typeface="Arial"/>
              <a:cs typeface="Arial"/>
            </a:endParaRPr>
          </a:p>
          <a:p>
            <a:pPr marL="12700" marR="276225" indent="258445">
              <a:lnSpc>
                <a:spcPct val="117200"/>
              </a:lnSpc>
              <a:buChar char="•"/>
              <a:tabLst>
                <a:tab pos="271145" algn="l"/>
              </a:tabLst>
            </a:pP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Grade</a:t>
            </a:r>
            <a:r>
              <a:rPr dirty="0" sz="3250" spc="-114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spc="-30" b="1">
                <a:solidFill>
                  <a:srgbClr val="050E9B"/>
                </a:solidFill>
                <a:latin typeface="Arial"/>
                <a:cs typeface="Arial"/>
              </a:rPr>
              <a:t>2–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3</a:t>
            </a:r>
            <a:r>
              <a:rPr dirty="0" sz="3250" spc="-1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students</a:t>
            </a:r>
            <a:r>
              <a:rPr dirty="0" sz="3250" spc="-114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3250" spc="-1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dyscalculia</a:t>
            </a:r>
            <a:r>
              <a:rPr dirty="0" sz="3250" spc="-1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needing</a:t>
            </a:r>
            <a:r>
              <a:rPr dirty="0" sz="3250" spc="-114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3250" spc="-1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math</a:t>
            </a:r>
            <a:r>
              <a:rPr dirty="0" sz="3250" spc="-114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spc="-10" b="1">
                <a:solidFill>
                  <a:srgbClr val="050E9B"/>
                </a:solidFill>
                <a:latin typeface="Arial"/>
                <a:cs typeface="Arial"/>
              </a:rPr>
              <a:t>support. Stakeholders</a:t>
            </a:r>
            <a:endParaRPr sz="3250">
              <a:latin typeface="Arial"/>
              <a:cs typeface="Arial"/>
            </a:endParaRPr>
          </a:p>
          <a:p>
            <a:pPr marL="271145" indent="-258445">
              <a:lnSpc>
                <a:spcPct val="100000"/>
              </a:lnSpc>
              <a:spcBef>
                <a:spcPts val="675"/>
              </a:spcBef>
              <a:buChar char="•"/>
              <a:tabLst>
                <a:tab pos="271145" algn="l"/>
              </a:tabLst>
            </a:pP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Teachers</a:t>
            </a:r>
            <a:r>
              <a:rPr dirty="0" sz="32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32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monitor</a:t>
            </a:r>
            <a:r>
              <a:rPr dirty="0" sz="32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progress</a:t>
            </a:r>
            <a:r>
              <a:rPr dirty="0" sz="325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2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provide</a:t>
            </a:r>
            <a:r>
              <a:rPr dirty="0" sz="32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spc="-10" b="1">
                <a:solidFill>
                  <a:srgbClr val="050E9B"/>
                </a:solidFill>
                <a:latin typeface="Arial"/>
                <a:cs typeface="Arial"/>
              </a:rPr>
              <a:t>support.</a:t>
            </a:r>
            <a:endParaRPr sz="3250">
              <a:latin typeface="Arial"/>
              <a:cs typeface="Arial"/>
            </a:endParaRPr>
          </a:p>
          <a:p>
            <a:pPr marL="271145" indent="-258445">
              <a:lnSpc>
                <a:spcPct val="100000"/>
              </a:lnSpc>
              <a:spcBef>
                <a:spcPts val="670"/>
              </a:spcBef>
              <a:buChar char="•"/>
              <a:tabLst>
                <a:tab pos="271145" algn="l"/>
              </a:tabLst>
            </a:pPr>
            <a:r>
              <a:rPr dirty="0" sz="3250" spc="-10" b="1">
                <a:solidFill>
                  <a:srgbClr val="050E9B"/>
                </a:solidFill>
                <a:latin typeface="Arial"/>
                <a:cs typeface="Arial"/>
              </a:rPr>
              <a:t>Parents/Guardians</a:t>
            </a:r>
            <a:r>
              <a:rPr dirty="0" sz="32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32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assist</a:t>
            </a:r>
            <a:r>
              <a:rPr dirty="0" sz="32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2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at</a:t>
            </a:r>
            <a:r>
              <a:rPr dirty="0" sz="32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spc="-10" b="1">
                <a:solidFill>
                  <a:srgbClr val="050E9B"/>
                </a:solidFill>
                <a:latin typeface="Arial"/>
                <a:cs typeface="Arial"/>
              </a:rPr>
              <a:t>home.</a:t>
            </a:r>
            <a:endParaRPr sz="3250">
              <a:latin typeface="Arial"/>
              <a:cs typeface="Arial"/>
            </a:endParaRPr>
          </a:p>
          <a:p>
            <a:pPr marL="271145" indent="-258445">
              <a:lnSpc>
                <a:spcPct val="100000"/>
              </a:lnSpc>
              <a:spcBef>
                <a:spcPts val="675"/>
              </a:spcBef>
              <a:buChar char="•"/>
              <a:tabLst>
                <a:tab pos="271145" algn="l"/>
              </a:tabLst>
            </a:pPr>
            <a:r>
              <a:rPr dirty="0" sz="3250" spc="-10" b="1">
                <a:solidFill>
                  <a:srgbClr val="050E9B"/>
                </a:solidFill>
                <a:latin typeface="Arial"/>
                <a:cs typeface="Arial"/>
              </a:rPr>
              <a:t>Schools/Educational</a:t>
            </a:r>
            <a:r>
              <a:rPr dirty="0" sz="3250" spc="-1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institutions</a:t>
            </a:r>
            <a:r>
              <a:rPr dirty="0" sz="3250" spc="-114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3250" spc="-1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r>
              <a:rPr dirty="0" sz="3250" spc="-114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inclusive</a:t>
            </a:r>
            <a:r>
              <a:rPr dirty="0" sz="3250" spc="-114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spc="-10" b="1">
                <a:solidFill>
                  <a:srgbClr val="050E9B"/>
                </a:solidFill>
                <a:latin typeface="Arial"/>
                <a:cs typeface="Arial"/>
              </a:rPr>
              <a:t>education.</a:t>
            </a:r>
            <a:endParaRPr sz="3250">
              <a:latin typeface="Arial"/>
              <a:cs typeface="Arial"/>
            </a:endParaRPr>
          </a:p>
          <a:p>
            <a:pPr marL="271145" indent="-258445">
              <a:lnSpc>
                <a:spcPct val="100000"/>
              </a:lnSpc>
              <a:spcBef>
                <a:spcPts val="670"/>
              </a:spcBef>
              <a:buChar char="•"/>
              <a:tabLst>
                <a:tab pos="271145" algn="l"/>
              </a:tabLst>
            </a:pPr>
            <a:r>
              <a:rPr dirty="0" sz="3250" spc="-20" b="1">
                <a:solidFill>
                  <a:srgbClr val="050E9B"/>
                </a:solidFill>
                <a:latin typeface="Arial"/>
                <a:cs typeface="Arial"/>
              </a:rPr>
              <a:t>Therapists/Researchers</a:t>
            </a:r>
            <a:r>
              <a:rPr dirty="0" sz="325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32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analyze</a:t>
            </a:r>
            <a:r>
              <a:rPr dirty="0" sz="325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2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patterns</a:t>
            </a:r>
            <a:r>
              <a:rPr dirty="0" sz="32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25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250" spc="-10" b="1">
                <a:solidFill>
                  <a:srgbClr val="050E9B"/>
                </a:solidFill>
                <a:latin typeface="Arial"/>
                <a:cs typeface="Arial"/>
              </a:rPr>
              <a:t>interventions.</a:t>
            </a:r>
            <a:endParaRPr sz="3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Font typeface="Arial"/>
              <a:buChar char="•"/>
            </a:pP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550" b="1">
                <a:latin typeface="Arial"/>
                <a:cs typeface="Arial"/>
              </a:rPr>
              <a:t>Impact</a:t>
            </a:r>
            <a:r>
              <a:rPr dirty="0" sz="3550" spc="-45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of</a:t>
            </a:r>
            <a:r>
              <a:rPr dirty="0" sz="3550" spc="-45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the</a:t>
            </a:r>
            <a:r>
              <a:rPr dirty="0" sz="3550" spc="-40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Problem</a:t>
            </a:r>
            <a:r>
              <a:rPr dirty="0" sz="3550" spc="-45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on</a:t>
            </a:r>
            <a:r>
              <a:rPr dirty="0" sz="3550" spc="-40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Users</a:t>
            </a:r>
            <a:r>
              <a:rPr dirty="0" sz="3550" spc="-45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and</a:t>
            </a:r>
            <a:r>
              <a:rPr dirty="0" sz="3550" spc="-40" b="1">
                <a:latin typeface="Arial"/>
                <a:cs typeface="Arial"/>
              </a:rPr>
              <a:t> </a:t>
            </a:r>
            <a:r>
              <a:rPr dirty="0" sz="3550" spc="-10" b="1">
                <a:latin typeface="Arial"/>
                <a:cs typeface="Arial"/>
              </a:rPr>
              <a:t>Society</a:t>
            </a:r>
            <a:endParaRPr sz="35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665"/>
              </a:spcBef>
              <a:buChar char="•"/>
              <a:tabLst>
                <a:tab pos="274955" algn="l"/>
              </a:tabLst>
            </a:pP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Students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dyscalculia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may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develop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low</a:t>
            </a:r>
            <a:r>
              <a:rPr dirty="0" sz="33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confidence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math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50E9B"/>
                </a:solidFill>
                <a:latin typeface="Arial"/>
                <a:cs typeface="Arial"/>
              </a:rPr>
              <a:t>anxiety.</a:t>
            </a:r>
            <a:endParaRPr sz="330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660"/>
              </a:spcBef>
              <a:buChar char="•"/>
              <a:tabLst>
                <a:tab pos="274955" algn="l"/>
              </a:tabLst>
            </a:pP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Lack</a:t>
            </a:r>
            <a:r>
              <a:rPr dirty="0" sz="330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of</a:t>
            </a:r>
            <a:r>
              <a:rPr dirty="0" sz="33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early</a:t>
            </a:r>
            <a:r>
              <a:rPr dirty="0" sz="33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r>
              <a:rPr dirty="0" sz="33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can</a:t>
            </a:r>
            <a:r>
              <a:rPr dirty="0" sz="33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increase</a:t>
            </a:r>
            <a:r>
              <a:rPr dirty="0" sz="33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33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academic</a:t>
            </a:r>
            <a:r>
              <a:rPr dirty="0" sz="33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gap</a:t>
            </a:r>
            <a:r>
              <a:rPr dirty="0" sz="33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33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50E9B"/>
                </a:solidFill>
                <a:latin typeface="Arial"/>
                <a:cs typeface="Arial"/>
              </a:rPr>
              <a:t>peers.</a:t>
            </a:r>
            <a:endParaRPr sz="3300">
              <a:latin typeface="Arial"/>
              <a:cs typeface="Arial"/>
            </a:endParaRPr>
          </a:p>
          <a:p>
            <a:pPr marL="274320" marR="1215390" indent="-262255">
              <a:lnSpc>
                <a:spcPct val="116599"/>
              </a:lnSpc>
              <a:buChar char="•"/>
              <a:tabLst>
                <a:tab pos="361950" algn="l"/>
              </a:tabLst>
            </a:pP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Teachers</a:t>
            </a:r>
            <a:r>
              <a:rPr dirty="0" sz="33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may</a:t>
            </a:r>
            <a:r>
              <a:rPr dirty="0" sz="33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find</a:t>
            </a:r>
            <a:r>
              <a:rPr dirty="0" sz="33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it</a:t>
            </a:r>
            <a:r>
              <a:rPr dirty="0" sz="33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difficult</a:t>
            </a:r>
            <a:r>
              <a:rPr dirty="0" sz="33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to</a:t>
            </a:r>
            <a:r>
              <a:rPr dirty="0" sz="33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identify</a:t>
            </a:r>
            <a:r>
              <a:rPr dirty="0" sz="33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3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difficulties</a:t>
            </a:r>
            <a:r>
              <a:rPr dirty="0" sz="33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in</a:t>
            </a:r>
            <a:r>
              <a:rPr dirty="0" sz="33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spc="-20" b="1">
                <a:solidFill>
                  <a:srgbClr val="050E9B"/>
                </a:solidFill>
                <a:latin typeface="Arial"/>
                <a:cs typeface="Arial"/>
              </a:rPr>
              <a:t>large </a:t>
            </a:r>
            <a:r>
              <a:rPr dirty="0" sz="3300" spc="-2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3300" spc="-10" b="1">
                <a:solidFill>
                  <a:srgbClr val="050E9B"/>
                </a:solidFill>
                <a:latin typeface="Arial"/>
                <a:cs typeface="Arial"/>
              </a:rPr>
              <a:t>classrooms.</a:t>
            </a:r>
            <a:endParaRPr sz="3300">
              <a:latin typeface="Arial"/>
              <a:cs typeface="Arial"/>
            </a:endParaRPr>
          </a:p>
          <a:p>
            <a:pPr marL="274320" marR="1747520" indent="-262255">
              <a:lnSpc>
                <a:spcPct val="116599"/>
              </a:lnSpc>
              <a:buChar char="•"/>
              <a:tabLst>
                <a:tab pos="361950" algn="l"/>
              </a:tabLst>
            </a:pP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Poor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numeracy</a:t>
            </a:r>
            <a:r>
              <a:rPr dirty="0" sz="33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skills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can</a:t>
            </a:r>
            <a:r>
              <a:rPr dirty="0" sz="33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affect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future</a:t>
            </a:r>
            <a:r>
              <a:rPr dirty="0" sz="33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education,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jobs,</a:t>
            </a:r>
            <a:r>
              <a:rPr dirty="0" sz="33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3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050E9B"/>
                </a:solidFill>
                <a:latin typeface="Arial"/>
                <a:cs typeface="Arial"/>
              </a:rPr>
              <a:t>daily 	decisions.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75405" y="9696029"/>
            <a:ext cx="2047239" cy="472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79"/>
              </a:lnSpc>
            </a:pPr>
            <a:r>
              <a:rPr dirty="0" sz="3150" spc="-10" b="1">
                <a:latin typeface="Arial"/>
                <a:cs typeface="Arial"/>
              </a:rPr>
              <a:t>R26-IT-</a:t>
            </a:r>
            <a:r>
              <a:rPr dirty="0" sz="3150" spc="-25" b="1">
                <a:latin typeface="Arial"/>
                <a:cs typeface="Arial"/>
              </a:rPr>
              <a:t>138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10915" y="0"/>
            <a:ext cx="2077084" cy="30861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989582" y="2604585"/>
            <a:ext cx="2134235" cy="0"/>
          </a:xfrm>
          <a:custGeom>
            <a:avLst/>
            <a:gdLst/>
            <a:ahLst/>
            <a:cxnLst/>
            <a:rect l="l" t="t" r="r" b="b"/>
            <a:pathLst>
              <a:path w="2134235" h="0">
                <a:moveTo>
                  <a:pt x="0" y="0"/>
                </a:moveTo>
                <a:lnTo>
                  <a:pt x="2133650" y="0"/>
                </a:lnTo>
              </a:path>
            </a:pathLst>
          </a:custGeom>
          <a:ln w="22225">
            <a:solidFill>
              <a:srgbClr val="050E9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425690"/>
            <a:ext cx="1989582" cy="286130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80627" y="7425690"/>
            <a:ext cx="2907372" cy="28613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60765" y="385057"/>
            <a:ext cx="15706725" cy="912812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750"/>
              </a:spcBef>
            </a:pPr>
            <a:r>
              <a:rPr dirty="0" sz="3150" b="1">
                <a:latin typeface="Arial"/>
                <a:cs typeface="Arial"/>
              </a:rPr>
              <a:t>Existing</a:t>
            </a:r>
            <a:r>
              <a:rPr dirty="0" sz="3150" spc="-6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Solutions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and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Their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Limitations</a:t>
            </a:r>
            <a:endParaRPr sz="3150">
              <a:latin typeface="Arial"/>
              <a:cs typeface="Arial"/>
            </a:endParaRPr>
          </a:p>
          <a:p>
            <a:pPr marL="378460" marR="1431925" indent="-250825">
              <a:lnSpc>
                <a:spcPct val="117200"/>
              </a:lnSpc>
              <a:buChar char="•"/>
              <a:tabLst>
                <a:tab pos="46164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Existing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systems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such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as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Calcularis,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ST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Math,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Dynamo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Math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provide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digital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math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activities.</a:t>
            </a:r>
            <a:endParaRPr sz="3150">
              <a:latin typeface="Arial"/>
              <a:cs typeface="Arial"/>
            </a:endParaRPr>
          </a:p>
          <a:p>
            <a:pPr marL="128270">
              <a:lnSpc>
                <a:spcPct val="100000"/>
              </a:lnSpc>
              <a:spcBef>
                <a:spcPts val="655"/>
              </a:spcBef>
            </a:pP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Limitations</a:t>
            </a:r>
            <a:endParaRPr sz="3150">
              <a:latin typeface="Arial"/>
              <a:cs typeface="Arial"/>
            </a:endParaRPr>
          </a:p>
          <a:p>
            <a:pPr marL="379095" indent="-250825">
              <a:lnSpc>
                <a:spcPct val="100000"/>
              </a:lnSpc>
              <a:spcBef>
                <a:spcPts val="650"/>
              </a:spcBef>
              <a:buChar char="•"/>
              <a:tabLst>
                <a:tab pos="37909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Limited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personalization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dyscalculia-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specific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difficulties.</a:t>
            </a:r>
            <a:endParaRPr sz="3150">
              <a:latin typeface="Arial"/>
              <a:cs typeface="Arial"/>
            </a:endParaRPr>
          </a:p>
          <a:p>
            <a:pPr marL="379095" indent="-250825">
              <a:lnSpc>
                <a:spcPct val="100000"/>
              </a:lnSpc>
              <a:spcBef>
                <a:spcPts val="655"/>
              </a:spcBef>
              <a:buChar char="•"/>
              <a:tabLst>
                <a:tab pos="37909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Provide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simple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right/wrong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feedback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instead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of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identifying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misconceptions.</a:t>
            </a:r>
            <a:endParaRPr sz="3150">
              <a:latin typeface="Arial"/>
              <a:cs typeface="Arial"/>
            </a:endParaRPr>
          </a:p>
          <a:p>
            <a:pPr marL="379095" indent="-250825">
              <a:lnSpc>
                <a:spcPct val="100000"/>
              </a:lnSpc>
              <a:spcBef>
                <a:spcPts val="650"/>
              </a:spcBef>
              <a:buChar char="•"/>
              <a:tabLst>
                <a:tab pos="37909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Lack</a:t>
            </a:r>
            <a:r>
              <a:rPr dirty="0" sz="31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real-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time</a:t>
            </a:r>
            <a:r>
              <a:rPr dirty="0" sz="31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adaptive</a:t>
            </a:r>
            <a:r>
              <a:rPr dirty="0" sz="31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hints</a:t>
            </a:r>
            <a:r>
              <a:rPr dirty="0" sz="31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1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feedback.</a:t>
            </a:r>
            <a:endParaRPr sz="3150">
              <a:latin typeface="Arial"/>
              <a:cs typeface="Arial"/>
            </a:endParaRPr>
          </a:p>
          <a:p>
            <a:pPr marL="379095" indent="-250825">
              <a:lnSpc>
                <a:spcPct val="100000"/>
              </a:lnSpc>
              <a:spcBef>
                <a:spcPts val="650"/>
              </a:spcBef>
              <a:buChar char="•"/>
              <a:tabLst>
                <a:tab pos="37909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Limited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r>
              <a:rPr dirty="0" sz="31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connecting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school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practice.</a:t>
            </a:r>
            <a:endParaRPr sz="3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90"/>
              </a:spcBef>
              <a:buClr>
                <a:srgbClr val="050E9B"/>
              </a:buClr>
              <a:buFont typeface="Arial"/>
              <a:buChar char="•"/>
            </a:pPr>
            <a:endParaRPr sz="3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150" b="1">
                <a:latin typeface="Arial"/>
                <a:cs typeface="Arial"/>
              </a:rPr>
              <a:t>Proposed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Solution</a:t>
            </a:r>
            <a:endParaRPr sz="3150">
              <a:latin typeface="Arial"/>
              <a:cs typeface="Arial"/>
            </a:endParaRPr>
          </a:p>
          <a:p>
            <a:pPr lvl="1" marL="346075" marR="5080" indent="349885">
              <a:lnSpc>
                <a:spcPct val="117400"/>
              </a:lnSpc>
              <a:buFont typeface="Arial"/>
              <a:buChar char="•"/>
              <a:tabLst>
                <a:tab pos="695960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intelligent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adaptive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designed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students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dyscalculia. </a:t>
            </a:r>
            <a:r>
              <a:rPr dirty="0" sz="3150" b="1">
                <a:latin typeface="Arial"/>
                <a:cs typeface="Arial"/>
              </a:rPr>
              <a:t>Key</a:t>
            </a:r>
            <a:r>
              <a:rPr dirty="0" sz="3150" spc="-10" b="1">
                <a:latin typeface="Arial"/>
                <a:cs typeface="Arial"/>
              </a:rPr>
              <a:t> Features</a:t>
            </a:r>
            <a:endParaRPr sz="3150">
              <a:latin typeface="Arial"/>
              <a:cs typeface="Arial"/>
            </a:endParaRPr>
          </a:p>
          <a:p>
            <a:pPr lvl="1" marL="695960" indent="-34163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695960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paths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based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on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progress.</a:t>
            </a:r>
            <a:endParaRPr sz="3150">
              <a:latin typeface="Arial"/>
              <a:cs typeface="Arial"/>
            </a:endParaRPr>
          </a:p>
          <a:p>
            <a:pPr lvl="1" marL="807720" indent="-453390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807720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Machine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learning–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based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misconception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detection.</a:t>
            </a:r>
            <a:endParaRPr sz="3150">
              <a:latin typeface="Arial"/>
              <a:cs typeface="Arial"/>
            </a:endParaRPr>
          </a:p>
          <a:p>
            <a:pPr lvl="1" marL="807720" indent="-45339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807720" algn="l"/>
              </a:tabLst>
            </a:pP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Real-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time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hints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feedback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during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problem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solving.</a:t>
            </a:r>
            <a:endParaRPr sz="3150">
              <a:latin typeface="Arial"/>
              <a:cs typeface="Arial"/>
            </a:endParaRPr>
          </a:p>
          <a:p>
            <a:pPr lvl="1" marL="807720" indent="-453390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807720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analytics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teachers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parents.</a:t>
            </a:r>
            <a:endParaRPr sz="3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5405" y="9696029"/>
            <a:ext cx="2047239" cy="472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79"/>
              </a:lnSpc>
            </a:pPr>
            <a:r>
              <a:rPr dirty="0" sz="3150" spc="-10" b="1">
                <a:latin typeface="Arial"/>
                <a:cs typeface="Arial"/>
              </a:rPr>
              <a:t>R26-IT-</a:t>
            </a:r>
            <a:r>
              <a:rPr dirty="0" sz="3150" spc="-25" b="1">
                <a:latin typeface="Arial"/>
                <a:cs typeface="Arial"/>
              </a:rPr>
              <a:t>138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10915" y="0"/>
            <a:ext cx="2077084" cy="3086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96197" y="7200900"/>
            <a:ext cx="3291801" cy="30861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50682" y="1849856"/>
            <a:ext cx="16290925" cy="660844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3350" b="1">
                <a:latin typeface="Arial"/>
                <a:cs typeface="Arial"/>
              </a:rPr>
              <a:t>Individual</a:t>
            </a:r>
            <a:r>
              <a:rPr dirty="0" sz="3350" spc="-114" b="1">
                <a:latin typeface="Arial"/>
                <a:cs typeface="Arial"/>
              </a:rPr>
              <a:t> </a:t>
            </a:r>
            <a:r>
              <a:rPr dirty="0" sz="3350" b="1">
                <a:latin typeface="Arial"/>
                <a:cs typeface="Arial"/>
              </a:rPr>
              <a:t>Students’</a:t>
            </a:r>
            <a:r>
              <a:rPr dirty="0" sz="3350" spc="-114" b="1">
                <a:latin typeface="Arial"/>
                <a:cs typeface="Arial"/>
              </a:rPr>
              <a:t> </a:t>
            </a:r>
            <a:r>
              <a:rPr dirty="0" sz="3350" spc="-10" b="1">
                <a:latin typeface="Arial"/>
                <a:cs typeface="Arial"/>
              </a:rPr>
              <a:t>Components</a:t>
            </a:r>
            <a:endParaRPr sz="3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includes</a:t>
            </a:r>
            <a:r>
              <a:rPr dirty="0" sz="33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four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main</a:t>
            </a:r>
            <a:r>
              <a:rPr dirty="0" sz="33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components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developed</a:t>
            </a:r>
            <a:r>
              <a:rPr dirty="0" sz="33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by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team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spc="-10" b="1">
                <a:solidFill>
                  <a:srgbClr val="050E9B"/>
                </a:solidFill>
                <a:latin typeface="Arial"/>
                <a:cs typeface="Arial"/>
              </a:rPr>
              <a:t>members:</a:t>
            </a:r>
            <a:endParaRPr sz="3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3350">
              <a:latin typeface="Arial"/>
              <a:cs typeface="Arial"/>
            </a:endParaRPr>
          </a:p>
          <a:p>
            <a:pPr marL="12700" marR="6350" indent="266065">
              <a:lnSpc>
                <a:spcPct val="117200"/>
              </a:lnSpc>
              <a:spcBef>
                <a:spcPts val="5"/>
              </a:spcBef>
              <a:buChar char="•"/>
              <a:tabLst>
                <a:tab pos="278765" algn="l"/>
              </a:tabLst>
            </a:pP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Math</a:t>
            </a:r>
            <a:r>
              <a:rPr dirty="0" sz="33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Engine</a:t>
            </a:r>
            <a:r>
              <a:rPr dirty="0" sz="33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Generates</a:t>
            </a:r>
            <a:r>
              <a:rPr dirty="0" sz="33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adaptive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math</a:t>
            </a:r>
            <a:r>
              <a:rPr dirty="0" sz="33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activities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spc="-10" b="1">
                <a:solidFill>
                  <a:srgbClr val="050E9B"/>
                </a:solidFill>
                <a:latin typeface="Arial"/>
                <a:cs typeface="Arial"/>
              </a:rPr>
              <a:t>based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on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spc="-10" b="1">
                <a:solidFill>
                  <a:srgbClr val="050E9B"/>
                </a:solidFill>
                <a:latin typeface="Arial"/>
                <a:cs typeface="Arial"/>
              </a:rPr>
              <a:t>progress.</a:t>
            </a:r>
            <a:endParaRPr sz="3350">
              <a:latin typeface="Arial"/>
              <a:cs typeface="Arial"/>
            </a:endParaRPr>
          </a:p>
          <a:p>
            <a:pPr marL="12700" marR="264160" indent="266065">
              <a:lnSpc>
                <a:spcPct val="117200"/>
              </a:lnSpc>
              <a:buChar char="•"/>
              <a:tabLst>
                <a:tab pos="278765" algn="l"/>
              </a:tabLst>
            </a:pP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33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Hint</a:t>
            </a:r>
            <a:r>
              <a:rPr dirty="0" sz="33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&amp;</a:t>
            </a:r>
            <a:r>
              <a:rPr dirty="0" sz="33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Feedback</a:t>
            </a:r>
            <a:r>
              <a:rPr dirty="0" sz="33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Engine</a:t>
            </a:r>
            <a:r>
              <a:rPr dirty="0" sz="33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33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Detects</a:t>
            </a:r>
            <a:r>
              <a:rPr dirty="0" sz="33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misconceptions</a:t>
            </a:r>
            <a:r>
              <a:rPr dirty="0" sz="33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3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spc="-10" b="1">
                <a:solidFill>
                  <a:srgbClr val="050E9B"/>
                </a:solidFill>
                <a:latin typeface="Arial"/>
                <a:cs typeface="Arial"/>
              </a:rPr>
              <a:t>provides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3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hints</a:t>
            </a:r>
            <a:r>
              <a:rPr dirty="0" sz="3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using</a:t>
            </a:r>
            <a:r>
              <a:rPr dirty="0" sz="3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machine</a:t>
            </a:r>
            <a:r>
              <a:rPr dirty="0" sz="33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spc="-10" b="1">
                <a:solidFill>
                  <a:srgbClr val="050E9B"/>
                </a:solidFill>
                <a:latin typeface="Arial"/>
                <a:cs typeface="Arial"/>
              </a:rPr>
              <a:t>learning.</a:t>
            </a:r>
            <a:endParaRPr sz="3350">
              <a:latin typeface="Arial"/>
              <a:cs typeface="Arial"/>
            </a:endParaRPr>
          </a:p>
          <a:p>
            <a:pPr marL="12700" marR="429895" indent="266065">
              <a:lnSpc>
                <a:spcPct val="117200"/>
              </a:lnSpc>
              <a:buChar char="•"/>
              <a:tabLst>
                <a:tab pos="278765" algn="l"/>
              </a:tabLst>
            </a:pP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3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Insight</a:t>
            </a:r>
            <a:r>
              <a:rPr dirty="0" sz="33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&amp;</a:t>
            </a:r>
            <a:r>
              <a:rPr dirty="0" sz="33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Early</a:t>
            </a:r>
            <a:r>
              <a:rPr dirty="0" sz="33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Warning</a:t>
            </a:r>
            <a:r>
              <a:rPr dirty="0" sz="33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33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33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Analyzes</a:t>
            </a:r>
            <a:r>
              <a:rPr dirty="0" sz="33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3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33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to</a:t>
            </a:r>
            <a:r>
              <a:rPr dirty="0" sz="33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spc="-10" b="1">
                <a:solidFill>
                  <a:srgbClr val="050E9B"/>
                </a:solidFill>
                <a:latin typeface="Arial"/>
                <a:cs typeface="Arial"/>
              </a:rPr>
              <a:t>identify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3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3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spc="-10" b="1">
                <a:solidFill>
                  <a:srgbClr val="050E9B"/>
                </a:solidFill>
                <a:latin typeface="Arial"/>
                <a:cs typeface="Arial"/>
              </a:rPr>
              <a:t>risks.</a:t>
            </a:r>
            <a:endParaRPr sz="3350">
              <a:latin typeface="Arial"/>
              <a:cs typeface="Arial"/>
            </a:endParaRPr>
          </a:p>
          <a:p>
            <a:pPr marL="12700" marR="5080" indent="266065">
              <a:lnSpc>
                <a:spcPct val="117200"/>
              </a:lnSpc>
              <a:buChar char="•"/>
              <a:tabLst>
                <a:tab pos="278765" algn="l"/>
              </a:tabLst>
            </a:pP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Parent</a:t>
            </a:r>
            <a:r>
              <a:rPr dirty="0" sz="33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r>
              <a:rPr dirty="0" sz="33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&amp;</a:t>
            </a:r>
            <a:r>
              <a:rPr dirty="0" sz="33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33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33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Portal</a:t>
            </a:r>
            <a:r>
              <a:rPr dirty="0" sz="33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33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Provides</a:t>
            </a:r>
            <a:r>
              <a:rPr dirty="0" sz="33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33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3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activities</a:t>
            </a:r>
            <a:r>
              <a:rPr dirty="0" sz="33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spc="-25" b="1">
                <a:solidFill>
                  <a:srgbClr val="050E9B"/>
                </a:solidFill>
                <a:latin typeface="Arial"/>
                <a:cs typeface="Arial"/>
              </a:rPr>
              <a:t>and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progress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updates</a:t>
            </a:r>
            <a:r>
              <a:rPr dirty="0" sz="3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33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350" spc="-10" b="1">
                <a:solidFill>
                  <a:srgbClr val="050E9B"/>
                </a:solidFill>
                <a:latin typeface="Arial"/>
                <a:cs typeface="Arial"/>
              </a:rPr>
              <a:t>parents.</a:t>
            </a:r>
            <a:endParaRPr sz="3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5405" y="9696029"/>
            <a:ext cx="2047239" cy="472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79"/>
              </a:lnSpc>
            </a:pPr>
            <a:r>
              <a:rPr dirty="0" sz="3150" spc="-10" b="1">
                <a:latin typeface="Arial"/>
                <a:cs typeface="Arial"/>
              </a:rPr>
              <a:t>R26-IT-</a:t>
            </a:r>
            <a:r>
              <a:rPr dirty="0" sz="3150" spc="-25" b="1">
                <a:latin typeface="Arial"/>
                <a:cs typeface="Arial"/>
              </a:rPr>
              <a:t>138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72183" y="0"/>
            <a:ext cx="4115816" cy="347087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50646" y="2947897"/>
            <a:ext cx="16186150" cy="2392045"/>
          </a:xfrm>
          <a:prstGeom prst="rect"/>
        </p:spPr>
        <p:txBody>
          <a:bodyPr wrap="square" lIns="0" tIns="3771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70"/>
              </a:spcBef>
            </a:pPr>
            <a:r>
              <a:rPr dirty="0" u="none" sz="8450" b="0">
                <a:latin typeface="Times New Roman"/>
                <a:cs typeface="Times New Roman"/>
              </a:rPr>
              <a:t>IT22224316</a:t>
            </a:r>
            <a:r>
              <a:rPr dirty="0" u="none" sz="8450" spc="-5" b="0">
                <a:latin typeface="Times New Roman"/>
                <a:cs typeface="Times New Roman"/>
              </a:rPr>
              <a:t> </a:t>
            </a:r>
            <a:r>
              <a:rPr dirty="0" u="none" sz="8450" b="0">
                <a:latin typeface="Times New Roman"/>
                <a:cs typeface="Times New Roman"/>
              </a:rPr>
              <a:t>|DHANANJANI</a:t>
            </a:r>
            <a:r>
              <a:rPr dirty="0" u="none" sz="8450" spc="-5" b="0">
                <a:latin typeface="Times New Roman"/>
                <a:cs typeface="Times New Roman"/>
              </a:rPr>
              <a:t> </a:t>
            </a:r>
            <a:r>
              <a:rPr dirty="0" u="none" sz="8450" spc="-10" b="0">
                <a:latin typeface="Times New Roman"/>
                <a:cs typeface="Times New Roman"/>
              </a:rPr>
              <a:t>G.A.U.</a:t>
            </a:r>
            <a:endParaRPr sz="8450">
              <a:latin typeface="Times New Roman"/>
              <a:cs typeface="Times New Roman"/>
            </a:endParaRPr>
          </a:p>
          <a:p>
            <a:pPr algn="ctr" marR="257810">
              <a:lnSpc>
                <a:spcPct val="100000"/>
              </a:lnSpc>
              <a:spcBef>
                <a:spcPts val="1240"/>
              </a:spcBef>
            </a:pPr>
            <a:r>
              <a:rPr dirty="0" u="none" sz="3650"/>
              <a:t>Personalized</a:t>
            </a:r>
            <a:r>
              <a:rPr dirty="0" u="none" sz="3650" spc="-30"/>
              <a:t> </a:t>
            </a:r>
            <a:r>
              <a:rPr dirty="0" u="none" sz="3650"/>
              <a:t>Math</a:t>
            </a:r>
            <a:r>
              <a:rPr dirty="0" u="none" sz="3650" spc="-30"/>
              <a:t> </a:t>
            </a:r>
            <a:r>
              <a:rPr dirty="0" u="none" sz="3650"/>
              <a:t>Learning</a:t>
            </a:r>
            <a:r>
              <a:rPr dirty="0" u="none" sz="3650" spc="-25"/>
              <a:t> </a:t>
            </a:r>
            <a:r>
              <a:rPr dirty="0" u="none" sz="3650" spc="-10"/>
              <a:t>Engine</a:t>
            </a:r>
            <a:endParaRPr sz="365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86673" y="5803740"/>
            <a:ext cx="14324965" cy="3684904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3150" b="1">
                <a:latin typeface="Arial"/>
                <a:cs typeface="Arial"/>
              </a:rPr>
              <a:t>Contribution</a:t>
            </a:r>
            <a:r>
              <a:rPr dirty="0" sz="3150" spc="-6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of</a:t>
            </a:r>
            <a:r>
              <a:rPr dirty="0" sz="3150" spc="-6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your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component</a:t>
            </a:r>
            <a:r>
              <a:rPr dirty="0" sz="3150" spc="-6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to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the</a:t>
            </a:r>
            <a:r>
              <a:rPr dirty="0" sz="3150" spc="-6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overall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solution</a:t>
            </a:r>
            <a:endParaRPr sz="3150">
              <a:latin typeface="Arial"/>
              <a:cs typeface="Arial"/>
            </a:endParaRPr>
          </a:p>
          <a:p>
            <a:pPr marL="1002030" indent="-27813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100203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Focuses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on</a:t>
            </a:r>
            <a:r>
              <a:rPr dirty="0" sz="25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5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5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Math</a:t>
            </a:r>
            <a:r>
              <a:rPr dirty="0" sz="25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Engine</a:t>
            </a:r>
            <a:endParaRPr sz="2550">
              <a:latin typeface="Arial"/>
              <a:cs typeface="Arial"/>
            </a:endParaRPr>
          </a:p>
          <a:p>
            <a:pPr marL="1002030" indent="-27813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100203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Analyzes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5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interactions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5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math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activities</a:t>
            </a:r>
            <a:endParaRPr sz="2550">
              <a:latin typeface="Arial"/>
              <a:cs typeface="Arial"/>
            </a:endParaRPr>
          </a:p>
          <a:p>
            <a:pPr marL="1002030" indent="-278130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100203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Adapts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task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difficulty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based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on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progress</a:t>
            </a:r>
            <a:endParaRPr sz="2550">
              <a:latin typeface="Arial"/>
              <a:cs typeface="Arial"/>
            </a:endParaRPr>
          </a:p>
          <a:p>
            <a:pPr marL="1002030" indent="-27813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100203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Models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knowledge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identifies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weak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math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skills</a:t>
            </a:r>
            <a:endParaRPr sz="2550">
              <a:latin typeface="Arial"/>
              <a:cs typeface="Arial"/>
            </a:endParaRPr>
          </a:p>
          <a:p>
            <a:pPr marL="1002030" indent="-27813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100203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Generates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paths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each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endParaRPr sz="2550">
              <a:latin typeface="Arial"/>
              <a:cs typeface="Arial"/>
            </a:endParaRPr>
          </a:p>
          <a:p>
            <a:pPr marL="1002030" indent="-278130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100203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Helps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students</a:t>
            </a:r>
            <a:r>
              <a:rPr dirty="0" sz="25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weak</a:t>
            </a:r>
            <a:r>
              <a:rPr dirty="0" sz="25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areas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5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gradually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improve</a:t>
            </a:r>
            <a:endParaRPr sz="2550">
              <a:latin typeface="Arial"/>
              <a:cs typeface="Arial"/>
            </a:endParaRPr>
          </a:p>
          <a:p>
            <a:pPr marL="1002030" indent="-27813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100203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Supports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by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enhancing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effectiveness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children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dyscalculia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3677285" cy="337419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821031" y="0"/>
            <a:ext cx="5466968" cy="3374190"/>
          </a:xfrm>
          <a:prstGeom prst="rect">
            <a:avLst/>
          </a:prstGeom>
        </p:spPr>
      </p:pic>
      <p:sp>
        <p:nvSpPr>
          <p:cNvPr id="644" name="object 64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3672" rIns="0" bIns="0" rtlCol="0" vert="horz">
            <a:spAutoFit/>
          </a:bodyPr>
          <a:lstStyle/>
          <a:p>
            <a:pPr marL="791845">
              <a:lnSpc>
                <a:spcPct val="100000"/>
              </a:lnSpc>
              <a:spcBef>
                <a:spcPts val="100"/>
              </a:spcBef>
            </a:pPr>
            <a:r>
              <a:rPr dirty="0" u="none" sz="3850"/>
              <a:t>Personalized</a:t>
            </a:r>
            <a:r>
              <a:rPr dirty="0" u="none" sz="3850" spc="-70"/>
              <a:t> </a:t>
            </a:r>
            <a:r>
              <a:rPr dirty="0" u="none" sz="3850"/>
              <a:t>Math</a:t>
            </a:r>
            <a:r>
              <a:rPr dirty="0" u="none" sz="3850" spc="-70"/>
              <a:t> </a:t>
            </a:r>
            <a:r>
              <a:rPr dirty="0" u="none" sz="3850"/>
              <a:t>Learning</a:t>
            </a:r>
            <a:r>
              <a:rPr dirty="0" u="none" sz="3850" spc="-65"/>
              <a:t> </a:t>
            </a:r>
            <a:r>
              <a:rPr dirty="0" u="none" sz="3850" spc="-10"/>
              <a:t>Engine</a:t>
            </a:r>
            <a:endParaRPr sz="3850"/>
          </a:p>
        </p:txBody>
      </p:sp>
      <p:grpSp>
        <p:nvGrpSpPr>
          <p:cNvPr id="7" name="object 7"/>
          <p:cNvGrpSpPr/>
          <p:nvPr/>
        </p:nvGrpSpPr>
        <p:grpSpPr>
          <a:xfrm>
            <a:off x="3718902" y="1581556"/>
            <a:ext cx="588645" cy="217804"/>
            <a:chOff x="3718902" y="1581556"/>
            <a:chExt cx="588645" cy="217804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18902" y="1581556"/>
              <a:ext cx="40868" cy="2137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4955" y="1585925"/>
              <a:ext cx="91071" cy="2129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01198" y="1581556"/>
              <a:ext cx="40881" cy="2137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74591" y="1636915"/>
              <a:ext cx="159740" cy="1619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66031" y="1636915"/>
              <a:ext cx="141084" cy="158356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44747" y="2072881"/>
            <a:ext cx="73818" cy="7382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194118" y="1997087"/>
            <a:ext cx="790575" cy="221615"/>
            <a:chOff x="2194118" y="1997087"/>
            <a:chExt cx="790575" cy="221615"/>
          </a:xfrm>
        </p:grpSpPr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94118" y="1997087"/>
              <a:ext cx="173831" cy="2210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94371" y="2056015"/>
              <a:ext cx="159743" cy="1619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83225" y="2056015"/>
              <a:ext cx="227608" cy="1583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39664" y="2056015"/>
              <a:ext cx="144467" cy="16192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099282" y="2000656"/>
            <a:ext cx="1069975" cy="276860"/>
            <a:chOff x="3099282" y="2000656"/>
            <a:chExt cx="1069975" cy="276860"/>
          </a:xfrm>
        </p:grpSpPr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99282" y="2056015"/>
              <a:ext cx="151003" cy="21729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80994" y="2000656"/>
              <a:ext cx="158800" cy="2137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78860" y="2056015"/>
              <a:ext cx="227609" cy="1583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36492" y="2056015"/>
              <a:ext cx="145249" cy="1619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911409" y="2056015"/>
              <a:ext cx="257619" cy="221259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4263745" y="2000656"/>
            <a:ext cx="1222375" cy="217804"/>
            <a:chOff x="4263745" y="2000656"/>
            <a:chExt cx="1222375" cy="217804"/>
          </a:xfrm>
        </p:grpSpPr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63745" y="2005025"/>
              <a:ext cx="254685" cy="21291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542815" y="2059597"/>
              <a:ext cx="140690" cy="15834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16857" y="2000656"/>
              <a:ext cx="150938" cy="21728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896307" y="2056015"/>
              <a:ext cx="144462" cy="16192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073802" y="2056015"/>
              <a:ext cx="141084" cy="15835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239638" y="2005025"/>
              <a:ext cx="246418" cy="212915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5584748" y="2000656"/>
            <a:ext cx="409575" cy="217804"/>
            <a:chOff x="5584748" y="2000656"/>
            <a:chExt cx="409575" cy="217804"/>
          </a:xfrm>
        </p:grpSpPr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84748" y="2059597"/>
              <a:ext cx="230581" cy="15477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836932" y="2000655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4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02985" y="2005025"/>
              <a:ext cx="91084" cy="212915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019038" y="2000656"/>
            <a:ext cx="140893" cy="21371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275401" y="2000656"/>
            <a:ext cx="150938" cy="217284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6447320" y="2000656"/>
            <a:ext cx="1415415" cy="276860"/>
            <a:chOff x="6447320" y="2000656"/>
            <a:chExt cx="1415415" cy="276860"/>
          </a:xfrm>
        </p:grpSpPr>
        <p:pic>
          <p:nvPicPr>
            <p:cNvPr id="39" name="object 3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447320" y="2056015"/>
              <a:ext cx="315595" cy="22125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789597" y="2056015"/>
              <a:ext cx="309651" cy="16192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130694" y="20006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204481" y="2056015"/>
              <a:ext cx="146050" cy="16192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378801" y="2059597"/>
              <a:ext cx="140690" cy="15834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561910" y="2000655"/>
              <a:ext cx="123825" cy="213995"/>
            </a:xfrm>
            <a:custGeom>
              <a:avLst/>
              <a:gdLst/>
              <a:ahLst/>
              <a:cxnLst/>
              <a:rect l="l" t="t" r="r" b="b"/>
              <a:pathLst>
                <a:path w="123825" h="213994">
                  <a:moveTo>
                    <a:pt x="40868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0"/>
                  </a:lnTo>
                  <a:close/>
                </a:path>
                <a:path w="123825" h="213994">
                  <a:moveTo>
                    <a:pt x="123786" y="58940"/>
                  </a:moveTo>
                  <a:lnTo>
                    <a:pt x="82905" y="58940"/>
                  </a:lnTo>
                  <a:lnTo>
                    <a:pt x="82905" y="213715"/>
                  </a:lnTo>
                  <a:lnTo>
                    <a:pt x="123786" y="213715"/>
                  </a:lnTo>
                  <a:lnTo>
                    <a:pt x="123786" y="58940"/>
                  </a:lnTo>
                  <a:close/>
                </a:path>
                <a:path w="123825" h="213994">
                  <a:moveTo>
                    <a:pt x="123786" y="0"/>
                  </a:moveTo>
                  <a:lnTo>
                    <a:pt x="82905" y="0"/>
                  </a:lnTo>
                  <a:lnTo>
                    <a:pt x="82905" y="37896"/>
                  </a:lnTo>
                  <a:lnTo>
                    <a:pt x="123786" y="37896"/>
                  </a:lnTo>
                  <a:lnTo>
                    <a:pt x="12378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717027" y="2056015"/>
              <a:ext cx="145249" cy="161925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7962150" y="2000656"/>
            <a:ext cx="1158875" cy="276860"/>
            <a:chOff x="7962150" y="2000656"/>
            <a:chExt cx="1158875" cy="276860"/>
          </a:xfrm>
        </p:grpSpPr>
        <p:pic>
          <p:nvPicPr>
            <p:cNvPr id="47" name="object 4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962150" y="2005025"/>
              <a:ext cx="254685" cy="21291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240229" y="2056015"/>
              <a:ext cx="257822" cy="16192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531326" y="2056015"/>
              <a:ext cx="151015" cy="22125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713634" y="2056015"/>
              <a:ext cx="151015" cy="22125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905061" y="20006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976080" y="2056015"/>
              <a:ext cx="144462" cy="161925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9216847" y="2000656"/>
            <a:ext cx="575310" cy="217804"/>
            <a:chOff x="9216847" y="2000656"/>
            <a:chExt cx="575310" cy="217804"/>
          </a:xfrm>
        </p:grpSpPr>
        <p:pic>
          <p:nvPicPr>
            <p:cNvPr id="54" name="object 5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216847" y="2059597"/>
              <a:ext cx="230581" cy="15477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9469031" y="2000655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4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535084" y="2005025"/>
              <a:ext cx="91084" cy="21291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651136" y="2000656"/>
              <a:ext cx="140893" cy="213715"/>
            </a:xfrm>
            <a:prstGeom prst="rect">
              <a:avLst/>
            </a:prstGeom>
          </p:spPr>
        </p:pic>
      </p:grpSp>
      <p:grpSp>
        <p:nvGrpSpPr>
          <p:cNvPr id="58" name="object 58"/>
          <p:cNvGrpSpPr/>
          <p:nvPr/>
        </p:nvGrpSpPr>
        <p:grpSpPr>
          <a:xfrm>
            <a:off x="9914775" y="2000656"/>
            <a:ext cx="735965" cy="217804"/>
            <a:chOff x="9914775" y="2000656"/>
            <a:chExt cx="735965" cy="217804"/>
          </a:xfrm>
        </p:grpSpPr>
        <p:pic>
          <p:nvPicPr>
            <p:cNvPr id="59" name="object 5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914775" y="2000656"/>
              <a:ext cx="151091" cy="21728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088143" y="2056015"/>
              <a:ext cx="306882" cy="16192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0430827" y="2000655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4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504614" y="2056015"/>
              <a:ext cx="146050" cy="161925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10759668" y="2000656"/>
            <a:ext cx="675005" cy="217804"/>
            <a:chOff x="10759668" y="2000656"/>
            <a:chExt cx="675005" cy="217804"/>
          </a:xfrm>
        </p:grpSpPr>
        <p:pic>
          <p:nvPicPr>
            <p:cNvPr id="64" name="object 6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0759668" y="2056015"/>
              <a:ext cx="227609" cy="15835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017301" y="2005025"/>
              <a:ext cx="250913" cy="21291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1293183" y="2000656"/>
              <a:ext cx="140893" cy="213715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11544122" y="2000656"/>
            <a:ext cx="802640" cy="217804"/>
            <a:chOff x="11544122" y="2000656"/>
            <a:chExt cx="802640" cy="217804"/>
          </a:xfrm>
        </p:grpSpPr>
        <p:pic>
          <p:nvPicPr>
            <p:cNvPr id="68" name="object 6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1544122" y="2056015"/>
              <a:ext cx="144665" cy="16192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1723205" y="2000656"/>
              <a:ext cx="143065" cy="21371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1890579" y="2000655"/>
              <a:ext cx="207010" cy="213995"/>
            </a:xfrm>
            <a:custGeom>
              <a:avLst/>
              <a:gdLst/>
              <a:ahLst/>
              <a:cxnLst/>
              <a:rect l="l" t="t" r="r" b="b"/>
              <a:pathLst>
                <a:path w="207009" h="213994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207009" h="213994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  <a:path w="207009" h="213994">
                  <a:moveTo>
                    <a:pt x="123799" y="0"/>
                  </a:moveTo>
                  <a:lnTo>
                    <a:pt x="82918" y="0"/>
                  </a:lnTo>
                  <a:lnTo>
                    <a:pt x="82918" y="213715"/>
                  </a:lnTo>
                  <a:lnTo>
                    <a:pt x="123799" y="213715"/>
                  </a:lnTo>
                  <a:lnTo>
                    <a:pt x="123799" y="0"/>
                  </a:lnTo>
                  <a:close/>
                </a:path>
                <a:path w="207009" h="213994">
                  <a:moveTo>
                    <a:pt x="206717" y="0"/>
                  </a:moveTo>
                  <a:lnTo>
                    <a:pt x="165836" y="0"/>
                  </a:lnTo>
                  <a:lnTo>
                    <a:pt x="165836" y="213715"/>
                  </a:lnTo>
                  <a:lnTo>
                    <a:pt x="206717" y="213715"/>
                  </a:lnTo>
                  <a:lnTo>
                    <a:pt x="20671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124842" y="2056015"/>
              <a:ext cx="144665" cy="161925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305309" y="2173490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40881" y="0"/>
                  </a:moveTo>
                  <a:lnTo>
                    <a:pt x="0" y="0"/>
                  </a:lnTo>
                  <a:lnTo>
                    <a:pt x="0" y="40881"/>
                  </a:lnTo>
                  <a:lnTo>
                    <a:pt x="40881" y="40881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3" name="object 7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44747" y="2491981"/>
            <a:ext cx="73818" cy="73825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2189752" y="2419756"/>
            <a:ext cx="1498600" cy="217804"/>
            <a:chOff x="2189752" y="2419756"/>
            <a:chExt cx="1498600" cy="217804"/>
          </a:xfrm>
        </p:grpSpPr>
        <p:sp>
          <p:nvSpPr>
            <p:cNvPr id="75" name="object 75"/>
            <p:cNvSpPr/>
            <p:nvPr/>
          </p:nvSpPr>
          <p:spPr>
            <a:xfrm>
              <a:off x="2189746" y="2420073"/>
              <a:ext cx="170180" cy="213360"/>
            </a:xfrm>
            <a:custGeom>
              <a:avLst/>
              <a:gdLst/>
              <a:ahLst/>
              <a:cxnLst/>
              <a:rect l="l" t="t" r="r" b="b"/>
              <a:pathLst>
                <a:path w="170180" h="213360">
                  <a:moveTo>
                    <a:pt x="169862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63500" y="35560"/>
                  </a:lnTo>
                  <a:lnTo>
                    <a:pt x="63500" y="213360"/>
                  </a:lnTo>
                  <a:lnTo>
                    <a:pt x="106565" y="213360"/>
                  </a:lnTo>
                  <a:lnTo>
                    <a:pt x="106565" y="35560"/>
                  </a:lnTo>
                  <a:lnTo>
                    <a:pt x="169862" y="35560"/>
                  </a:lnTo>
                  <a:lnTo>
                    <a:pt x="1698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385353" y="2475115"/>
              <a:ext cx="252468" cy="161925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660214" y="2419756"/>
              <a:ext cx="150933" cy="217284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2851569" y="2419755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4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917621" y="2424125"/>
              <a:ext cx="91084" cy="212915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3033877" y="2419755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4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107270" y="2475115"/>
              <a:ext cx="159740" cy="16192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298697" y="2475115"/>
              <a:ext cx="141084" cy="158356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470681" y="2475115"/>
              <a:ext cx="145262" cy="161925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3647389" y="24197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68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/>
          <p:cNvGrpSpPr/>
          <p:nvPr/>
        </p:nvGrpSpPr>
        <p:grpSpPr>
          <a:xfrm>
            <a:off x="3813225" y="2419756"/>
            <a:ext cx="1120775" cy="276860"/>
            <a:chOff x="3813225" y="2419756"/>
            <a:chExt cx="1120775" cy="276860"/>
          </a:xfrm>
        </p:grpSpPr>
        <p:sp>
          <p:nvSpPr>
            <p:cNvPr id="86" name="object 86"/>
            <p:cNvSpPr/>
            <p:nvPr/>
          </p:nvSpPr>
          <p:spPr>
            <a:xfrm>
              <a:off x="3813225" y="24197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68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884231" y="2475115"/>
              <a:ext cx="144462" cy="16192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051401" y="2475115"/>
              <a:ext cx="145262" cy="16192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226318" y="2475115"/>
              <a:ext cx="258622" cy="158356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526559" y="2419755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4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609071" y="2475115"/>
              <a:ext cx="141097" cy="1583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782654" y="2475115"/>
              <a:ext cx="151002" cy="221259"/>
            </a:xfrm>
            <a:prstGeom prst="rect">
              <a:avLst/>
            </a:prstGeom>
          </p:spPr>
        </p:pic>
      </p:grpSp>
      <p:grpSp>
        <p:nvGrpSpPr>
          <p:cNvPr id="93" name="object 93"/>
          <p:cNvGrpSpPr/>
          <p:nvPr/>
        </p:nvGrpSpPr>
        <p:grpSpPr>
          <a:xfrm>
            <a:off x="5042509" y="2424125"/>
            <a:ext cx="1173480" cy="272415"/>
            <a:chOff x="5042509" y="2424125"/>
            <a:chExt cx="1173480" cy="272415"/>
          </a:xfrm>
        </p:grpSpPr>
        <p:sp>
          <p:nvSpPr>
            <p:cNvPr id="94" name="object 94"/>
            <p:cNvSpPr/>
            <p:nvPr/>
          </p:nvSpPr>
          <p:spPr>
            <a:xfrm>
              <a:off x="5042509" y="2424124"/>
              <a:ext cx="744855" cy="272415"/>
            </a:xfrm>
            <a:custGeom>
              <a:avLst/>
              <a:gdLst/>
              <a:ahLst/>
              <a:cxnLst/>
              <a:rect l="l" t="t" r="r" b="b"/>
              <a:pathLst>
                <a:path w="744854" h="272414">
                  <a:moveTo>
                    <a:pt x="144665" y="160934"/>
                  </a:moveTo>
                  <a:lnTo>
                    <a:pt x="124066" y="125336"/>
                  </a:lnTo>
                  <a:lnTo>
                    <a:pt x="71450" y="108775"/>
                  </a:lnTo>
                  <a:lnTo>
                    <a:pt x="60172" y="105676"/>
                  </a:lnTo>
                  <a:lnTo>
                    <a:pt x="52298" y="103022"/>
                  </a:lnTo>
                  <a:lnTo>
                    <a:pt x="47828" y="100799"/>
                  </a:lnTo>
                  <a:lnTo>
                    <a:pt x="45186" y="98691"/>
                  </a:lnTo>
                  <a:lnTo>
                    <a:pt x="43865" y="96177"/>
                  </a:lnTo>
                  <a:lnTo>
                    <a:pt x="43865" y="89954"/>
                  </a:lnTo>
                  <a:lnTo>
                    <a:pt x="45377" y="87236"/>
                  </a:lnTo>
                  <a:lnTo>
                    <a:pt x="53060" y="82080"/>
                  </a:lnTo>
                  <a:lnTo>
                    <a:pt x="60794" y="80556"/>
                  </a:lnTo>
                  <a:lnTo>
                    <a:pt x="80111" y="80556"/>
                  </a:lnTo>
                  <a:lnTo>
                    <a:pt x="86652" y="82143"/>
                  </a:lnTo>
                  <a:lnTo>
                    <a:pt x="95923" y="88493"/>
                  </a:lnTo>
                  <a:lnTo>
                    <a:pt x="99098" y="93129"/>
                  </a:lnTo>
                  <a:lnTo>
                    <a:pt x="100812" y="99212"/>
                  </a:lnTo>
                  <a:lnTo>
                    <a:pt x="139306" y="92075"/>
                  </a:lnTo>
                  <a:lnTo>
                    <a:pt x="109308" y="56908"/>
                  </a:lnTo>
                  <a:lnTo>
                    <a:pt x="70853" y="50990"/>
                  </a:lnTo>
                  <a:lnTo>
                    <a:pt x="55270" y="51866"/>
                  </a:lnTo>
                  <a:lnTo>
                    <a:pt x="14681" y="72136"/>
                  </a:lnTo>
                  <a:lnTo>
                    <a:pt x="5765" y="98615"/>
                  </a:lnTo>
                  <a:lnTo>
                    <a:pt x="6896" y="109131"/>
                  </a:lnTo>
                  <a:lnTo>
                    <a:pt x="32931" y="138036"/>
                  </a:lnTo>
                  <a:lnTo>
                    <a:pt x="94068" y="154978"/>
                  </a:lnTo>
                  <a:lnTo>
                    <a:pt x="98628" y="156756"/>
                  </a:lnTo>
                  <a:lnTo>
                    <a:pt x="102603" y="160858"/>
                  </a:lnTo>
                  <a:lnTo>
                    <a:pt x="103593" y="163436"/>
                  </a:lnTo>
                  <a:lnTo>
                    <a:pt x="103593" y="171119"/>
                  </a:lnTo>
                  <a:lnTo>
                    <a:pt x="101739" y="174752"/>
                  </a:lnTo>
                  <a:lnTo>
                    <a:pt x="92748" y="181368"/>
                  </a:lnTo>
                  <a:lnTo>
                    <a:pt x="84810" y="183349"/>
                  </a:lnTo>
                  <a:lnTo>
                    <a:pt x="64566" y="183349"/>
                  </a:lnTo>
                  <a:lnTo>
                    <a:pt x="57086" y="181305"/>
                  </a:lnTo>
                  <a:lnTo>
                    <a:pt x="46507" y="172961"/>
                  </a:lnTo>
                  <a:lnTo>
                    <a:pt x="42938" y="166878"/>
                  </a:lnTo>
                  <a:lnTo>
                    <a:pt x="41084" y="158940"/>
                  </a:lnTo>
                  <a:lnTo>
                    <a:pt x="0" y="165100"/>
                  </a:lnTo>
                  <a:lnTo>
                    <a:pt x="24218" y="200025"/>
                  </a:lnTo>
                  <a:lnTo>
                    <a:pt x="74218" y="212915"/>
                  </a:lnTo>
                  <a:lnTo>
                    <a:pt x="90601" y="211963"/>
                  </a:lnTo>
                  <a:lnTo>
                    <a:pt x="126809" y="197637"/>
                  </a:lnTo>
                  <a:lnTo>
                    <a:pt x="143548" y="171196"/>
                  </a:lnTo>
                  <a:lnTo>
                    <a:pt x="144665" y="160934"/>
                  </a:lnTo>
                  <a:close/>
                </a:path>
                <a:path w="744854" h="272414">
                  <a:moveTo>
                    <a:pt x="320179" y="54571"/>
                  </a:moveTo>
                  <a:lnTo>
                    <a:pt x="277914" y="54571"/>
                  </a:lnTo>
                  <a:lnTo>
                    <a:pt x="241592" y="164503"/>
                  </a:lnTo>
                  <a:lnTo>
                    <a:pt x="204685" y="54571"/>
                  </a:lnTo>
                  <a:lnTo>
                    <a:pt x="161023" y="54571"/>
                  </a:lnTo>
                  <a:lnTo>
                    <a:pt x="219964" y="209740"/>
                  </a:lnTo>
                  <a:lnTo>
                    <a:pt x="217589" y="218478"/>
                  </a:lnTo>
                  <a:lnTo>
                    <a:pt x="214071" y="225615"/>
                  </a:lnTo>
                  <a:lnTo>
                    <a:pt x="204952" y="236728"/>
                  </a:lnTo>
                  <a:lnTo>
                    <a:pt x="197942" y="239509"/>
                  </a:lnTo>
                  <a:lnTo>
                    <a:pt x="183248" y="239509"/>
                  </a:lnTo>
                  <a:lnTo>
                    <a:pt x="177431" y="238848"/>
                  </a:lnTo>
                  <a:lnTo>
                    <a:pt x="170954" y="237528"/>
                  </a:lnTo>
                  <a:lnTo>
                    <a:pt x="174726" y="269671"/>
                  </a:lnTo>
                  <a:lnTo>
                    <a:pt x="182257" y="271386"/>
                  </a:lnTo>
                  <a:lnTo>
                    <a:pt x="189928" y="272249"/>
                  </a:lnTo>
                  <a:lnTo>
                    <a:pt x="205549" y="272249"/>
                  </a:lnTo>
                  <a:lnTo>
                    <a:pt x="242189" y="255981"/>
                  </a:lnTo>
                  <a:lnTo>
                    <a:pt x="255879" y="230378"/>
                  </a:lnTo>
                  <a:lnTo>
                    <a:pt x="320179" y="54571"/>
                  </a:lnTo>
                  <a:close/>
                </a:path>
                <a:path w="744854" h="272414">
                  <a:moveTo>
                    <a:pt x="476631" y="160934"/>
                  </a:moveTo>
                  <a:lnTo>
                    <a:pt x="456044" y="125336"/>
                  </a:lnTo>
                  <a:lnTo>
                    <a:pt x="403415" y="108775"/>
                  </a:lnTo>
                  <a:lnTo>
                    <a:pt x="392137" y="105676"/>
                  </a:lnTo>
                  <a:lnTo>
                    <a:pt x="384263" y="103022"/>
                  </a:lnTo>
                  <a:lnTo>
                    <a:pt x="379793" y="100799"/>
                  </a:lnTo>
                  <a:lnTo>
                    <a:pt x="377151" y="98691"/>
                  </a:lnTo>
                  <a:lnTo>
                    <a:pt x="375831" y="96177"/>
                  </a:lnTo>
                  <a:lnTo>
                    <a:pt x="375831" y="89954"/>
                  </a:lnTo>
                  <a:lnTo>
                    <a:pt x="377355" y="87236"/>
                  </a:lnTo>
                  <a:lnTo>
                    <a:pt x="385025" y="82080"/>
                  </a:lnTo>
                  <a:lnTo>
                    <a:pt x="392760" y="80556"/>
                  </a:lnTo>
                  <a:lnTo>
                    <a:pt x="412076" y="80556"/>
                  </a:lnTo>
                  <a:lnTo>
                    <a:pt x="418630" y="82143"/>
                  </a:lnTo>
                  <a:lnTo>
                    <a:pt x="427888" y="88493"/>
                  </a:lnTo>
                  <a:lnTo>
                    <a:pt x="431063" y="93129"/>
                  </a:lnTo>
                  <a:lnTo>
                    <a:pt x="432777" y="99212"/>
                  </a:lnTo>
                  <a:lnTo>
                    <a:pt x="471271" y="92075"/>
                  </a:lnTo>
                  <a:lnTo>
                    <a:pt x="441274" y="56908"/>
                  </a:lnTo>
                  <a:lnTo>
                    <a:pt x="402818" y="50990"/>
                  </a:lnTo>
                  <a:lnTo>
                    <a:pt x="387235" y="51866"/>
                  </a:lnTo>
                  <a:lnTo>
                    <a:pt x="346646" y="72136"/>
                  </a:lnTo>
                  <a:lnTo>
                    <a:pt x="337731" y="98615"/>
                  </a:lnTo>
                  <a:lnTo>
                    <a:pt x="338861" y="109131"/>
                  </a:lnTo>
                  <a:lnTo>
                    <a:pt x="364896" y="138036"/>
                  </a:lnTo>
                  <a:lnTo>
                    <a:pt x="426034" y="154978"/>
                  </a:lnTo>
                  <a:lnTo>
                    <a:pt x="430593" y="156756"/>
                  </a:lnTo>
                  <a:lnTo>
                    <a:pt x="434568" y="160858"/>
                  </a:lnTo>
                  <a:lnTo>
                    <a:pt x="435559" y="163436"/>
                  </a:lnTo>
                  <a:lnTo>
                    <a:pt x="435559" y="171119"/>
                  </a:lnTo>
                  <a:lnTo>
                    <a:pt x="433705" y="174752"/>
                  </a:lnTo>
                  <a:lnTo>
                    <a:pt x="424713" y="181368"/>
                  </a:lnTo>
                  <a:lnTo>
                    <a:pt x="416775" y="183349"/>
                  </a:lnTo>
                  <a:lnTo>
                    <a:pt x="396532" y="183349"/>
                  </a:lnTo>
                  <a:lnTo>
                    <a:pt x="389051" y="181305"/>
                  </a:lnTo>
                  <a:lnTo>
                    <a:pt x="378472" y="172961"/>
                  </a:lnTo>
                  <a:lnTo>
                    <a:pt x="374904" y="166878"/>
                  </a:lnTo>
                  <a:lnTo>
                    <a:pt x="373049" y="158940"/>
                  </a:lnTo>
                  <a:lnTo>
                    <a:pt x="331978" y="165100"/>
                  </a:lnTo>
                  <a:lnTo>
                    <a:pt x="356184" y="200025"/>
                  </a:lnTo>
                  <a:lnTo>
                    <a:pt x="406184" y="212915"/>
                  </a:lnTo>
                  <a:lnTo>
                    <a:pt x="422567" y="211963"/>
                  </a:lnTo>
                  <a:lnTo>
                    <a:pt x="458774" y="197637"/>
                  </a:lnTo>
                  <a:lnTo>
                    <a:pt x="475513" y="171196"/>
                  </a:lnTo>
                  <a:lnTo>
                    <a:pt x="476631" y="160934"/>
                  </a:lnTo>
                  <a:close/>
                </a:path>
                <a:path w="744854" h="272414">
                  <a:moveTo>
                    <a:pt x="586663" y="206768"/>
                  </a:moveTo>
                  <a:lnTo>
                    <a:pt x="583285" y="175018"/>
                  </a:lnTo>
                  <a:lnTo>
                    <a:pt x="576135" y="177660"/>
                  </a:lnTo>
                  <a:lnTo>
                    <a:pt x="570649" y="178981"/>
                  </a:lnTo>
                  <a:lnTo>
                    <a:pt x="564032" y="178981"/>
                  </a:lnTo>
                  <a:lnTo>
                    <a:pt x="561721" y="178320"/>
                  </a:lnTo>
                  <a:lnTo>
                    <a:pt x="558012" y="175552"/>
                  </a:lnTo>
                  <a:lnTo>
                    <a:pt x="556831" y="173761"/>
                  </a:lnTo>
                  <a:lnTo>
                    <a:pt x="555764" y="169532"/>
                  </a:lnTo>
                  <a:lnTo>
                    <a:pt x="555498" y="162179"/>
                  </a:lnTo>
                  <a:lnTo>
                    <a:pt x="555498" y="87312"/>
                  </a:lnTo>
                  <a:lnTo>
                    <a:pt x="583488" y="87312"/>
                  </a:lnTo>
                  <a:lnTo>
                    <a:pt x="583488" y="54571"/>
                  </a:lnTo>
                  <a:lnTo>
                    <a:pt x="555498" y="54571"/>
                  </a:lnTo>
                  <a:lnTo>
                    <a:pt x="555498" y="0"/>
                  </a:lnTo>
                  <a:lnTo>
                    <a:pt x="514426" y="23812"/>
                  </a:lnTo>
                  <a:lnTo>
                    <a:pt x="514426" y="54571"/>
                  </a:lnTo>
                  <a:lnTo>
                    <a:pt x="495579" y="54571"/>
                  </a:lnTo>
                  <a:lnTo>
                    <a:pt x="495579" y="87312"/>
                  </a:lnTo>
                  <a:lnTo>
                    <a:pt x="514426" y="87312"/>
                  </a:lnTo>
                  <a:lnTo>
                    <a:pt x="514489" y="164693"/>
                  </a:lnTo>
                  <a:lnTo>
                    <a:pt x="515086" y="179082"/>
                  </a:lnTo>
                  <a:lnTo>
                    <a:pt x="540423" y="211658"/>
                  </a:lnTo>
                  <a:lnTo>
                    <a:pt x="547039" y="212915"/>
                  </a:lnTo>
                  <a:lnTo>
                    <a:pt x="554316" y="212915"/>
                  </a:lnTo>
                  <a:lnTo>
                    <a:pt x="563181" y="212534"/>
                  </a:lnTo>
                  <a:lnTo>
                    <a:pt x="571525" y="211391"/>
                  </a:lnTo>
                  <a:lnTo>
                    <a:pt x="579348" y="209461"/>
                  </a:lnTo>
                  <a:lnTo>
                    <a:pt x="586663" y="206768"/>
                  </a:lnTo>
                  <a:close/>
                </a:path>
                <a:path w="744854" h="272414">
                  <a:moveTo>
                    <a:pt x="744385" y="143865"/>
                  </a:moveTo>
                  <a:lnTo>
                    <a:pt x="743559" y="121780"/>
                  </a:lnTo>
                  <a:lnTo>
                    <a:pt x="742988" y="118656"/>
                  </a:lnTo>
                  <a:lnTo>
                    <a:pt x="740295" y="103733"/>
                  </a:lnTo>
                  <a:lnTo>
                    <a:pt x="740168" y="103085"/>
                  </a:lnTo>
                  <a:lnTo>
                    <a:pt x="740105" y="102743"/>
                  </a:lnTo>
                  <a:lnTo>
                    <a:pt x="734034" y="86753"/>
                  </a:lnTo>
                  <a:lnTo>
                    <a:pt x="731075" y="82346"/>
                  </a:lnTo>
                  <a:lnTo>
                    <a:pt x="725335" y="73812"/>
                  </a:lnTo>
                  <a:lnTo>
                    <a:pt x="714400" y="63830"/>
                  </a:lnTo>
                  <a:lnTo>
                    <a:pt x="703707" y="57861"/>
                  </a:lnTo>
                  <a:lnTo>
                    <a:pt x="703707" y="118656"/>
                  </a:lnTo>
                  <a:lnTo>
                    <a:pt x="642581" y="118656"/>
                  </a:lnTo>
                  <a:lnTo>
                    <a:pt x="664349" y="82346"/>
                  </a:lnTo>
                  <a:lnTo>
                    <a:pt x="681672" y="82346"/>
                  </a:lnTo>
                  <a:lnTo>
                    <a:pt x="703707" y="118656"/>
                  </a:lnTo>
                  <a:lnTo>
                    <a:pt x="703707" y="57861"/>
                  </a:lnTo>
                  <a:lnTo>
                    <a:pt x="701662" y="56705"/>
                  </a:lnTo>
                  <a:lnTo>
                    <a:pt x="687108" y="52425"/>
                  </a:lnTo>
                  <a:lnTo>
                    <a:pt x="670763" y="50990"/>
                  </a:lnTo>
                  <a:lnTo>
                    <a:pt x="655383" y="52425"/>
                  </a:lnTo>
                  <a:lnTo>
                    <a:pt x="655840" y="52425"/>
                  </a:lnTo>
                  <a:lnTo>
                    <a:pt x="642670" y="56451"/>
                  </a:lnTo>
                  <a:lnTo>
                    <a:pt x="611187" y="84785"/>
                  </a:lnTo>
                  <a:lnTo>
                    <a:pt x="599922" y="133146"/>
                  </a:lnTo>
                  <a:lnTo>
                    <a:pt x="600875" y="148551"/>
                  </a:lnTo>
                  <a:lnTo>
                    <a:pt x="615200" y="186524"/>
                  </a:lnTo>
                  <a:lnTo>
                    <a:pt x="656082" y="211277"/>
                  </a:lnTo>
                  <a:lnTo>
                    <a:pt x="674928" y="212915"/>
                  </a:lnTo>
                  <a:lnTo>
                    <a:pt x="687095" y="212191"/>
                  </a:lnTo>
                  <a:lnTo>
                    <a:pt x="725347" y="194602"/>
                  </a:lnTo>
                  <a:lnTo>
                    <a:pt x="734872" y="182156"/>
                  </a:lnTo>
                  <a:lnTo>
                    <a:pt x="737743" y="177431"/>
                  </a:lnTo>
                  <a:lnTo>
                    <a:pt x="742200" y="166878"/>
                  </a:lnTo>
                  <a:lnTo>
                    <a:pt x="701522" y="160134"/>
                  </a:lnTo>
                  <a:lnTo>
                    <a:pt x="699274" y="167944"/>
                  </a:lnTo>
                  <a:lnTo>
                    <a:pt x="695960" y="173558"/>
                  </a:lnTo>
                  <a:lnTo>
                    <a:pt x="687235" y="180441"/>
                  </a:lnTo>
                  <a:lnTo>
                    <a:pt x="681812" y="182156"/>
                  </a:lnTo>
                  <a:lnTo>
                    <a:pt x="675322" y="182156"/>
                  </a:lnTo>
                  <a:lnTo>
                    <a:pt x="644563" y="160134"/>
                  </a:lnTo>
                  <a:lnTo>
                    <a:pt x="644461" y="159943"/>
                  </a:lnTo>
                  <a:lnTo>
                    <a:pt x="642556" y="152400"/>
                  </a:lnTo>
                  <a:lnTo>
                    <a:pt x="641794" y="143865"/>
                  </a:lnTo>
                  <a:lnTo>
                    <a:pt x="744385" y="14386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817349" y="2475115"/>
              <a:ext cx="227596" cy="158356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071196" y="2475115"/>
              <a:ext cx="144665" cy="161925"/>
            </a:xfrm>
            <a:prstGeom prst="rect">
              <a:avLst/>
            </a:prstGeom>
          </p:spPr>
        </p:pic>
      </p:grpSp>
      <p:grpSp>
        <p:nvGrpSpPr>
          <p:cNvPr id="97" name="object 97"/>
          <p:cNvGrpSpPr/>
          <p:nvPr/>
        </p:nvGrpSpPr>
        <p:grpSpPr>
          <a:xfrm>
            <a:off x="6325541" y="2419756"/>
            <a:ext cx="341630" cy="217804"/>
            <a:chOff x="6325541" y="2419756"/>
            <a:chExt cx="341630" cy="217804"/>
          </a:xfrm>
        </p:grpSpPr>
        <p:pic>
          <p:nvPicPr>
            <p:cNvPr id="98" name="object 98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507365" y="2475115"/>
              <a:ext cx="159740" cy="161925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325541" y="2419756"/>
              <a:ext cx="150938" cy="217284"/>
            </a:xfrm>
            <a:prstGeom prst="rect">
              <a:avLst/>
            </a:prstGeom>
          </p:spPr>
        </p:pic>
      </p:grpSp>
      <p:grpSp>
        <p:nvGrpSpPr>
          <p:cNvPr id="100" name="object 100"/>
          <p:cNvGrpSpPr/>
          <p:nvPr/>
        </p:nvGrpSpPr>
        <p:grpSpPr>
          <a:xfrm>
            <a:off x="6781724" y="2424125"/>
            <a:ext cx="439420" cy="213360"/>
            <a:chOff x="6781724" y="2424125"/>
            <a:chExt cx="439420" cy="213360"/>
          </a:xfrm>
        </p:grpSpPr>
        <p:pic>
          <p:nvPicPr>
            <p:cNvPr id="101" name="object 101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781724" y="2475115"/>
              <a:ext cx="141084" cy="158356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954901" y="2424125"/>
              <a:ext cx="266039" cy="212915"/>
            </a:xfrm>
            <a:prstGeom prst="rect">
              <a:avLst/>
            </a:prstGeom>
          </p:spPr>
        </p:pic>
      </p:grpSp>
      <p:grpSp>
        <p:nvGrpSpPr>
          <p:cNvPr id="103" name="object 103"/>
          <p:cNvGrpSpPr/>
          <p:nvPr/>
        </p:nvGrpSpPr>
        <p:grpSpPr>
          <a:xfrm>
            <a:off x="7327836" y="2419756"/>
            <a:ext cx="1045844" cy="273050"/>
            <a:chOff x="7327836" y="2419756"/>
            <a:chExt cx="1045844" cy="273050"/>
          </a:xfrm>
        </p:grpSpPr>
        <p:pic>
          <p:nvPicPr>
            <p:cNvPr id="104" name="object 104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7327836" y="2475115"/>
              <a:ext cx="151003" cy="217297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509548" y="2475115"/>
              <a:ext cx="441121" cy="161925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7975765" y="2419755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4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049629" y="2419756"/>
              <a:ext cx="150938" cy="217284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8229079" y="2475115"/>
              <a:ext cx="144462" cy="161925"/>
            </a:xfrm>
            <a:prstGeom prst="rect">
              <a:avLst/>
            </a:prstGeom>
          </p:spPr>
        </p:pic>
      </p:grpSp>
      <p:grpSp>
        <p:nvGrpSpPr>
          <p:cNvPr id="109" name="object 109"/>
          <p:cNvGrpSpPr/>
          <p:nvPr/>
        </p:nvGrpSpPr>
        <p:grpSpPr>
          <a:xfrm>
            <a:off x="8488705" y="2419756"/>
            <a:ext cx="1785620" cy="273050"/>
            <a:chOff x="8488705" y="2419756"/>
            <a:chExt cx="1785620" cy="273050"/>
          </a:xfrm>
        </p:grpSpPr>
        <p:pic>
          <p:nvPicPr>
            <p:cNvPr id="110" name="object 110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8488705" y="2475115"/>
              <a:ext cx="150990" cy="217297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8660294" y="2475115"/>
              <a:ext cx="144462" cy="161925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8836393" y="2475115"/>
              <a:ext cx="248107" cy="161925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9110776" y="2475115"/>
              <a:ext cx="159753" cy="161925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9302216" y="2475115"/>
              <a:ext cx="141084" cy="15835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9474199" y="2475115"/>
              <a:ext cx="145262" cy="161925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9650908" y="2419755"/>
              <a:ext cx="123825" cy="213995"/>
            </a:xfrm>
            <a:custGeom>
              <a:avLst/>
              <a:gdLst/>
              <a:ahLst/>
              <a:cxnLst/>
              <a:rect l="l" t="t" r="r" b="b"/>
              <a:pathLst>
                <a:path w="123825" h="213994">
                  <a:moveTo>
                    <a:pt x="40868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0"/>
                  </a:lnTo>
                  <a:close/>
                </a:path>
                <a:path w="123825" h="213994">
                  <a:moveTo>
                    <a:pt x="123786" y="58940"/>
                  </a:moveTo>
                  <a:lnTo>
                    <a:pt x="82905" y="58940"/>
                  </a:lnTo>
                  <a:lnTo>
                    <a:pt x="82905" y="213715"/>
                  </a:lnTo>
                  <a:lnTo>
                    <a:pt x="123786" y="213715"/>
                  </a:lnTo>
                  <a:lnTo>
                    <a:pt x="123786" y="58940"/>
                  </a:lnTo>
                  <a:close/>
                </a:path>
                <a:path w="123825" h="213994">
                  <a:moveTo>
                    <a:pt x="123786" y="0"/>
                  </a:moveTo>
                  <a:lnTo>
                    <a:pt x="82905" y="0"/>
                  </a:lnTo>
                  <a:lnTo>
                    <a:pt x="82905" y="37896"/>
                  </a:lnTo>
                  <a:lnTo>
                    <a:pt x="123786" y="37896"/>
                  </a:lnTo>
                  <a:lnTo>
                    <a:pt x="12378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9800272" y="2475115"/>
              <a:ext cx="298246" cy="161925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0122891" y="2419756"/>
              <a:ext cx="150938" cy="217284"/>
            </a:xfrm>
            <a:prstGeom prst="rect">
              <a:avLst/>
            </a:prstGeom>
          </p:spPr>
        </p:pic>
      </p:grpSp>
      <p:grpSp>
        <p:nvGrpSpPr>
          <p:cNvPr id="119" name="object 119"/>
          <p:cNvGrpSpPr/>
          <p:nvPr/>
        </p:nvGrpSpPr>
        <p:grpSpPr>
          <a:xfrm>
            <a:off x="10397172" y="2419756"/>
            <a:ext cx="1120775" cy="276860"/>
            <a:chOff x="10397172" y="2419756"/>
            <a:chExt cx="1120775" cy="276860"/>
          </a:xfrm>
        </p:grpSpPr>
        <p:sp>
          <p:nvSpPr>
            <p:cNvPr id="120" name="object 120"/>
            <p:cNvSpPr/>
            <p:nvPr/>
          </p:nvSpPr>
          <p:spPr>
            <a:xfrm>
              <a:off x="10397172" y="24197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68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12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0468178" y="2475115"/>
              <a:ext cx="144462" cy="161925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0635348" y="2475115"/>
              <a:ext cx="145262" cy="161925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0810265" y="2475115"/>
              <a:ext cx="258622" cy="158356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11110506" y="2419755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4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1193017" y="2475115"/>
              <a:ext cx="141097" cy="158356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1366601" y="2475115"/>
              <a:ext cx="151002" cy="221259"/>
            </a:xfrm>
            <a:prstGeom prst="rect">
              <a:avLst/>
            </a:prstGeom>
          </p:spPr>
        </p:pic>
      </p:grpSp>
      <p:grpSp>
        <p:nvGrpSpPr>
          <p:cNvPr id="127" name="object 127"/>
          <p:cNvGrpSpPr/>
          <p:nvPr/>
        </p:nvGrpSpPr>
        <p:grpSpPr>
          <a:xfrm>
            <a:off x="11626456" y="2424125"/>
            <a:ext cx="1166495" cy="268605"/>
            <a:chOff x="11626456" y="2424125"/>
            <a:chExt cx="1166495" cy="268605"/>
          </a:xfrm>
        </p:grpSpPr>
        <p:pic>
          <p:nvPicPr>
            <p:cNvPr id="128" name="object 128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1626456" y="2475115"/>
              <a:ext cx="144665" cy="161925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1806135" y="2478697"/>
              <a:ext cx="140690" cy="158343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1988050" y="2475115"/>
              <a:ext cx="150990" cy="217297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2170346" y="2475115"/>
              <a:ext cx="151003" cy="217297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2344323" y="2475115"/>
              <a:ext cx="159740" cy="161925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2534366" y="2424125"/>
              <a:ext cx="192138" cy="212915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12751676" y="2592590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40881" y="0"/>
                  </a:moveTo>
                  <a:lnTo>
                    <a:pt x="0" y="0"/>
                  </a:lnTo>
                  <a:lnTo>
                    <a:pt x="0" y="40881"/>
                  </a:lnTo>
                  <a:lnTo>
                    <a:pt x="40881" y="40881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5" name="object 1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44747" y="2911081"/>
            <a:ext cx="73818" cy="73825"/>
          </a:xfrm>
          <a:prstGeom prst="rect">
            <a:avLst/>
          </a:prstGeom>
        </p:spPr>
      </p:pic>
      <p:grpSp>
        <p:nvGrpSpPr>
          <p:cNvPr id="136" name="object 136"/>
          <p:cNvGrpSpPr/>
          <p:nvPr/>
        </p:nvGrpSpPr>
        <p:grpSpPr>
          <a:xfrm>
            <a:off x="2204436" y="2838856"/>
            <a:ext cx="671830" cy="217804"/>
            <a:chOff x="2204436" y="2838856"/>
            <a:chExt cx="671830" cy="217804"/>
          </a:xfrm>
        </p:grpSpPr>
        <p:pic>
          <p:nvPicPr>
            <p:cNvPr id="137" name="object 137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2204436" y="2838856"/>
              <a:ext cx="206375" cy="21371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2443918" y="2843225"/>
              <a:ext cx="432029" cy="212915"/>
            </a:xfrm>
            <a:prstGeom prst="rect">
              <a:avLst/>
            </a:prstGeom>
          </p:spPr>
        </p:pic>
      </p:grpSp>
      <p:grpSp>
        <p:nvGrpSpPr>
          <p:cNvPr id="139" name="object 139"/>
          <p:cNvGrpSpPr/>
          <p:nvPr/>
        </p:nvGrpSpPr>
        <p:grpSpPr>
          <a:xfrm>
            <a:off x="2972130" y="2838856"/>
            <a:ext cx="916305" cy="217804"/>
            <a:chOff x="2972130" y="2838856"/>
            <a:chExt cx="916305" cy="217804"/>
          </a:xfrm>
        </p:grpSpPr>
        <p:pic>
          <p:nvPicPr>
            <p:cNvPr id="140" name="object 140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2972130" y="2894215"/>
              <a:ext cx="319773" cy="161925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3316008" y="28388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4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3384435" y="2843225"/>
              <a:ext cx="254685" cy="212915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3664293" y="28388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4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746804" y="2894215"/>
              <a:ext cx="141097" cy="158356"/>
            </a:xfrm>
            <a:prstGeom prst="rect">
              <a:avLst/>
            </a:prstGeom>
          </p:spPr>
        </p:pic>
      </p:grpSp>
      <p:pic>
        <p:nvPicPr>
          <p:cNvPr id="146" name="object 146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3920388" y="2894215"/>
            <a:ext cx="151002" cy="221259"/>
          </a:xfrm>
          <a:prstGeom prst="rect">
            <a:avLst/>
          </a:prstGeom>
        </p:spPr>
      </p:pic>
      <p:pic>
        <p:nvPicPr>
          <p:cNvPr id="145" name="object 145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4184015" y="2894215"/>
            <a:ext cx="145262" cy="161925"/>
          </a:xfrm>
          <a:prstGeom prst="rect">
            <a:avLst/>
          </a:prstGeom>
        </p:spPr>
      </p:pic>
      <p:grpSp>
        <p:nvGrpSpPr>
          <p:cNvPr id="147" name="object 147"/>
          <p:cNvGrpSpPr/>
          <p:nvPr/>
        </p:nvGrpSpPr>
        <p:grpSpPr>
          <a:xfrm>
            <a:off x="4359528" y="2894215"/>
            <a:ext cx="496570" cy="217804"/>
            <a:chOff x="4359528" y="2894215"/>
            <a:chExt cx="496570" cy="217804"/>
          </a:xfrm>
        </p:grpSpPr>
        <p:pic>
          <p:nvPicPr>
            <p:cNvPr id="148" name="object 148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4359528" y="2894215"/>
              <a:ext cx="151003" cy="217297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4541837" y="2894215"/>
              <a:ext cx="313664" cy="217297"/>
            </a:xfrm>
            <a:prstGeom prst="rect">
              <a:avLst/>
            </a:prstGeom>
          </p:spPr>
        </p:pic>
      </p:grpSp>
      <p:grpSp>
        <p:nvGrpSpPr>
          <p:cNvPr id="150" name="object 150"/>
          <p:cNvGrpSpPr/>
          <p:nvPr/>
        </p:nvGrpSpPr>
        <p:grpSpPr>
          <a:xfrm>
            <a:off x="4962321" y="2838856"/>
            <a:ext cx="1173480" cy="217804"/>
            <a:chOff x="4962321" y="2838856"/>
            <a:chExt cx="1173480" cy="217804"/>
          </a:xfrm>
        </p:grpSpPr>
        <p:pic>
          <p:nvPicPr>
            <p:cNvPr id="151" name="object 151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4962321" y="2894215"/>
              <a:ext cx="478421" cy="161925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5472176" y="28388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5554306" y="2897797"/>
              <a:ext cx="140690" cy="158343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5726684" y="2843225"/>
              <a:ext cx="408647" cy="212915"/>
            </a:xfrm>
            <a:prstGeom prst="rect">
              <a:avLst/>
            </a:prstGeom>
          </p:spPr>
        </p:pic>
      </p:grpSp>
      <p:grpSp>
        <p:nvGrpSpPr>
          <p:cNvPr id="155" name="object 155"/>
          <p:cNvGrpSpPr/>
          <p:nvPr/>
        </p:nvGrpSpPr>
        <p:grpSpPr>
          <a:xfrm>
            <a:off x="6242151" y="2838856"/>
            <a:ext cx="596900" cy="276860"/>
            <a:chOff x="6242151" y="2838856"/>
            <a:chExt cx="596900" cy="276860"/>
          </a:xfrm>
        </p:grpSpPr>
        <p:pic>
          <p:nvPicPr>
            <p:cNvPr id="156" name="object 156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6242151" y="2894215"/>
              <a:ext cx="159740" cy="161925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6433578" y="2894215"/>
              <a:ext cx="141097" cy="158356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6616280" y="28388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6679755" y="2897797"/>
              <a:ext cx="159143" cy="217677"/>
            </a:xfrm>
            <a:prstGeom prst="rect">
              <a:avLst/>
            </a:prstGeom>
          </p:spPr>
        </p:pic>
      </p:grpSp>
      <p:grpSp>
        <p:nvGrpSpPr>
          <p:cNvPr id="160" name="object 160"/>
          <p:cNvGrpSpPr/>
          <p:nvPr/>
        </p:nvGrpSpPr>
        <p:grpSpPr>
          <a:xfrm>
            <a:off x="6938974" y="2843225"/>
            <a:ext cx="996315" cy="213360"/>
            <a:chOff x="6938974" y="2843225"/>
            <a:chExt cx="996315" cy="213360"/>
          </a:xfrm>
        </p:grpSpPr>
        <p:pic>
          <p:nvPicPr>
            <p:cNvPr id="161" name="object 161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6938974" y="2894215"/>
              <a:ext cx="146050" cy="161925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7104557" y="2894215"/>
              <a:ext cx="159753" cy="161925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7294600" y="2894215"/>
              <a:ext cx="366636" cy="161925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7685531" y="2843225"/>
              <a:ext cx="249326" cy="212915"/>
            </a:xfrm>
            <a:prstGeom prst="rect">
              <a:avLst/>
            </a:prstGeom>
          </p:spPr>
        </p:pic>
      </p:grpSp>
      <p:grpSp>
        <p:nvGrpSpPr>
          <p:cNvPr id="165" name="object 165"/>
          <p:cNvGrpSpPr/>
          <p:nvPr/>
        </p:nvGrpSpPr>
        <p:grpSpPr>
          <a:xfrm>
            <a:off x="8033422" y="2894215"/>
            <a:ext cx="290830" cy="161925"/>
            <a:chOff x="8033422" y="2894215"/>
            <a:chExt cx="290830" cy="161925"/>
          </a:xfrm>
        </p:grpSpPr>
        <p:pic>
          <p:nvPicPr>
            <p:cNvPr id="166" name="object 166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8033422" y="2894215"/>
              <a:ext cx="159740" cy="161925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8223465" y="2894215"/>
              <a:ext cx="100215" cy="158356"/>
            </a:xfrm>
            <a:prstGeom prst="rect">
              <a:avLst/>
            </a:prstGeom>
          </p:spPr>
        </p:pic>
      </p:grpSp>
      <p:grpSp>
        <p:nvGrpSpPr>
          <p:cNvPr id="168" name="object 168"/>
          <p:cNvGrpSpPr/>
          <p:nvPr/>
        </p:nvGrpSpPr>
        <p:grpSpPr>
          <a:xfrm>
            <a:off x="8424316" y="2838856"/>
            <a:ext cx="1252220" cy="217804"/>
            <a:chOff x="8424316" y="2838856"/>
            <a:chExt cx="1252220" cy="217804"/>
          </a:xfrm>
        </p:grpSpPr>
        <p:sp>
          <p:nvSpPr>
            <p:cNvPr id="169" name="object 169"/>
            <p:cNvSpPr/>
            <p:nvPr/>
          </p:nvSpPr>
          <p:spPr>
            <a:xfrm>
              <a:off x="8424316" y="28388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4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4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8506840" y="2894215"/>
              <a:ext cx="141084" cy="158356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8680411" y="2894215"/>
              <a:ext cx="146050" cy="161925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8845994" y="2894215"/>
              <a:ext cx="159740" cy="161925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9036036" y="2894215"/>
              <a:ext cx="366636" cy="161925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9426968" y="2843225"/>
              <a:ext cx="249326" cy="212915"/>
            </a:xfrm>
            <a:prstGeom prst="rect">
              <a:avLst/>
            </a:prstGeom>
          </p:spPr>
        </p:pic>
      </p:grpSp>
      <p:grpSp>
        <p:nvGrpSpPr>
          <p:cNvPr id="175" name="object 175"/>
          <p:cNvGrpSpPr/>
          <p:nvPr/>
        </p:nvGrpSpPr>
        <p:grpSpPr>
          <a:xfrm>
            <a:off x="9773666" y="2894215"/>
            <a:ext cx="1240790" cy="161925"/>
            <a:chOff x="9773666" y="2894215"/>
            <a:chExt cx="1240790" cy="161925"/>
          </a:xfrm>
        </p:grpSpPr>
        <p:pic>
          <p:nvPicPr>
            <p:cNvPr id="176" name="object 176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9773666" y="2894215"/>
              <a:ext cx="145262" cy="161925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9949967" y="2894215"/>
              <a:ext cx="141097" cy="158356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10118192" y="2894215"/>
              <a:ext cx="545465" cy="161925"/>
            </a:xfrm>
            <a:custGeom>
              <a:avLst/>
              <a:gdLst/>
              <a:ahLst/>
              <a:cxnLst/>
              <a:rect l="l" t="t" r="r" b="b"/>
              <a:pathLst>
                <a:path w="545465" h="161925">
                  <a:moveTo>
                    <a:pt x="144653" y="109943"/>
                  </a:moveTo>
                  <a:lnTo>
                    <a:pt x="124066" y="74345"/>
                  </a:lnTo>
                  <a:lnTo>
                    <a:pt x="71437" y="57785"/>
                  </a:lnTo>
                  <a:lnTo>
                    <a:pt x="60159" y="54673"/>
                  </a:lnTo>
                  <a:lnTo>
                    <a:pt x="52285" y="52019"/>
                  </a:lnTo>
                  <a:lnTo>
                    <a:pt x="47815" y="49809"/>
                  </a:lnTo>
                  <a:lnTo>
                    <a:pt x="45173" y="47688"/>
                  </a:lnTo>
                  <a:lnTo>
                    <a:pt x="43853" y="45186"/>
                  </a:lnTo>
                  <a:lnTo>
                    <a:pt x="43853" y="38963"/>
                  </a:lnTo>
                  <a:lnTo>
                    <a:pt x="45364" y="36245"/>
                  </a:lnTo>
                  <a:lnTo>
                    <a:pt x="53047" y="31089"/>
                  </a:lnTo>
                  <a:lnTo>
                    <a:pt x="60782" y="29565"/>
                  </a:lnTo>
                  <a:lnTo>
                    <a:pt x="80098" y="29565"/>
                  </a:lnTo>
                  <a:lnTo>
                    <a:pt x="86639" y="31153"/>
                  </a:lnTo>
                  <a:lnTo>
                    <a:pt x="95910" y="37503"/>
                  </a:lnTo>
                  <a:lnTo>
                    <a:pt x="99085" y="42138"/>
                  </a:lnTo>
                  <a:lnTo>
                    <a:pt x="100799" y="48221"/>
                  </a:lnTo>
                  <a:lnTo>
                    <a:pt x="139293" y="41084"/>
                  </a:lnTo>
                  <a:lnTo>
                    <a:pt x="109296" y="5918"/>
                  </a:lnTo>
                  <a:lnTo>
                    <a:pt x="70840" y="0"/>
                  </a:lnTo>
                  <a:lnTo>
                    <a:pt x="55257" y="876"/>
                  </a:lnTo>
                  <a:lnTo>
                    <a:pt x="14668" y="21145"/>
                  </a:lnTo>
                  <a:lnTo>
                    <a:pt x="5753" y="47625"/>
                  </a:lnTo>
                  <a:lnTo>
                    <a:pt x="6883" y="58140"/>
                  </a:lnTo>
                  <a:lnTo>
                    <a:pt x="32918" y="87045"/>
                  </a:lnTo>
                  <a:lnTo>
                    <a:pt x="94056" y="103987"/>
                  </a:lnTo>
                  <a:lnTo>
                    <a:pt x="98615" y="105765"/>
                  </a:lnTo>
                  <a:lnTo>
                    <a:pt x="102590" y="109867"/>
                  </a:lnTo>
                  <a:lnTo>
                    <a:pt x="103581" y="112445"/>
                  </a:lnTo>
                  <a:lnTo>
                    <a:pt x="103581" y="120129"/>
                  </a:lnTo>
                  <a:lnTo>
                    <a:pt x="101727" y="123761"/>
                  </a:lnTo>
                  <a:lnTo>
                    <a:pt x="92735" y="130378"/>
                  </a:lnTo>
                  <a:lnTo>
                    <a:pt x="84797" y="132359"/>
                  </a:lnTo>
                  <a:lnTo>
                    <a:pt x="64554" y="132359"/>
                  </a:lnTo>
                  <a:lnTo>
                    <a:pt x="57073" y="130314"/>
                  </a:lnTo>
                  <a:lnTo>
                    <a:pt x="46494" y="121970"/>
                  </a:lnTo>
                  <a:lnTo>
                    <a:pt x="42926" y="115887"/>
                  </a:lnTo>
                  <a:lnTo>
                    <a:pt x="41071" y="107950"/>
                  </a:lnTo>
                  <a:lnTo>
                    <a:pt x="0" y="114109"/>
                  </a:lnTo>
                  <a:lnTo>
                    <a:pt x="24206" y="149034"/>
                  </a:lnTo>
                  <a:lnTo>
                    <a:pt x="74206" y="161925"/>
                  </a:lnTo>
                  <a:lnTo>
                    <a:pt x="90589" y="160972"/>
                  </a:lnTo>
                  <a:lnTo>
                    <a:pt x="126796" y="146646"/>
                  </a:lnTo>
                  <a:lnTo>
                    <a:pt x="143535" y="120205"/>
                  </a:lnTo>
                  <a:lnTo>
                    <a:pt x="144653" y="109943"/>
                  </a:lnTo>
                  <a:close/>
                </a:path>
                <a:path w="545465" h="161925">
                  <a:moveTo>
                    <a:pt x="391007" y="3581"/>
                  </a:moveTo>
                  <a:lnTo>
                    <a:pt x="350723" y="3581"/>
                  </a:lnTo>
                  <a:lnTo>
                    <a:pt x="321157" y="104978"/>
                  </a:lnTo>
                  <a:lnTo>
                    <a:pt x="295363" y="3581"/>
                  </a:lnTo>
                  <a:lnTo>
                    <a:pt x="255866" y="3581"/>
                  </a:lnTo>
                  <a:lnTo>
                    <a:pt x="229082" y="104978"/>
                  </a:lnTo>
                  <a:lnTo>
                    <a:pt x="200113" y="3581"/>
                  </a:lnTo>
                  <a:lnTo>
                    <a:pt x="160426" y="3581"/>
                  </a:lnTo>
                  <a:lnTo>
                    <a:pt x="209232" y="158356"/>
                  </a:lnTo>
                  <a:lnTo>
                    <a:pt x="249123" y="158356"/>
                  </a:lnTo>
                  <a:lnTo>
                    <a:pt x="275310" y="58737"/>
                  </a:lnTo>
                  <a:lnTo>
                    <a:pt x="301904" y="158356"/>
                  </a:lnTo>
                  <a:lnTo>
                    <a:pt x="341401" y="158356"/>
                  </a:lnTo>
                  <a:lnTo>
                    <a:pt x="391007" y="3581"/>
                  </a:lnTo>
                  <a:close/>
                </a:path>
                <a:path w="545465" h="161925">
                  <a:moveTo>
                    <a:pt x="545160" y="92875"/>
                  </a:moveTo>
                  <a:lnTo>
                    <a:pt x="544334" y="70789"/>
                  </a:lnTo>
                  <a:lnTo>
                    <a:pt x="543763" y="67665"/>
                  </a:lnTo>
                  <a:lnTo>
                    <a:pt x="541070" y="52743"/>
                  </a:lnTo>
                  <a:lnTo>
                    <a:pt x="540943" y="52095"/>
                  </a:lnTo>
                  <a:lnTo>
                    <a:pt x="540880" y="51752"/>
                  </a:lnTo>
                  <a:lnTo>
                    <a:pt x="534809" y="35763"/>
                  </a:lnTo>
                  <a:lnTo>
                    <a:pt x="531850" y="31356"/>
                  </a:lnTo>
                  <a:lnTo>
                    <a:pt x="526110" y="22821"/>
                  </a:lnTo>
                  <a:lnTo>
                    <a:pt x="515175" y="12839"/>
                  </a:lnTo>
                  <a:lnTo>
                    <a:pt x="504482" y="6870"/>
                  </a:lnTo>
                  <a:lnTo>
                    <a:pt x="504482" y="67665"/>
                  </a:lnTo>
                  <a:lnTo>
                    <a:pt x="443369" y="67665"/>
                  </a:lnTo>
                  <a:lnTo>
                    <a:pt x="465124" y="31356"/>
                  </a:lnTo>
                  <a:lnTo>
                    <a:pt x="482460" y="31356"/>
                  </a:lnTo>
                  <a:lnTo>
                    <a:pt x="504482" y="67665"/>
                  </a:lnTo>
                  <a:lnTo>
                    <a:pt x="504482" y="6870"/>
                  </a:lnTo>
                  <a:lnTo>
                    <a:pt x="502437" y="5715"/>
                  </a:lnTo>
                  <a:lnTo>
                    <a:pt x="487895" y="1435"/>
                  </a:lnTo>
                  <a:lnTo>
                    <a:pt x="471538" y="0"/>
                  </a:lnTo>
                  <a:lnTo>
                    <a:pt x="456158" y="1435"/>
                  </a:lnTo>
                  <a:lnTo>
                    <a:pt x="456628" y="1435"/>
                  </a:lnTo>
                  <a:lnTo>
                    <a:pt x="443458" y="5461"/>
                  </a:lnTo>
                  <a:lnTo>
                    <a:pt x="411962" y="33794"/>
                  </a:lnTo>
                  <a:lnTo>
                    <a:pt x="400697" y="82156"/>
                  </a:lnTo>
                  <a:lnTo>
                    <a:pt x="401650" y="97561"/>
                  </a:lnTo>
                  <a:lnTo>
                    <a:pt x="415975" y="135534"/>
                  </a:lnTo>
                  <a:lnTo>
                    <a:pt x="456857" y="160286"/>
                  </a:lnTo>
                  <a:lnTo>
                    <a:pt x="475703" y="161925"/>
                  </a:lnTo>
                  <a:lnTo>
                    <a:pt x="487883" y="161201"/>
                  </a:lnTo>
                  <a:lnTo>
                    <a:pt x="526122" y="143611"/>
                  </a:lnTo>
                  <a:lnTo>
                    <a:pt x="535647" y="131165"/>
                  </a:lnTo>
                  <a:lnTo>
                    <a:pt x="538518" y="126441"/>
                  </a:lnTo>
                  <a:lnTo>
                    <a:pt x="542975" y="115887"/>
                  </a:lnTo>
                  <a:lnTo>
                    <a:pt x="502297" y="109143"/>
                  </a:lnTo>
                  <a:lnTo>
                    <a:pt x="500049" y="116954"/>
                  </a:lnTo>
                  <a:lnTo>
                    <a:pt x="496747" y="122567"/>
                  </a:lnTo>
                  <a:lnTo>
                    <a:pt x="488010" y="129451"/>
                  </a:lnTo>
                  <a:lnTo>
                    <a:pt x="482587" y="131165"/>
                  </a:lnTo>
                  <a:lnTo>
                    <a:pt x="476110" y="131165"/>
                  </a:lnTo>
                  <a:lnTo>
                    <a:pt x="445338" y="109143"/>
                  </a:lnTo>
                  <a:lnTo>
                    <a:pt x="445236" y="108953"/>
                  </a:lnTo>
                  <a:lnTo>
                    <a:pt x="443331" y="101409"/>
                  </a:lnTo>
                  <a:lnTo>
                    <a:pt x="442569" y="92875"/>
                  </a:lnTo>
                  <a:lnTo>
                    <a:pt x="545160" y="928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9" name="object 179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0695000" y="2894215"/>
              <a:ext cx="248094" cy="161925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10984661" y="3022612"/>
              <a:ext cx="29845" cy="30480"/>
            </a:xfrm>
            <a:custGeom>
              <a:avLst/>
              <a:gdLst/>
              <a:ahLst/>
              <a:cxnLst/>
              <a:rect l="l" t="t" r="r" b="b"/>
              <a:pathLst>
                <a:path w="29845" h="30480">
                  <a:moveTo>
                    <a:pt x="29768" y="0"/>
                  </a:moveTo>
                  <a:lnTo>
                    <a:pt x="0" y="0"/>
                  </a:lnTo>
                  <a:lnTo>
                    <a:pt x="0" y="29959"/>
                  </a:lnTo>
                  <a:lnTo>
                    <a:pt x="29768" y="29959"/>
                  </a:lnTo>
                  <a:lnTo>
                    <a:pt x="297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1" name="object 181"/>
          <p:cNvGrpSpPr/>
          <p:nvPr/>
        </p:nvGrpSpPr>
        <p:grpSpPr>
          <a:xfrm>
            <a:off x="1696170" y="3257956"/>
            <a:ext cx="1302385" cy="217804"/>
            <a:chOff x="1696170" y="3257956"/>
            <a:chExt cx="1302385" cy="217804"/>
          </a:xfrm>
        </p:grpSpPr>
        <p:pic>
          <p:nvPicPr>
            <p:cNvPr id="182" name="object 182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696170" y="3257956"/>
              <a:ext cx="347688" cy="217284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2062801" y="3313315"/>
              <a:ext cx="144660" cy="161925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2231364" y="3313315"/>
              <a:ext cx="144462" cy="161925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2398538" y="3313315"/>
              <a:ext cx="145256" cy="161925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2573451" y="3313315"/>
              <a:ext cx="254850" cy="161925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2857166" y="3257956"/>
              <a:ext cx="140884" cy="213715"/>
            </a:xfrm>
            <a:prstGeom prst="rect">
              <a:avLst/>
            </a:prstGeom>
          </p:spPr>
        </p:pic>
      </p:grpSp>
      <p:grpSp>
        <p:nvGrpSpPr>
          <p:cNvPr id="188" name="object 188"/>
          <p:cNvGrpSpPr/>
          <p:nvPr/>
        </p:nvGrpSpPr>
        <p:grpSpPr>
          <a:xfrm>
            <a:off x="3114052" y="3254387"/>
            <a:ext cx="1318895" cy="280670"/>
            <a:chOff x="3114052" y="3254387"/>
            <a:chExt cx="1318895" cy="280670"/>
          </a:xfrm>
        </p:grpSpPr>
        <p:pic>
          <p:nvPicPr>
            <p:cNvPr id="189" name="object 189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3114052" y="3254387"/>
              <a:ext cx="207294" cy="220852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3352939" y="3257956"/>
              <a:ext cx="224180" cy="276618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3608044" y="3313315"/>
              <a:ext cx="144462" cy="161925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3776814" y="3262325"/>
              <a:ext cx="249326" cy="212915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4051312" y="3257956"/>
              <a:ext cx="223799" cy="213715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4288307" y="3313315"/>
              <a:ext cx="144462" cy="161925"/>
            </a:xfrm>
            <a:prstGeom prst="rect">
              <a:avLst/>
            </a:prstGeom>
          </p:spPr>
        </p:pic>
      </p:grpSp>
      <p:pic>
        <p:nvPicPr>
          <p:cNvPr id="195" name="object 19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44747" y="3749281"/>
            <a:ext cx="73818" cy="73825"/>
          </a:xfrm>
          <a:prstGeom prst="rect">
            <a:avLst/>
          </a:prstGeom>
        </p:spPr>
      </p:pic>
      <p:grpSp>
        <p:nvGrpSpPr>
          <p:cNvPr id="196" name="object 196"/>
          <p:cNvGrpSpPr/>
          <p:nvPr/>
        </p:nvGrpSpPr>
        <p:grpSpPr>
          <a:xfrm>
            <a:off x="2205032" y="3677056"/>
            <a:ext cx="1128395" cy="273050"/>
            <a:chOff x="2205032" y="3677056"/>
            <a:chExt cx="1128395" cy="273050"/>
          </a:xfrm>
        </p:grpSpPr>
        <p:pic>
          <p:nvPicPr>
            <p:cNvPr id="197" name="object 197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2205032" y="3677056"/>
              <a:ext cx="178989" cy="213715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2408457" y="3732415"/>
              <a:ext cx="476430" cy="161925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2918313" y="36770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74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74" y="213715"/>
                  </a:lnTo>
                  <a:lnTo>
                    <a:pt x="4087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2991713" y="3732415"/>
              <a:ext cx="159740" cy="161925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3182353" y="3732415"/>
              <a:ext cx="150990" cy="217297"/>
            </a:xfrm>
            <a:prstGeom prst="rect">
              <a:avLst/>
            </a:prstGeom>
          </p:spPr>
        </p:pic>
      </p:grpSp>
      <p:pic>
        <p:nvPicPr>
          <p:cNvPr id="202" name="object 202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3438042" y="3732415"/>
            <a:ext cx="145262" cy="161925"/>
          </a:xfrm>
          <a:prstGeom prst="rect">
            <a:avLst/>
          </a:prstGeom>
        </p:spPr>
      </p:pic>
      <p:grpSp>
        <p:nvGrpSpPr>
          <p:cNvPr id="203" name="object 203"/>
          <p:cNvGrpSpPr/>
          <p:nvPr/>
        </p:nvGrpSpPr>
        <p:grpSpPr>
          <a:xfrm>
            <a:off x="3697859" y="3677056"/>
            <a:ext cx="1800860" cy="217804"/>
            <a:chOff x="3697859" y="3677056"/>
            <a:chExt cx="1800860" cy="217804"/>
          </a:xfrm>
        </p:grpSpPr>
        <p:pic>
          <p:nvPicPr>
            <p:cNvPr id="204" name="object 204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3697859" y="3677056"/>
              <a:ext cx="163715" cy="213715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3884815" y="3732415"/>
              <a:ext cx="144462" cy="161925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4060926" y="3732415"/>
              <a:ext cx="248107" cy="161925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4335310" y="3732415"/>
              <a:ext cx="159740" cy="161925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4526750" y="3732415"/>
              <a:ext cx="141084" cy="158356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4698733" y="3732415"/>
              <a:ext cx="145249" cy="161925"/>
            </a:xfrm>
            <a:prstGeom prst="rect">
              <a:avLst/>
            </a:prstGeom>
          </p:spPr>
        </p:pic>
        <p:sp>
          <p:nvSpPr>
            <p:cNvPr id="210" name="object 210"/>
            <p:cNvSpPr/>
            <p:nvPr/>
          </p:nvSpPr>
          <p:spPr>
            <a:xfrm>
              <a:off x="4875428" y="3677056"/>
              <a:ext cx="123825" cy="213995"/>
            </a:xfrm>
            <a:custGeom>
              <a:avLst/>
              <a:gdLst/>
              <a:ahLst/>
              <a:cxnLst/>
              <a:rect l="l" t="t" r="r" b="b"/>
              <a:pathLst>
                <a:path w="123825" h="213995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  <a:path w="123825" h="213995">
                  <a:moveTo>
                    <a:pt x="123799" y="58940"/>
                  </a:moveTo>
                  <a:lnTo>
                    <a:pt x="82918" y="58940"/>
                  </a:lnTo>
                  <a:lnTo>
                    <a:pt x="82918" y="213715"/>
                  </a:lnTo>
                  <a:lnTo>
                    <a:pt x="123799" y="213715"/>
                  </a:lnTo>
                  <a:lnTo>
                    <a:pt x="123799" y="58940"/>
                  </a:lnTo>
                  <a:close/>
                </a:path>
                <a:path w="123825" h="213995">
                  <a:moveTo>
                    <a:pt x="123799" y="0"/>
                  </a:moveTo>
                  <a:lnTo>
                    <a:pt x="82918" y="0"/>
                  </a:lnTo>
                  <a:lnTo>
                    <a:pt x="82918" y="37896"/>
                  </a:lnTo>
                  <a:lnTo>
                    <a:pt x="123799" y="37896"/>
                  </a:lnTo>
                  <a:lnTo>
                    <a:pt x="12379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1" name="object 211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5024793" y="3732415"/>
              <a:ext cx="298246" cy="161925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5347425" y="3677056"/>
              <a:ext cx="150925" cy="217284"/>
            </a:xfrm>
            <a:prstGeom prst="rect">
              <a:avLst/>
            </a:prstGeom>
          </p:spPr>
        </p:pic>
      </p:grpSp>
      <p:grpSp>
        <p:nvGrpSpPr>
          <p:cNvPr id="213" name="object 213"/>
          <p:cNvGrpSpPr/>
          <p:nvPr/>
        </p:nvGrpSpPr>
        <p:grpSpPr>
          <a:xfrm>
            <a:off x="5621299" y="3677056"/>
            <a:ext cx="655320" cy="217804"/>
            <a:chOff x="5621299" y="3677056"/>
            <a:chExt cx="655320" cy="217804"/>
          </a:xfrm>
        </p:grpSpPr>
        <p:pic>
          <p:nvPicPr>
            <p:cNvPr id="214" name="object 214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5621299" y="3677056"/>
              <a:ext cx="206375" cy="213715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5859589" y="3681425"/>
              <a:ext cx="250913" cy="212915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135471" y="3677056"/>
              <a:ext cx="140893" cy="213715"/>
            </a:xfrm>
            <a:prstGeom prst="rect">
              <a:avLst/>
            </a:prstGeom>
          </p:spPr>
        </p:pic>
      </p:grpSp>
      <p:grpSp>
        <p:nvGrpSpPr>
          <p:cNvPr id="217" name="object 217"/>
          <p:cNvGrpSpPr/>
          <p:nvPr/>
        </p:nvGrpSpPr>
        <p:grpSpPr>
          <a:xfrm>
            <a:off x="6402285" y="3677056"/>
            <a:ext cx="1218565" cy="276860"/>
            <a:chOff x="6402285" y="3677056"/>
            <a:chExt cx="1218565" cy="276860"/>
          </a:xfrm>
        </p:grpSpPr>
        <p:pic>
          <p:nvPicPr>
            <p:cNvPr id="218" name="object 218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6402285" y="3678644"/>
              <a:ext cx="313474" cy="215696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6738467" y="3732415"/>
              <a:ext cx="145262" cy="161925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6913384" y="3732415"/>
              <a:ext cx="258622" cy="158356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7213613" y="36770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2" name="object 222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7296137" y="3732415"/>
              <a:ext cx="141084" cy="158356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7469708" y="3732415"/>
              <a:ext cx="151015" cy="221259"/>
            </a:xfrm>
            <a:prstGeom prst="rect">
              <a:avLst/>
            </a:prstGeom>
          </p:spPr>
        </p:pic>
      </p:grpSp>
      <p:grpSp>
        <p:nvGrpSpPr>
          <p:cNvPr id="224" name="object 224"/>
          <p:cNvGrpSpPr/>
          <p:nvPr/>
        </p:nvGrpSpPr>
        <p:grpSpPr>
          <a:xfrm>
            <a:off x="7744256" y="3677056"/>
            <a:ext cx="961390" cy="276860"/>
            <a:chOff x="7744256" y="3677056"/>
            <a:chExt cx="961390" cy="276860"/>
          </a:xfrm>
        </p:grpSpPr>
        <p:sp>
          <p:nvSpPr>
            <p:cNvPr id="225" name="object 225"/>
            <p:cNvSpPr/>
            <p:nvPr/>
          </p:nvSpPr>
          <p:spPr>
            <a:xfrm>
              <a:off x="7744257" y="3677373"/>
              <a:ext cx="162560" cy="213360"/>
            </a:xfrm>
            <a:custGeom>
              <a:avLst/>
              <a:gdLst/>
              <a:ahLst/>
              <a:cxnLst/>
              <a:rect l="l" t="t" r="r" b="b"/>
              <a:pathLst>
                <a:path w="162559" h="213360">
                  <a:moveTo>
                    <a:pt x="162521" y="177800"/>
                  </a:moveTo>
                  <a:lnTo>
                    <a:pt x="43268" y="177800"/>
                  </a:lnTo>
                  <a:lnTo>
                    <a:pt x="43268" y="119380"/>
                  </a:lnTo>
                  <a:lnTo>
                    <a:pt x="150418" y="119380"/>
                  </a:lnTo>
                  <a:lnTo>
                    <a:pt x="150418" y="83820"/>
                  </a:lnTo>
                  <a:lnTo>
                    <a:pt x="43268" y="83820"/>
                  </a:lnTo>
                  <a:lnTo>
                    <a:pt x="43268" y="35560"/>
                  </a:lnTo>
                  <a:lnTo>
                    <a:pt x="158559" y="35560"/>
                  </a:lnTo>
                  <a:lnTo>
                    <a:pt x="158559" y="0"/>
                  </a:lnTo>
                  <a:lnTo>
                    <a:pt x="0" y="0"/>
                  </a:lnTo>
                  <a:lnTo>
                    <a:pt x="0" y="35560"/>
                  </a:lnTo>
                  <a:lnTo>
                    <a:pt x="0" y="83820"/>
                  </a:lnTo>
                  <a:lnTo>
                    <a:pt x="0" y="119380"/>
                  </a:lnTo>
                  <a:lnTo>
                    <a:pt x="0" y="177800"/>
                  </a:lnTo>
                  <a:lnTo>
                    <a:pt x="0" y="213360"/>
                  </a:lnTo>
                  <a:lnTo>
                    <a:pt x="162521" y="213360"/>
                  </a:lnTo>
                  <a:lnTo>
                    <a:pt x="162521" y="17780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6" name="object 226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7942732" y="3732415"/>
              <a:ext cx="141084" cy="158356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8116303" y="3732415"/>
              <a:ext cx="151015" cy="221259"/>
            </a:xfrm>
            <a:prstGeom prst="rect">
              <a:avLst/>
            </a:prstGeom>
          </p:spPr>
        </p:pic>
        <p:sp>
          <p:nvSpPr>
            <p:cNvPr id="228" name="object 228"/>
            <p:cNvSpPr/>
            <p:nvPr/>
          </p:nvSpPr>
          <p:spPr>
            <a:xfrm>
              <a:off x="8307743" y="36770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5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9" name="object 229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8390254" y="3732415"/>
              <a:ext cx="141097" cy="158356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8561057" y="3732415"/>
              <a:ext cx="144462" cy="161925"/>
            </a:xfrm>
            <a:prstGeom prst="rect">
              <a:avLst/>
            </a:prstGeom>
          </p:spPr>
        </p:pic>
      </p:grpSp>
      <p:grpSp>
        <p:nvGrpSpPr>
          <p:cNvPr id="231" name="object 231"/>
          <p:cNvGrpSpPr/>
          <p:nvPr/>
        </p:nvGrpSpPr>
        <p:grpSpPr>
          <a:xfrm>
            <a:off x="8804998" y="3677056"/>
            <a:ext cx="539115" cy="217804"/>
            <a:chOff x="8804998" y="3677056"/>
            <a:chExt cx="539115" cy="217804"/>
          </a:xfrm>
        </p:grpSpPr>
        <p:pic>
          <p:nvPicPr>
            <p:cNvPr id="232" name="object 232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8804998" y="3681425"/>
              <a:ext cx="91084" cy="212915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8921051" y="3677056"/>
              <a:ext cx="140893" cy="213715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9092831" y="3681425"/>
              <a:ext cx="250913" cy="212915"/>
            </a:xfrm>
            <a:prstGeom prst="rect">
              <a:avLst/>
            </a:prstGeom>
          </p:spPr>
        </p:pic>
      </p:grpSp>
      <p:grpSp>
        <p:nvGrpSpPr>
          <p:cNvPr id="235" name="object 235"/>
          <p:cNvGrpSpPr/>
          <p:nvPr/>
        </p:nvGrpSpPr>
        <p:grpSpPr>
          <a:xfrm>
            <a:off x="9441116" y="3677056"/>
            <a:ext cx="937260" cy="273050"/>
            <a:chOff x="9441116" y="3677056"/>
            <a:chExt cx="937260" cy="273050"/>
          </a:xfrm>
        </p:grpSpPr>
        <p:pic>
          <p:nvPicPr>
            <p:cNvPr id="236" name="object 236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9441116" y="3732415"/>
              <a:ext cx="145262" cy="161925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9608770" y="3677056"/>
              <a:ext cx="150938" cy="217284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9789414" y="3732415"/>
              <a:ext cx="145249" cy="161925"/>
            </a:xfrm>
            <a:prstGeom prst="rect">
              <a:avLst/>
            </a:prstGeom>
          </p:spPr>
        </p:pic>
        <p:pic>
          <p:nvPicPr>
            <p:cNvPr id="239" name="object 239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9964915" y="3681425"/>
              <a:ext cx="413054" cy="268287"/>
            </a:xfrm>
            <a:prstGeom prst="rect">
              <a:avLst/>
            </a:prstGeom>
          </p:spPr>
        </p:pic>
      </p:grpSp>
      <p:grpSp>
        <p:nvGrpSpPr>
          <p:cNvPr id="240" name="object 240"/>
          <p:cNvGrpSpPr/>
          <p:nvPr/>
        </p:nvGrpSpPr>
        <p:grpSpPr>
          <a:xfrm>
            <a:off x="10493730" y="3677056"/>
            <a:ext cx="675005" cy="217804"/>
            <a:chOff x="10493730" y="3677056"/>
            <a:chExt cx="675005" cy="217804"/>
          </a:xfrm>
        </p:grpSpPr>
        <p:pic>
          <p:nvPicPr>
            <p:cNvPr id="241" name="object 241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10493730" y="3732415"/>
              <a:ext cx="227596" cy="158356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10751350" y="3681425"/>
              <a:ext cx="250913" cy="212915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1027245" y="3677056"/>
              <a:ext cx="140881" cy="213715"/>
            </a:xfrm>
            <a:prstGeom prst="rect">
              <a:avLst/>
            </a:prstGeom>
          </p:spPr>
        </p:pic>
      </p:grpSp>
      <p:grpSp>
        <p:nvGrpSpPr>
          <p:cNvPr id="244" name="object 244"/>
          <p:cNvGrpSpPr/>
          <p:nvPr/>
        </p:nvGrpSpPr>
        <p:grpSpPr>
          <a:xfrm>
            <a:off x="11281943" y="3677056"/>
            <a:ext cx="1252855" cy="217804"/>
            <a:chOff x="11281943" y="3677056"/>
            <a:chExt cx="1252855" cy="217804"/>
          </a:xfrm>
        </p:grpSpPr>
        <p:pic>
          <p:nvPicPr>
            <p:cNvPr id="245" name="object 245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11281943" y="3732415"/>
              <a:ext cx="145262" cy="161925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11449519" y="3681425"/>
              <a:ext cx="249326" cy="212915"/>
            </a:xfrm>
            <a:prstGeom prst="rect">
              <a:avLst/>
            </a:prstGeom>
          </p:spPr>
        </p:pic>
        <p:sp>
          <p:nvSpPr>
            <p:cNvPr id="247" name="object 247"/>
            <p:cNvSpPr/>
            <p:nvPr/>
          </p:nvSpPr>
          <p:spPr>
            <a:xfrm>
              <a:off x="11724018" y="36770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5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11787085" y="3735997"/>
              <a:ext cx="160731" cy="154774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11972912" y="36770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0" name="object 250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12038964" y="3681425"/>
              <a:ext cx="91084" cy="212915"/>
            </a:xfrm>
            <a:prstGeom prst="rect">
              <a:avLst/>
            </a:prstGeom>
          </p:spPr>
        </p:pic>
        <p:sp>
          <p:nvSpPr>
            <p:cNvPr id="251" name="object 251"/>
            <p:cNvSpPr/>
            <p:nvPr/>
          </p:nvSpPr>
          <p:spPr>
            <a:xfrm>
              <a:off x="12155221" y="36770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5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2" name="object 252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12226226" y="3732415"/>
              <a:ext cx="308063" cy="161925"/>
            </a:xfrm>
            <a:prstGeom prst="rect">
              <a:avLst/>
            </a:prstGeom>
          </p:spPr>
        </p:pic>
      </p:grpSp>
      <p:grpSp>
        <p:nvGrpSpPr>
          <p:cNvPr id="253" name="object 253"/>
          <p:cNvGrpSpPr/>
          <p:nvPr/>
        </p:nvGrpSpPr>
        <p:grpSpPr>
          <a:xfrm>
            <a:off x="12651231" y="3677056"/>
            <a:ext cx="824230" cy="217804"/>
            <a:chOff x="12651231" y="3677056"/>
            <a:chExt cx="824230" cy="217804"/>
          </a:xfrm>
        </p:grpSpPr>
        <p:pic>
          <p:nvPicPr>
            <p:cNvPr id="254" name="object 254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12651231" y="3677056"/>
              <a:ext cx="151091" cy="217284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12824612" y="3732415"/>
              <a:ext cx="306870" cy="161925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13155383" y="3732415"/>
              <a:ext cx="144462" cy="161925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13324231" y="3677056"/>
              <a:ext cx="150925" cy="217284"/>
            </a:xfrm>
            <a:prstGeom prst="rect">
              <a:avLst/>
            </a:prstGeom>
          </p:spPr>
        </p:pic>
      </p:grpSp>
      <p:grpSp>
        <p:nvGrpSpPr>
          <p:cNvPr id="258" name="object 258"/>
          <p:cNvGrpSpPr/>
          <p:nvPr/>
        </p:nvGrpSpPr>
        <p:grpSpPr>
          <a:xfrm>
            <a:off x="13588975" y="3732415"/>
            <a:ext cx="332740" cy="161925"/>
            <a:chOff x="13588975" y="3732415"/>
            <a:chExt cx="332740" cy="161925"/>
          </a:xfrm>
        </p:grpSpPr>
        <p:pic>
          <p:nvPicPr>
            <p:cNvPr id="259" name="object 259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13588975" y="3732415"/>
              <a:ext cx="159740" cy="161925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13780402" y="3732415"/>
              <a:ext cx="141097" cy="158356"/>
            </a:xfrm>
            <a:prstGeom prst="rect">
              <a:avLst/>
            </a:prstGeom>
          </p:spPr>
        </p:pic>
      </p:grpSp>
      <p:grpSp>
        <p:nvGrpSpPr>
          <p:cNvPr id="261" name="object 261"/>
          <p:cNvGrpSpPr/>
          <p:nvPr/>
        </p:nvGrpSpPr>
        <p:grpSpPr>
          <a:xfrm>
            <a:off x="14031543" y="3677056"/>
            <a:ext cx="1067435" cy="217804"/>
            <a:chOff x="14031543" y="3677056"/>
            <a:chExt cx="1067435" cy="217804"/>
          </a:xfrm>
        </p:grpSpPr>
        <p:pic>
          <p:nvPicPr>
            <p:cNvPr id="262" name="object 262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4031543" y="3681425"/>
              <a:ext cx="254685" cy="212915"/>
            </a:xfrm>
            <a:prstGeom prst="rect">
              <a:avLst/>
            </a:prstGeom>
          </p:spPr>
        </p:pic>
        <p:pic>
          <p:nvPicPr>
            <p:cNvPr id="263" name="object 263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4310600" y="3735997"/>
              <a:ext cx="140703" cy="158343"/>
            </a:xfrm>
            <a:prstGeom prst="rect">
              <a:avLst/>
            </a:prstGeom>
          </p:spPr>
        </p:pic>
        <p:pic>
          <p:nvPicPr>
            <p:cNvPr id="264" name="object 264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14484654" y="3677056"/>
              <a:ext cx="150926" cy="217284"/>
            </a:xfrm>
            <a:prstGeom prst="rect">
              <a:avLst/>
            </a:prstGeom>
          </p:spPr>
        </p:pic>
        <p:pic>
          <p:nvPicPr>
            <p:cNvPr id="265" name="object 265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14664155" y="3732415"/>
              <a:ext cx="144398" cy="161925"/>
            </a:xfrm>
            <a:prstGeom prst="rect">
              <a:avLst/>
            </a:prstGeom>
          </p:spPr>
        </p:pic>
        <p:pic>
          <p:nvPicPr>
            <p:cNvPr id="266" name="object 266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14841574" y="3732415"/>
              <a:ext cx="141097" cy="158356"/>
            </a:xfrm>
            <a:prstGeom prst="rect">
              <a:avLst/>
            </a:prstGeom>
          </p:spPr>
        </p:pic>
        <p:pic>
          <p:nvPicPr>
            <p:cNvPr id="267" name="object 267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15007436" y="3681425"/>
              <a:ext cx="91059" cy="212915"/>
            </a:xfrm>
            <a:prstGeom prst="rect">
              <a:avLst/>
            </a:prstGeom>
          </p:spPr>
        </p:pic>
      </p:grpSp>
      <p:grpSp>
        <p:nvGrpSpPr>
          <p:cNvPr id="268" name="object 268"/>
          <p:cNvGrpSpPr/>
          <p:nvPr/>
        </p:nvGrpSpPr>
        <p:grpSpPr>
          <a:xfrm>
            <a:off x="2204833" y="4096156"/>
            <a:ext cx="1120775" cy="276860"/>
            <a:chOff x="2204833" y="4096156"/>
            <a:chExt cx="1120775" cy="276860"/>
          </a:xfrm>
        </p:grpSpPr>
        <p:sp>
          <p:nvSpPr>
            <p:cNvPr id="269" name="object 269"/>
            <p:cNvSpPr/>
            <p:nvPr/>
          </p:nvSpPr>
          <p:spPr>
            <a:xfrm>
              <a:off x="2204833" y="40961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78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78" y="213715"/>
                  </a:lnTo>
                  <a:lnTo>
                    <a:pt x="4087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0" name="object 270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2275846" y="4151515"/>
              <a:ext cx="144461" cy="161925"/>
            </a:xfrm>
            <a:prstGeom prst="rect">
              <a:avLst/>
            </a:prstGeom>
          </p:spPr>
        </p:pic>
        <p:pic>
          <p:nvPicPr>
            <p:cNvPr id="271" name="object 271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2443020" y="4151515"/>
              <a:ext cx="145256" cy="161925"/>
            </a:xfrm>
            <a:prstGeom prst="rect">
              <a:avLst/>
            </a:prstGeom>
          </p:spPr>
        </p:pic>
        <p:pic>
          <p:nvPicPr>
            <p:cNvPr id="272" name="object 272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2617933" y="4151515"/>
              <a:ext cx="258620" cy="158356"/>
            </a:xfrm>
            <a:prstGeom prst="rect">
              <a:avLst/>
            </a:prstGeom>
          </p:spPr>
        </p:pic>
        <p:sp>
          <p:nvSpPr>
            <p:cNvPr id="273" name="object 273"/>
            <p:cNvSpPr/>
            <p:nvPr/>
          </p:nvSpPr>
          <p:spPr>
            <a:xfrm>
              <a:off x="2918155" y="40961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94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94" y="213715"/>
                  </a:lnTo>
                  <a:lnTo>
                    <a:pt x="40894" y="58940"/>
                  </a:lnTo>
                  <a:close/>
                </a:path>
                <a:path w="41275" h="213995">
                  <a:moveTo>
                    <a:pt x="40894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94" y="37896"/>
                  </a:lnTo>
                  <a:lnTo>
                    <a:pt x="4089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4" name="object 274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3000692" y="4151515"/>
              <a:ext cx="141084" cy="158356"/>
            </a:xfrm>
            <a:prstGeom prst="rect">
              <a:avLst/>
            </a:prstGeom>
          </p:spPr>
        </p:pic>
        <p:pic>
          <p:nvPicPr>
            <p:cNvPr id="275" name="object 275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3174263" y="4151515"/>
              <a:ext cx="151015" cy="221259"/>
            </a:xfrm>
            <a:prstGeom prst="rect">
              <a:avLst/>
            </a:prstGeom>
          </p:spPr>
        </p:pic>
      </p:grpSp>
      <p:grpSp>
        <p:nvGrpSpPr>
          <p:cNvPr id="276" name="object 276"/>
          <p:cNvGrpSpPr/>
          <p:nvPr/>
        </p:nvGrpSpPr>
        <p:grpSpPr>
          <a:xfrm>
            <a:off x="3447427" y="4151515"/>
            <a:ext cx="1319530" cy="221615"/>
            <a:chOff x="3447427" y="4151515"/>
            <a:chExt cx="1319530" cy="221615"/>
          </a:xfrm>
        </p:grpSpPr>
        <p:pic>
          <p:nvPicPr>
            <p:cNvPr id="277" name="object 277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3447427" y="4151515"/>
              <a:ext cx="1242529" cy="221259"/>
            </a:xfrm>
            <a:prstGeom prst="rect">
              <a:avLst/>
            </a:prstGeom>
          </p:spPr>
        </p:pic>
        <p:sp>
          <p:nvSpPr>
            <p:cNvPr id="278" name="object 278"/>
            <p:cNvSpPr/>
            <p:nvPr/>
          </p:nvSpPr>
          <p:spPr>
            <a:xfrm>
              <a:off x="4725771" y="4268990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40868" y="0"/>
                  </a:moveTo>
                  <a:lnTo>
                    <a:pt x="0" y="0"/>
                  </a:lnTo>
                  <a:lnTo>
                    <a:pt x="0" y="40881"/>
                  </a:lnTo>
                  <a:lnTo>
                    <a:pt x="40868" y="40881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9" name="object 279"/>
          <p:cNvGrpSpPr/>
          <p:nvPr/>
        </p:nvGrpSpPr>
        <p:grpSpPr>
          <a:xfrm>
            <a:off x="1685057" y="4511687"/>
            <a:ext cx="2147570" cy="280670"/>
            <a:chOff x="1685057" y="4511687"/>
            <a:chExt cx="2147570" cy="280670"/>
          </a:xfrm>
        </p:grpSpPr>
        <p:pic>
          <p:nvPicPr>
            <p:cNvPr id="280" name="object 280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685057" y="4511687"/>
              <a:ext cx="173830" cy="221056"/>
            </a:xfrm>
            <a:prstGeom prst="rect">
              <a:avLst/>
            </a:prstGeom>
          </p:spPr>
        </p:pic>
        <p:pic>
          <p:nvPicPr>
            <p:cNvPr id="281" name="object 281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1894043" y="4574197"/>
              <a:ext cx="140691" cy="158343"/>
            </a:xfrm>
            <a:prstGeom prst="rect">
              <a:avLst/>
            </a:prstGeom>
          </p:spPr>
        </p:pic>
        <p:pic>
          <p:nvPicPr>
            <p:cNvPr id="282" name="object 282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2075356" y="4515256"/>
              <a:ext cx="151093" cy="217284"/>
            </a:xfrm>
            <a:prstGeom prst="rect">
              <a:avLst/>
            </a:prstGeom>
          </p:spPr>
        </p:pic>
        <p:pic>
          <p:nvPicPr>
            <p:cNvPr id="283" name="object 283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2254882" y="4630940"/>
              <a:ext cx="80368" cy="41084"/>
            </a:xfrm>
            <a:prstGeom prst="rect">
              <a:avLst/>
            </a:prstGeom>
          </p:spPr>
        </p:pic>
        <p:pic>
          <p:nvPicPr>
            <p:cNvPr id="284" name="object 284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2350298" y="4511687"/>
              <a:ext cx="207295" cy="220852"/>
            </a:xfrm>
            <a:prstGeom prst="rect">
              <a:avLst/>
            </a:prstGeom>
          </p:spPr>
        </p:pic>
        <p:pic>
          <p:nvPicPr>
            <p:cNvPr id="285" name="object 285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2589189" y="4515256"/>
              <a:ext cx="224174" cy="276618"/>
            </a:xfrm>
            <a:prstGeom prst="rect">
              <a:avLst/>
            </a:prstGeom>
          </p:spPr>
        </p:pic>
        <p:pic>
          <p:nvPicPr>
            <p:cNvPr id="286" name="object 286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2844291" y="4570615"/>
              <a:ext cx="144462" cy="161925"/>
            </a:xfrm>
            <a:prstGeom prst="rect">
              <a:avLst/>
            </a:prstGeom>
          </p:spPr>
        </p:pic>
        <p:pic>
          <p:nvPicPr>
            <p:cNvPr id="287" name="object 287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3013049" y="4519625"/>
              <a:ext cx="249326" cy="212915"/>
            </a:xfrm>
            <a:prstGeom prst="rect">
              <a:avLst/>
            </a:prstGeom>
          </p:spPr>
        </p:pic>
        <p:pic>
          <p:nvPicPr>
            <p:cNvPr id="288" name="object 288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3287547" y="4515256"/>
              <a:ext cx="223812" cy="213715"/>
            </a:xfrm>
            <a:prstGeom prst="rect">
              <a:avLst/>
            </a:prstGeom>
          </p:spPr>
        </p:pic>
        <p:pic>
          <p:nvPicPr>
            <p:cNvPr id="289" name="object 289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3524542" y="4570615"/>
              <a:ext cx="144462" cy="161925"/>
            </a:xfrm>
            <a:prstGeom prst="rect">
              <a:avLst/>
            </a:prstGeom>
          </p:spPr>
        </p:pic>
        <p:pic>
          <p:nvPicPr>
            <p:cNvPr id="290" name="object 290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3687952" y="4570615"/>
              <a:ext cx="144652" cy="161925"/>
            </a:xfrm>
            <a:prstGeom prst="rect">
              <a:avLst/>
            </a:prstGeom>
          </p:spPr>
        </p:pic>
      </p:grpSp>
      <p:pic>
        <p:nvPicPr>
          <p:cNvPr id="291" name="object 29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44747" y="5006581"/>
            <a:ext cx="73818" cy="73825"/>
          </a:xfrm>
          <a:prstGeom prst="rect">
            <a:avLst/>
          </a:prstGeom>
        </p:spPr>
      </p:pic>
      <p:grpSp>
        <p:nvGrpSpPr>
          <p:cNvPr id="292" name="object 292"/>
          <p:cNvGrpSpPr/>
          <p:nvPr/>
        </p:nvGrpSpPr>
        <p:grpSpPr>
          <a:xfrm>
            <a:off x="2183402" y="4934356"/>
            <a:ext cx="1116330" cy="276860"/>
            <a:chOff x="2183402" y="4934356"/>
            <a:chExt cx="1116330" cy="276860"/>
          </a:xfrm>
        </p:grpSpPr>
        <p:pic>
          <p:nvPicPr>
            <p:cNvPr id="293" name="object 293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2183402" y="4934356"/>
              <a:ext cx="214312" cy="213715"/>
            </a:xfrm>
            <a:prstGeom prst="rect">
              <a:avLst/>
            </a:prstGeom>
          </p:spPr>
        </p:pic>
        <p:pic>
          <p:nvPicPr>
            <p:cNvPr id="294" name="object 294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2419967" y="4989715"/>
              <a:ext cx="141088" cy="158356"/>
            </a:xfrm>
            <a:prstGeom prst="rect">
              <a:avLst/>
            </a:prstGeom>
          </p:spPr>
        </p:pic>
        <p:pic>
          <p:nvPicPr>
            <p:cNvPr id="295" name="object 295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2591953" y="4989715"/>
              <a:ext cx="145256" cy="161925"/>
            </a:xfrm>
            <a:prstGeom prst="rect">
              <a:avLst/>
            </a:prstGeom>
          </p:spPr>
        </p:pic>
        <p:sp>
          <p:nvSpPr>
            <p:cNvPr id="296" name="object 296"/>
            <p:cNvSpPr/>
            <p:nvPr/>
          </p:nvSpPr>
          <p:spPr>
            <a:xfrm>
              <a:off x="2768651" y="49343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78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78" y="213715"/>
                  </a:lnTo>
                  <a:lnTo>
                    <a:pt x="4087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7" name="object 297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2832124" y="4989715"/>
              <a:ext cx="467208" cy="221259"/>
            </a:xfrm>
            <a:prstGeom prst="rect">
              <a:avLst/>
            </a:prstGeom>
          </p:spPr>
        </p:pic>
      </p:grpSp>
      <p:grpSp>
        <p:nvGrpSpPr>
          <p:cNvPr id="298" name="object 298"/>
          <p:cNvGrpSpPr/>
          <p:nvPr/>
        </p:nvGrpSpPr>
        <p:grpSpPr>
          <a:xfrm>
            <a:off x="3401186" y="4934356"/>
            <a:ext cx="1067435" cy="217804"/>
            <a:chOff x="3401186" y="4934356"/>
            <a:chExt cx="1067435" cy="217804"/>
          </a:xfrm>
        </p:grpSpPr>
        <p:pic>
          <p:nvPicPr>
            <p:cNvPr id="299" name="object 299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3401186" y="4938725"/>
              <a:ext cx="254685" cy="212915"/>
            </a:xfrm>
            <a:prstGeom prst="rect">
              <a:avLst/>
            </a:prstGeom>
          </p:spPr>
        </p:pic>
        <p:pic>
          <p:nvPicPr>
            <p:cNvPr id="300" name="object 300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3680256" y="4993297"/>
              <a:ext cx="140690" cy="158343"/>
            </a:xfrm>
            <a:prstGeom prst="rect">
              <a:avLst/>
            </a:prstGeom>
          </p:spPr>
        </p:pic>
        <p:pic>
          <p:nvPicPr>
            <p:cNvPr id="301" name="object 301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3854298" y="4934356"/>
              <a:ext cx="150938" cy="217284"/>
            </a:xfrm>
            <a:prstGeom prst="rect">
              <a:avLst/>
            </a:prstGeom>
          </p:spPr>
        </p:pic>
        <p:pic>
          <p:nvPicPr>
            <p:cNvPr id="302" name="object 302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4033748" y="4989715"/>
              <a:ext cx="144462" cy="161925"/>
            </a:xfrm>
            <a:prstGeom prst="rect">
              <a:avLst/>
            </a:prstGeom>
          </p:spPr>
        </p:pic>
        <p:pic>
          <p:nvPicPr>
            <p:cNvPr id="303" name="object 303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4211243" y="4989715"/>
              <a:ext cx="141084" cy="158356"/>
            </a:xfrm>
            <a:prstGeom prst="rect">
              <a:avLst/>
            </a:prstGeom>
          </p:spPr>
        </p:pic>
        <p:pic>
          <p:nvPicPr>
            <p:cNvPr id="304" name="object 304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4377080" y="4938725"/>
              <a:ext cx="91084" cy="212915"/>
            </a:xfrm>
            <a:prstGeom prst="rect">
              <a:avLst/>
            </a:prstGeom>
          </p:spPr>
        </p:pic>
      </p:grpSp>
      <p:grpSp>
        <p:nvGrpSpPr>
          <p:cNvPr id="305" name="object 305"/>
          <p:cNvGrpSpPr/>
          <p:nvPr/>
        </p:nvGrpSpPr>
        <p:grpSpPr>
          <a:xfrm>
            <a:off x="4576241" y="4934356"/>
            <a:ext cx="1484630" cy="217804"/>
            <a:chOff x="4576241" y="4934356"/>
            <a:chExt cx="1484630" cy="217804"/>
          </a:xfrm>
        </p:grpSpPr>
        <p:sp>
          <p:nvSpPr>
            <p:cNvPr id="306" name="object 306"/>
            <p:cNvSpPr/>
            <p:nvPr/>
          </p:nvSpPr>
          <p:spPr>
            <a:xfrm>
              <a:off x="4576242" y="49343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7" name="object 307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4658766" y="4989715"/>
              <a:ext cx="141097" cy="158356"/>
            </a:xfrm>
            <a:prstGeom prst="rect">
              <a:avLst/>
            </a:prstGeom>
          </p:spPr>
        </p:pic>
        <p:pic>
          <p:nvPicPr>
            <p:cNvPr id="308" name="object 308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4824603" y="4938725"/>
              <a:ext cx="248805" cy="212915"/>
            </a:xfrm>
            <a:prstGeom prst="rect">
              <a:avLst/>
            </a:prstGeom>
          </p:spPr>
        </p:pic>
        <p:pic>
          <p:nvPicPr>
            <p:cNvPr id="309" name="object 309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5105057" y="4989715"/>
              <a:ext cx="252463" cy="161925"/>
            </a:xfrm>
            <a:prstGeom prst="rect">
              <a:avLst/>
            </a:prstGeom>
          </p:spPr>
        </p:pic>
        <p:pic>
          <p:nvPicPr>
            <p:cNvPr id="310" name="object 310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5379834" y="4938725"/>
              <a:ext cx="249326" cy="212915"/>
            </a:xfrm>
            <a:prstGeom prst="rect">
              <a:avLst/>
            </a:prstGeom>
          </p:spPr>
        </p:pic>
        <p:sp>
          <p:nvSpPr>
            <p:cNvPr id="311" name="object 311"/>
            <p:cNvSpPr/>
            <p:nvPr/>
          </p:nvSpPr>
          <p:spPr>
            <a:xfrm>
              <a:off x="5654332" y="49343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2" name="object 312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5727725" y="4989715"/>
              <a:ext cx="159740" cy="161925"/>
            </a:xfrm>
            <a:prstGeom prst="rect">
              <a:avLst/>
            </a:prstGeom>
          </p:spPr>
        </p:pic>
        <p:pic>
          <p:nvPicPr>
            <p:cNvPr id="313" name="object 313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5919165" y="4989715"/>
              <a:ext cx="141084" cy="158356"/>
            </a:xfrm>
            <a:prstGeom prst="rect">
              <a:avLst/>
            </a:prstGeom>
          </p:spPr>
        </p:pic>
      </p:grpSp>
      <p:grpSp>
        <p:nvGrpSpPr>
          <p:cNvPr id="314" name="object 314"/>
          <p:cNvGrpSpPr/>
          <p:nvPr/>
        </p:nvGrpSpPr>
        <p:grpSpPr>
          <a:xfrm>
            <a:off x="6175731" y="4934356"/>
            <a:ext cx="591820" cy="217804"/>
            <a:chOff x="6175731" y="4934356"/>
            <a:chExt cx="591820" cy="217804"/>
          </a:xfrm>
        </p:grpSpPr>
        <p:pic>
          <p:nvPicPr>
            <p:cNvPr id="315" name="object 315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6175731" y="4934356"/>
              <a:ext cx="150925" cy="217284"/>
            </a:xfrm>
            <a:prstGeom prst="rect">
              <a:avLst/>
            </a:prstGeom>
          </p:spPr>
        </p:pic>
        <p:pic>
          <p:nvPicPr>
            <p:cNvPr id="316" name="object 316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6356375" y="4938725"/>
              <a:ext cx="410616" cy="212915"/>
            </a:xfrm>
            <a:prstGeom prst="rect">
              <a:avLst/>
            </a:prstGeom>
          </p:spPr>
        </p:pic>
      </p:grpSp>
      <p:grpSp>
        <p:nvGrpSpPr>
          <p:cNvPr id="317" name="object 317"/>
          <p:cNvGrpSpPr/>
          <p:nvPr/>
        </p:nvGrpSpPr>
        <p:grpSpPr>
          <a:xfrm>
            <a:off x="6875602" y="4930787"/>
            <a:ext cx="1339850" cy="280670"/>
            <a:chOff x="6875602" y="4930787"/>
            <a:chExt cx="1339850" cy="280670"/>
          </a:xfrm>
        </p:grpSpPr>
        <p:sp>
          <p:nvSpPr>
            <p:cNvPr id="318" name="object 318"/>
            <p:cNvSpPr/>
            <p:nvPr/>
          </p:nvSpPr>
          <p:spPr>
            <a:xfrm>
              <a:off x="6875602" y="4930787"/>
              <a:ext cx="74295" cy="280670"/>
            </a:xfrm>
            <a:custGeom>
              <a:avLst/>
              <a:gdLst/>
              <a:ahLst/>
              <a:cxnLst/>
              <a:rect l="l" t="t" r="r" b="b"/>
              <a:pathLst>
                <a:path w="74295" h="280670">
                  <a:moveTo>
                    <a:pt x="74015" y="0"/>
                  </a:moveTo>
                  <a:lnTo>
                    <a:pt x="46037" y="0"/>
                  </a:lnTo>
                  <a:lnTo>
                    <a:pt x="36831" y="14101"/>
                  </a:lnTo>
                  <a:lnTo>
                    <a:pt x="14287" y="60121"/>
                  </a:lnTo>
                  <a:lnTo>
                    <a:pt x="3571" y="98915"/>
                  </a:lnTo>
                  <a:lnTo>
                    <a:pt x="0" y="139890"/>
                  </a:lnTo>
                  <a:lnTo>
                    <a:pt x="719" y="157009"/>
                  </a:lnTo>
                  <a:lnTo>
                    <a:pt x="11506" y="210146"/>
                  </a:lnTo>
                  <a:lnTo>
                    <a:pt x="25844" y="245810"/>
                  </a:lnTo>
                  <a:lnTo>
                    <a:pt x="45440" y="280187"/>
                  </a:lnTo>
                  <a:lnTo>
                    <a:pt x="73621" y="280187"/>
                  </a:lnTo>
                  <a:lnTo>
                    <a:pt x="67740" y="267014"/>
                  </a:lnTo>
                  <a:lnTo>
                    <a:pt x="58811" y="245583"/>
                  </a:lnTo>
                  <a:lnTo>
                    <a:pt x="45935" y="202240"/>
                  </a:lnTo>
                  <a:lnTo>
                    <a:pt x="39364" y="152768"/>
                  </a:lnTo>
                  <a:lnTo>
                    <a:pt x="39090" y="140690"/>
                  </a:lnTo>
                  <a:lnTo>
                    <a:pt x="39562" y="123647"/>
                  </a:lnTo>
                  <a:lnTo>
                    <a:pt x="46634" y="75209"/>
                  </a:lnTo>
                  <a:lnTo>
                    <a:pt x="64861" y="21295"/>
                  </a:lnTo>
                  <a:lnTo>
                    <a:pt x="7401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9" name="object 319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6970026" y="4989715"/>
              <a:ext cx="145249" cy="161925"/>
            </a:xfrm>
            <a:prstGeom prst="rect">
              <a:avLst/>
            </a:prstGeom>
          </p:spPr>
        </p:pic>
        <p:pic>
          <p:nvPicPr>
            <p:cNvPr id="320" name="object 320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7146327" y="4989715"/>
              <a:ext cx="141084" cy="158356"/>
            </a:xfrm>
            <a:prstGeom prst="rect">
              <a:avLst/>
            </a:prstGeom>
          </p:spPr>
        </p:pic>
        <p:sp>
          <p:nvSpPr>
            <p:cNvPr id="321" name="object 321"/>
            <p:cNvSpPr/>
            <p:nvPr/>
          </p:nvSpPr>
          <p:spPr>
            <a:xfrm>
              <a:off x="7314539" y="4989715"/>
              <a:ext cx="545465" cy="161925"/>
            </a:xfrm>
            <a:custGeom>
              <a:avLst/>
              <a:gdLst/>
              <a:ahLst/>
              <a:cxnLst/>
              <a:rect l="l" t="t" r="r" b="b"/>
              <a:pathLst>
                <a:path w="545465" h="161925">
                  <a:moveTo>
                    <a:pt x="144665" y="109943"/>
                  </a:moveTo>
                  <a:lnTo>
                    <a:pt x="124066" y="74345"/>
                  </a:lnTo>
                  <a:lnTo>
                    <a:pt x="71450" y="57785"/>
                  </a:lnTo>
                  <a:lnTo>
                    <a:pt x="60172" y="54686"/>
                  </a:lnTo>
                  <a:lnTo>
                    <a:pt x="52298" y="52031"/>
                  </a:lnTo>
                  <a:lnTo>
                    <a:pt x="47828" y="49809"/>
                  </a:lnTo>
                  <a:lnTo>
                    <a:pt x="45186" y="47701"/>
                  </a:lnTo>
                  <a:lnTo>
                    <a:pt x="43853" y="45186"/>
                  </a:lnTo>
                  <a:lnTo>
                    <a:pt x="43853" y="38963"/>
                  </a:lnTo>
                  <a:lnTo>
                    <a:pt x="45377" y="36245"/>
                  </a:lnTo>
                  <a:lnTo>
                    <a:pt x="53047" y="31089"/>
                  </a:lnTo>
                  <a:lnTo>
                    <a:pt x="60794" y="29565"/>
                  </a:lnTo>
                  <a:lnTo>
                    <a:pt x="80111" y="29565"/>
                  </a:lnTo>
                  <a:lnTo>
                    <a:pt x="86652" y="31153"/>
                  </a:lnTo>
                  <a:lnTo>
                    <a:pt x="95910" y="37503"/>
                  </a:lnTo>
                  <a:lnTo>
                    <a:pt x="99085" y="42138"/>
                  </a:lnTo>
                  <a:lnTo>
                    <a:pt x="100812" y="48221"/>
                  </a:lnTo>
                  <a:lnTo>
                    <a:pt x="139306" y="41084"/>
                  </a:lnTo>
                  <a:lnTo>
                    <a:pt x="109308" y="5918"/>
                  </a:lnTo>
                  <a:lnTo>
                    <a:pt x="70840" y="0"/>
                  </a:lnTo>
                  <a:lnTo>
                    <a:pt x="55257" y="876"/>
                  </a:lnTo>
                  <a:lnTo>
                    <a:pt x="14681" y="21145"/>
                  </a:lnTo>
                  <a:lnTo>
                    <a:pt x="5753" y="47625"/>
                  </a:lnTo>
                  <a:lnTo>
                    <a:pt x="6883" y="58140"/>
                  </a:lnTo>
                  <a:lnTo>
                    <a:pt x="32931" y="87045"/>
                  </a:lnTo>
                  <a:lnTo>
                    <a:pt x="94056" y="104000"/>
                  </a:lnTo>
                  <a:lnTo>
                    <a:pt x="98628" y="105778"/>
                  </a:lnTo>
                  <a:lnTo>
                    <a:pt x="102590" y="109867"/>
                  </a:lnTo>
                  <a:lnTo>
                    <a:pt x="103581" y="112445"/>
                  </a:lnTo>
                  <a:lnTo>
                    <a:pt x="103581" y="120129"/>
                  </a:lnTo>
                  <a:lnTo>
                    <a:pt x="101739" y="123761"/>
                  </a:lnTo>
                  <a:lnTo>
                    <a:pt x="92735" y="130378"/>
                  </a:lnTo>
                  <a:lnTo>
                    <a:pt x="84797" y="132359"/>
                  </a:lnTo>
                  <a:lnTo>
                    <a:pt x="64566" y="132359"/>
                  </a:lnTo>
                  <a:lnTo>
                    <a:pt x="57086" y="130314"/>
                  </a:lnTo>
                  <a:lnTo>
                    <a:pt x="46507" y="121970"/>
                  </a:lnTo>
                  <a:lnTo>
                    <a:pt x="42926" y="115887"/>
                  </a:lnTo>
                  <a:lnTo>
                    <a:pt x="41084" y="107950"/>
                  </a:lnTo>
                  <a:lnTo>
                    <a:pt x="0" y="114109"/>
                  </a:lnTo>
                  <a:lnTo>
                    <a:pt x="24206" y="149034"/>
                  </a:lnTo>
                  <a:lnTo>
                    <a:pt x="74218" y="161925"/>
                  </a:lnTo>
                  <a:lnTo>
                    <a:pt x="90589" y="160972"/>
                  </a:lnTo>
                  <a:lnTo>
                    <a:pt x="126809" y="146646"/>
                  </a:lnTo>
                  <a:lnTo>
                    <a:pt x="143548" y="120205"/>
                  </a:lnTo>
                  <a:lnTo>
                    <a:pt x="144665" y="109943"/>
                  </a:lnTo>
                  <a:close/>
                </a:path>
                <a:path w="545465" h="161925">
                  <a:moveTo>
                    <a:pt x="391020" y="3581"/>
                  </a:moveTo>
                  <a:lnTo>
                    <a:pt x="350735" y="3581"/>
                  </a:lnTo>
                  <a:lnTo>
                    <a:pt x="321170" y="104978"/>
                  </a:lnTo>
                  <a:lnTo>
                    <a:pt x="295363" y="3581"/>
                  </a:lnTo>
                  <a:lnTo>
                    <a:pt x="255879" y="3581"/>
                  </a:lnTo>
                  <a:lnTo>
                    <a:pt x="229095" y="104978"/>
                  </a:lnTo>
                  <a:lnTo>
                    <a:pt x="200113" y="3581"/>
                  </a:lnTo>
                  <a:lnTo>
                    <a:pt x="160426" y="3581"/>
                  </a:lnTo>
                  <a:lnTo>
                    <a:pt x="209245" y="158356"/>
                  </a:lnTo>
                  <a:lnTo>
                    <a:pt x="249135" y="158356"/>
                  </a:lnTo>
                  <a:lnTo>
                    <a:pt x="275323" y="58737"/>
                  </a:lnTo>
                  <a:lnTo>
                    <a:pt x="301917" y="158356"/>
                  </a:lnTo>
                  <a:lnTo>
                    <a:pt x="341401" y="158356"/>
                  </a:lnTo>
                  <a:lnTo>
                    <a:pt x="391020" y="3581"/>
                  </a:lnTo>
                  <a:close/>
                </a:path>
                <a:path w="545465" h="161925">
                  <a:moveTo>
                    <a:pt x="545172" y="92887"/>
                  </a:moveTo>
                  <a:lnTo>
                    <a:pt x="544347" y="70789"/>
                  </a:lnTo>
                  <a:lnTo>
                    <a:pt x="543775" y="67665"/>
                  </a:lnTo>
                  <a:lnTo>
                    <a:pt x="541083" y="52743"/>
                  </a:lnTo>
                  <a:lnTo>
                    <a:pt x="540956" y="52095"/>
                  </a:lnTo>
                  <a:lnTo>
                    <a:pt x="540905" y="51752"/>
                  </a:lnTo>
                  <a:lnTo>
                    <a:pt x="534822" y="35763"/>
                  </a:lnTo>
                  <a:lnTo>
                    <a:pt x="531863" y="31356"/>
                  </a:lnTo>
                  <a:lnTo>
                    <a:pt x="526122" y="22821"/>
                  </a:lnTo>
                  <a:lnTo>
                    <a:pt x="515188" y="12839"/>
                  </a:lnTo>
                  <a:lnTo>
                    <a:pt x="504494" y="6870"/>
                  </a:lnTo>
                  <a:lnTo>
                    <a:pt x="504494" y="67665"/>
                  </a:lnTo>
                  <a:lnTo>
                    <a:pt x="443369" y="67665"/>
                  </a:lnTo>
                  <a:lnTo>
                    <a:pt x="465137" y="31356"/>
                  </a:lnTo>
                  <a:lnTo>
                    <a:pt x="482460" y="31356"/>
                  </a:lnTo>
                  <a:lnTo>
                    <a:pt x="504494" y="67665"/>
                  </a:lnTo>
                  <a:lnTo>
                    <a:pt x="504494" y="6870"/>
                  </a:lnTo>
                  <a:lnTo>
                    <a:pt x="502450" y="5715"/>
                  </a:lnTo>
                  <a:lnTo>
                    <a:pt x="487908" y="1435"/>
                  </a:lnTo>
                  <a:lnTo>
                    <a:pt x="471551" y="0"/>
                  </a:lnTo>
                  <a:lnTo>
                    <a:pt x="456171" y="1435"/>
                  </a:lnTo>
                  <a:lnTo>
                    <a:pt x="456641" y="1435"/>
                  </a:lnTo>
                  <a:lnTo>
                    <a:pt x="443471" y="5461"/>
                  </a:lnTo>
                  <a:lnTo>
                    <a:pt x="411975" y="33794"/>
                  </a:lnTo>
                  <a:lnTo>
                    <a:pt x="400710" y="82156"/>
                  </a:lnTo>
                  <a:lnTo>
                    <a:pt x="401662" y="97561"/>
                  </a:lnTo>
                  <a:lnTo>
                    <a:pt x="415988" y="135534"/>
                  </a:lnTo>
                  <a:lnTo>
                    <a:pt x="456869" y="160286"/>
                  </a:lnTo>
                  <a:lnTo>
                    <a:pt x="475716" y="161925"/>
                  </a:lnTo>
                  <a:lnTo>
                    <a:pt x="487895" y="161201"/>
                  </a:lnTo>
                  <a:lnTo>
                    <a:pt x="526135" y="143611"/>
                  </a:lnTo>
                  <a:lnTo>
                    <a:pt x="542988" y="115887"/>
                  </a:lnTo>
                  <a:lnTo>
                    <a:pt x="502310" y="109143"/>
                  </a:lnTo>
                  <a:lnTo>
                    <a:pt x="500062" y="116954"/>
                  </a:lnTo>
                  <a:lnTo>
                    <a:pt x="496747" y="122567"/>
                  </a:lnTo>
                  <a:lnTo>
                    <a:pt x="488022" y="129463"/>
                  </a:lnTo>
                  <a:lnTo>
                    <a:pt x="482600" y="131178"/>
                  </a:lnTo>
                  <a:lnTo>
                    <a:pt x="476110" y="131178"/>
                  </a:lnTo>
                  <a:lnTo>
                    <a:pt x="445350" y="109143"/>
                  </a:lnTo>
                  <a:lnTo>
                    <a:pt x="445249" y="108953"/>
                  </a:lnTo>
                  <a:lnTo>
                    <a:pt x="443344" y="101409"/>
                  </a:lnTo>
                  <a:lnTo>
                    <a:pt x="442582" y="92887"/>
                  </a:lnTo>
                  <a:lnTo>
                    <a:pt x="545172" y="92887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2" name="object 322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7891348" y="4989715"/>
              <a:ext cx="248107" cy="161925"/>
            </a:xfrm>
            <a:prstGeom prst="rect">
              <a:avLst/>
            </a:prstGeom>
          </p:spPr>
        </p:pic>
        <p:sp>
          <p:nvSpPr>
            <p:cNvPr id="323" name="object 323"/>
            <p:cNvSpPr/>
            <p:nvPr/>
          </p:nvSpPr>
          <p:spPr>
            <a:xfrm>
              <a:off x="8170900" y="5107190"/>
              <a:ext cx="44450" cy="88900"/>
            </a:xfrm>
            <a:custGeom>
              <a:avLst/>
              <a:gdLst/>
              <a:ahLst/>
              <a:cxnLst/>
              <a:rect l="l" t="t" r="r" b="b"/>
              <a:pathLst>
                <a:path w="44450" h="88900">
                  <a:moveTo>
                    <a:pt x="44246" y="0"/>
                  </a:moveTo>
                  <a:lnTo>
                    <a:pt x="3378" y="0"/>
                  </a:lnTo>
                  <a:lnTo>
                    <a:pt x="3378" y="40881"/>
                  </a:lnTo>
                  <a:lnTo>
                    <a:pt x="23215" y="40881"/>
                  </a:lnTo>
                  <a:lnTo>
                    <a:pt x="22948" y="49085"/>
                  </a:lnTo>
                  <a:lnTo>
                    <a:pt x="21031" y="55562"/>
                  </a:lnTo>
                  <a:lnTo>
                    <a:pt x="14020" y="65087"/>
                  </a:lnTo>
                  <a:lnTo>
                    <a:pt x="8204" y="68859"/>
                  </a:lnTo>
                  <a:lnTo>
                    <a:pt x="0" y="71640"/>
                  </a:lnTo>
                  <a:lnTo>
                    <a:pt x="7937" y="88506"/>
                  </a:lnTo>
                  <a:lnTo>
                    <a:pt x="39090" y="64033"/>
                  </a:lnTo>
                  <a:lnTo>
                    <a:pt x="44246" y="29171"/>
                  </a:lnTo>
                  <a:lnTo>
                    <a:pt x="442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24" name="object 324"/>
          <p:cNvPicPr/>
          <p:nvPr/>
        </p:nvPicPr>
        <p:blipFill>
          <a:blip r:embed="rId211" cstate="print"/>
          <a:stretch>
            <a:fillRect/>
          </a:stretch>
        </p:blipFill>
        <p:spPr>
          <a:xfrm>
            <a:off x="8330386" y="4938725"/>
            <a:ext cx="1294384" cy="268287"/>
          </a:xfrm>
          <a:prstGeom prst="rect">
            <a:avLst/>
          </a:prstGeom>
        </p:spPr>
      </p:pic>
      <p:pic>
        <p:nvPicPr>
          <p:cNvPr id="325" name="object 325"/>
          <p:cNvPicPr/>
          <p:nvPr/>
        </p:nvPicPr>
        <p:blipFill>
          <a:blip r:embed="rId212" cstate="print"/>
          <a:stretch>
            <a:fillRect/>
          </a:stretch>
        </p:blipFill>
        <p:spPr>
          <a:xfrm>
            <a:off x="9748926" y="4989715"/>
            <a:ext cx="1295349" cy="217297"/>
          </a:xfrm>
          <a:prstGeom prst="rect">
            <a:avLst/>
          </a:prstGeom>
        </p:spPr>
      </p:pic>
      <p:grpSp>
        <p:nvGrpSpPr>
          <p:cNvPr id="326" name="object 326"/>
          <p:cNvGrpSpPr/>
          <p:nvPr/>
        </p:nvGrpSpPr>
        <p:grpSpPr>
          <a:xfrm>
            <a:off x="11143754" y="4934356"/>
            <a:ext cx="157480" cy="217804"/>
            <a:chOff x="11143754" y="4934356"/>
            <a:chExt cx="157480" cy="217804"/>
          </a:xfrm>
        </p:grpSpPr>
        <p:pic>
          <p:nvPicPr>
            <p:cNvPr id="327" name="object 327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11143754" y="4938725"/>
              <a:ext cx="91084" cy="212915"/>
            </a:xfrm>
            <a:prstGeom prst="rect">
              <a:avLst/>
            </a:prstGeom>
          </p:spPr>
        </p:pic>
        <p:sp>
          <p:nvSpPr>
            <p:cNvPr id="328" name="object 328"/>
            <p:cNvSpPr/>
            <p:nvPr/>
          </p:nvSpPr>
          <p:spPr>
            <a:xfrm>
              <a:off x="11260011" y="49343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9" name="object 329"/>
          <p:cNvGrpSpPr/>
          <p:nvPr/>
        </p:nvGrpSpPr>
        <p:grpSpPr>
          <a:xfrm>
            <a:off x="11339956" y="4930787"/>
            <a:ext cx="574675" cy="280670"/>
            <a:chOff x="11339956" y="4930787"/>
            <a:chExt cx="574675" cy="280670"/>
          </a:xfrm>
        </p:grpSpPr>
        <p:pic>
          <p:nvPicPr>
            <p:cNvPr id="330" name="object 330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11596395" y="4989715"/>
              <a:ext cx="144462" cy="161925"/>
            </a:xfrm>
            <a:prstGeom prst="rect">
              <a:avLst/>
            </a:prstGeom>
          </p:spPr>
        </p:pic>
        <p:pic>
          <p:nvPicPr>
            <p:cNvPr id="331" name="object 331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11339956" y="4989715"/>
              <a:ext cx="227609" cy="158356"/>
            </a:xfrm>
            <a:prstGeom prst="rect">
              <a:avLst/>
            </a:prstGeom>
          </p:spPr>
        </p:pic>
        <p:sp>
          <p:nvSpPr>
            <p:cNvPr id="332" name="object 332"/>
            <p:cNvSpPr/>
            <p:nvPr/>
          </p:nvSpPr>
          <p:spPr>
            <a:xfrm>
              <a:off x="11762575" y="4930787"/>
              <a:ext cx="152400" cy="280670"/>
            </a:xfrm>
            <a:custGeom>
              <a:avLst/>
              <a:gdLst/>
              <a:ahLst/>
              <a:cxnLst/>
              <a:rect l="l" t="t" r="r" b="b"/>
              <a:pathLst>
                <a:path w="152400" h="280670">
                  <a:moveTo>
                    <a:pt x="74218" y="137706"/>
                  </a:moveTo>
                  <a:lnTo>
                    <a:pt x="67284" y="84099"/>
                  </a:lnTo>
                  <a:lnTo>
                    <a:pt x="47320" y="32296"/>
                  </a:lnTo>
                  <a:lnTo>
                    <a:pt x="27774" y="0"/>
                  </a:lnTo>
                  <a:lnTo>
                    <a:pt x="0" y="0"/>
                  </a:lnTo>
                  <a:lnTo>
                    <a:pt x="9220" y="21297"/>
                  </a:lnTo>
                  <a:lnTo>
                    <a:pt x="16865" y="40932"/>
                  </a:lnTo>
                  <a:lnTo>
                    <a:pt x="30670" y="90919"/>
                  </a:lnTo>
                  <a:lnTo>
                    <a:pt x="34925" y="140703"/>
                  </a:lnTo>
                  <a:lnTo>
                    <a:pt x="34785" y="149186"/>
                  </a:lnTo>
                  <a:lnTo>
                    <a:pt x="30200" y="190754"/>
                  </a:lnTo>
                  <a:lnTo>
                    <a:pt x="17462" y="240309"/>
                  </a:lnTo>
                  <a:lnTo>
                    <a:pt x="393" y="280187"/>
                  </a:lnTo>
                  <a:lnTo>
                    <a:pt x="28575" y="280187"/>
                  </a:lnTo>
                  <a:lnTo>
                    <a:pt x="50101" y="241846"/>
                  </a:lnTo>
                  <a:lnTo>
                    <a:pt x="64693" y="202996"/>
                  </a:lnTo>
                  <a:lnTo>
                    <a:pt x="73621" y="153263"/>
                  </a:lnTo>
                  <a:lnTo>
                    <a:pt x="74218" y="137706"/>
                  </a:lnTo>
                  <a:close/>
                </a:path>
                <a:path w="152400" h="280670">
                  <a:moveTo>
                    <a:pt x="151968" y="176403"/>
                  </a:moveTo>
                  <a:lnTo>
                    <a:pt x="111086" y="176403"/>
                  </a:lnTo>
                  <a:lnTo>
                    <a:pt x="111086" y="217284"/>
                  </a:lnTo>
                  <a:lnTo>
                    <a:pt x="151968" y="217284"/>
                  </a:lnTo>
                  <a:lnTo>
                    <a:pt x="151968" y="176403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3" name="object 3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44747" y="5425681"/>
            <a:ext cx="73818" cy="73825"/>
          </a:xfrm>
          <a:prstGeom prst="rect">
            <a:avLst/>
          </a:prstGeom>
        </p:spPr>
      </p:pic>
      <p:grpSp>
        <p:nvGrpSpPr>
          <p:cNvPr id="334" name="object 334"/>
          <p:cNvGrpSpPr/>
          <p:nvPr/>
        </p:nvGrpSpPr>
        <p:grpSpPr>
          <a:xfrm>
            <a:off x="2205032" y="5353456"/>
            <a:ext cx="1210945" cy="217804"/>
            <a:chOff x="2205032" y="5353456"/>
            <a:chExt cx="1210945" cy="217804"/>
          </a:xfrm>
        </p:grpSpPr>
        <p:sp>
          <p:nvSpPr>
            <p:cNvPr id="335" name="object 335"/>
            <p:cNvSpPr/>
            <p:nvPr/>
          </p:nvSpPr>
          <p:spPr>
            <a:xfrm>
              <a:off x="2205024" y="5353773"/>
              <a:ext cx="162560" cy="213360"/>
            </a:xfrm>
            <a:custGeom>
              <a:avLst/>
              <a:gdLst/>
              <a:ahLst/>
              <a:cxnLst/>
              <a:rect l="l" t="t" r="r" b="b"/>
              <a:pathLst>
                <a:path w="162560" h="213360">
                  <a:moveTo>
                    <a:pt x="162521" y="177800"/>
                  </a:moveTo>
                  <a:lnTo>
                    <a:pt x="43256" y="177800"/>
                  </a:lnTo>
                  <a:lnTo>
                    <a:pt x="43256" y="119380"/>
                  </a:lnTo>
                  <a:lnTo>
                    <a:pt x="150418" y="119380"/>
                  </a:lnTo>
                  <a:lnTo>
                    <a:pt x="150418" y="83820"/>
                  </a:lnTo>
                  <a:lnTo>
                    <a:pt x="43256" y="83820"/>
                  </a:lnTo>
                  <a:lnTo>
                    <a:pt x="43256" y="35560"/>
                  </a:lnTo>
                  <a:lnTo>
                    <a:pt x="158559" y="35560"/>
                  </a:lnTo>
                  <a:lnTo>
                    <a:pt x="158559" y="0"/>
                  </a:lnTo>
                  <a:lnTo>
                    <a:pt x="0" y="0"/>
                  </a:lnTo>
                  <a:lnTo>
                    <a:pt x="0" y="35560"/>
                  </a:lnTo>
                  <a:lnTo>
                    <a:pt x="0" y="83820"/>
                  </a:lnTo>
                  <a:lnTo>
                    <a:pt x="0" y="119380"/>
                  </a:lnTo>
                  <a:lnTo>
                    <a:pt x="0" y="177800"/>
                  </a:lnTo>
                  <a:lnTo>
                    <a:pt x="0" y="213360"/>
                  </a:lnTo>
                  <a:lnTo>
                    <a:pt x="162521" y="213360"/>
                  </a:lnTo>
                  <a:lnTo>
                    <a:pt x="162521" y="17780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6" name="object 336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2389411" y="5357825"/>
              <a:ext cx="254685" cy="212915"/>
            </a:xfrm>
            <a:prstGeom prst="rect">
              <a:avLst/>
            </a:prstGeom>
          </p:spPr>
        </p:pic>
        <p:sp>
          <p:nvSpPr>
            <p:cNvPr id="337" name="object 337"/>
            <p:cNvSpPr/>
            <p:nvPr/>
          </p:nvSpPr>
          <p:spPr>
            <a:xfrm>
              <a:off x="2669260" y="53534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8" name="object 338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2749207" y="5408815"/>
              <a:ext cx="227609" cy="158356"/>
            </a:xfrm>
            <a:prstGeom prst="rect">
              <a:avLst/>
            </a:prstGeom>
          </p:spPr>
        </p:pic>
        <p:pic>
          <p:nvPicPr>
            <p:cNvPr id="339" name="object 339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3006839" y="5357825"/>
              <a:ext cx="408635" cy="212915"/>
            </a:xfrm>
            <a:prstGeom prst="rect">
              <a:avLst/>
            </a:prstGeom>
          </p:spPr>
        </p:pic>
      </p:grpSp>
      <p:grpSp>
        <p:nvGrpSpPr>
          <p:cNvPr id="340" name="object 340"/>
          <p:cNvGrpSpPr/>
          <p:nvPr/>
        </p:nvGrpSpPr>
        <p:grpSpPr>
          <a:xfrm>
            <a:off x="3517341" y="5353456"/>
            <a:ext cx="553720" cy="217804"/>
            <a:chOff x="3517341" y="5353456"/>
            <a:chExt cx="553720" cy="217804"/>
          </a:xfrm>
        </p:grpSpPr>
        <p:pic>
          <p:nvPicPr>
            <p:cNvPr id="341" name="object 341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3517341" y="5408815"/>
              <a:ext cx="144652" cy="161925"/>
            </a:xfrm>
            <a:prstGeom prst="rect">
              <a:avLst/>
            </a:prstGeom>
          </p:spPr>
        </p:pic>
        <p:pic>
          <p:nvPicPr>
            <p:cNvPr id="342" name="object 342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3696411" y="5353456"/>
              <a:ext cx="143078" cy="213715"/>
            </a:xfrm>
            <a:prstGeom prst="rect">
              <a:avLst/>
            </a:prstGeom>
          </p:spPr>
        </p:pic>
        <p:sp>
          <p:nvSpPr>
            <p:cNvPr id="343" name="object 343"/>
            <p:cNvSpPr/>
            <p:nvPr/>
          </p:nvSpPr>
          <p:spPr>
            <a:xfrm>
              <a:off x="3863784" y="5353456"/>
              <a:ext cx="207010" cy="213995"/>
            </a:xfrm>
            <a:custGeom>
              <a:avLst/>
              <a:gdLst/>
              <a:ahLst/>
              <a:cxnLst/>
              <a:rect l="l" t="t" r="r" b="b"/>
              <a:pathLst>
                <a:path w="207010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207010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  <a:path w="207010" h="213995">
                  <a:moveTo>
                    <a:pt x="123799" y="0"/>
                  </a:moveTo>
                  <a:lnTo>
                    <a:pt x="82918" y="0"/>
                  </a:lnTo>
                  <a:lnTo>
                    <a:pt x="82918" y="213715"/>
                  </a:lnTo>
                  <a:lnTo>
                    <a:pt x="123799" y="213715"/>
                  </a:lnTo>
                  <a:lnTo>
                    <a:pt x="123799" y="0"/>
                  </a:lnTo>
                  <a:close/>
                </a:path>
                <a:path w="207010" h="213995">
                  <a:moveTo>
                    <a:pt x="206717" y="0"/>
                  </a:moveTo>
                  <a:lnTo>
                    <a:pt x="165836" y="0"/>
                  </a:lnTo>
                  <a:lnTo>
                    <a:pt x="165836" y="213715"/>
                  </a:lnTo>
                  <a:lnTo>
                    <a:pt x="206717" y="213715"/>
                  </a:lnTo>
                  <a:lnTo>
                    <a:pt x="20671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4" name="object 344"/>
          <p:cNvGrpSpPr/>
          <p:nvPr/>
        </p:nvGrpSpPr>
        <p:grpSpPr>
          <a:xfrm>
            <a:off x="4192485" y="5357825"/>
            <a:ext cx="1122045" cy="272415"/>
            <a:chOff x="4192485" y="5357825"/>
            <a:chExt cx="1122045" cy="272415"/>
          </a:xfrm>
        </p:grpSpPr>
        <p:pic>
          <p:nvPicPr>
            <p:cNvPr id="345" name="object 345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4192485" y="5408815"/>
              <a:ext cx="227609" cy="158356"/>
            </a:xfrm>
            <a:prstGeom prst="rect">
              <a:avLst/>
            </a:prstGeom>
          </p:spPr>
        </p:pic>
        <p:sp>
          <p:nvSpPr>
            <p:cNvPr id="346" name="object 346"/>
            <p:cNvSpPr/>
            <p:nvPr/>
          </p:nvSpPr>
          <p:spPr>
            <a:xfrm>
              <a:off x="4450118" y="5357825"/>
              <a:ext cx="574675" cy="213360"/>
            </a:xfrm>
            <a:custGeom>
              <a:avLst/>
              <a:gdLst/>
              <a:ahLst/>
              <a:cxnLst/>
              <a:rect l="l" t="t" r="r" b="b"/>
              <a:pathLst>
                <a:path w="574675" h="213360">
                  <a:moveTo>
                    <a:pt x="145249" y="209346"/>
                  </a:moveTo>
                  <a:lnTo>
                    <a:pt x="141681" y="201942"/>
                  </a:lnTo>
                  <a:lnTo>
                    <a:pt x="139230" y="195059"/>
                  </a:lnTo>
                  <a:lnTo>
                    <a:pt x="138849" y="193268"/>
                  </a:lnTo>
                  <a:lnTo>
                    <a:pt x="138811" y="193052"/>
                  </a:lnTo>
                  <a:lnTo>
                    <a:pt x="138684" y="192481"/>
                  </a:lnTo>
                  <a:lnTo>
                    <a:pt x="137909" y="188709"/>
                  </a:lnTo>
                  <a:lnTo>
                    <a:pt x="137160" y="183946"/>
                  </a:lnTo>
                  <a:lnTo>
                    <a:pt x="137033" y="183184"/>
                  </a:lnTo>
                  <a:lnTo>
                    <a:pt x="136550" y="177800"/>
                  </a:lnTo>
                  <a:lnTo>
                    <a:pt x="136448" y="176606"/>
                  </a:lnTo>
                  <a:lnTo>
                    <a:pt x="136423" y="176314"/>
                  </a:lnTo>
                  <a:lnTo>
                    <a:pt x="136067" y="168605"/>
                  </a:lnTo>
                  <a:lnTo>
                    <a:pt x="136118" y="134937"/>
                  </a:lnTo>
                  <a:lnTo>
                    <a:pt x="136232" y="120548"/>
                  </a:lnTo>
                  <a:lnTo>
                    <a:pt x="136245" y="108343"/>
                  </a:lnTo>
                  <a:lnTo>
                    <a:pt x="136067" y="101790"/>
                  </a:lnTo>
                  <a:lnTo>
                    <a:pt x="135966" y="98386"/>
                  </a:lnTo>
                  <a:lnTo>
                    <a:pt x="134924" y="88163"/>
                  </a:lnTo>
                  <a:lnTo>
                    <a:pt x="133680" y="82346"/>
                  </a:lnTo>
                  <a:lnTo>
                    <a:pt x="133197" y="80035"/>
                  </a:lnTo>
                  <a:lnTo>
                    <a:pt x="104381" y="54686"/>
                  </a:lnTo>
                  <a:lnTo>
                    <a:pt x="71234" y="50990"/>
                  </a:lnTo>
                  <a:lnTo>
                    <a:pt x="57061" y="51676"/>
                  </a:lnTo>
                  <a:lnTo>
                    <a:pt x="18516" y="68008"/>
                  </a:lnTo>
                  <a:lnTo>
                    <a:pt x="4165" y="95046"/>
                  </a:lnTo>
                  <a:lnTo>
                    <a:pt x="41275" y="101790"/>
                  </a:lnTo>
                  <a:lnTo>
                    <a:pt x="43789" y="94653"/>
                  </a:lnTo>
                  <a:lnTo>
                    <a:pt x="47091" y="89623"/>
                  </a:lnTo>
                  <a:lnTo>
                    <a:pt x="55295" y="83807"/>
                  </a:lnTo>
                  <a:lnTo>
                    <a:pt x="60985" y="82346"/>
                  </a:lnTo>
                  <a:lnTo>
                    <a:pt x="79108" y="82346"/>
                  </a:lnTo>
                  <a:lnTo>
                    <a:pt x="86448" y="84061"/>
                  </a:lnTo>
                  <a:lnTo>
                    <a:pt x="90284" y="87503"/>
                  </a:lnTo>
                  <a:lnTo>
                    <a:pt x="94119" y="90817"/>
                  </a:lnTo>
                  <a:lnTo>
                    <a:pt x="96037" y="96431"/>
                  </a:lnTo>
                  <a:lnTo>
                    <a:pt x="96037" y="108343"/>
                  </a:lnTo>
                  <a:lnTo>
                    <a:pt x="96037" y="134937"/>
                  </a:lnTo>
                  <a:lnTo>
                    <a:pt x="96037" y="153060"/>
                  </a:lnTo>
                  <a:lnTo>
                    <a:pt x="95719" y="157086"/>
                  </a:lnTo>
                  <a:lnTo>
                    <a:pt x="95618" y="158343"/>
                  </a:lnTo>
                  <a:lnTo>
                    <a:pt x="95516" y="159677"/>
                  </a:lnTo>
                  <a:lnTo>
                    <a:pt x="94449" y="163106"/>
                  </a:lnTo>
                  <a:lnTo>
                    <a:pt x="92976" y="168109"/>
                  </a:lnTo>
                  <a:lnTo>
                    <a:pt x="92798" y="168605"/>
                  </a:lnTo>
                  <a:lnTo>
                    <a:pt x="89623" y="173037"/>
                  </a:lnTo>
                  <a:lnTo>
                    <a:pt x="77978" y="181495"/>
                  </a:lnTo>
                  <a:lnTo>
                    <a:pt x="70967" y="183946"/>
                  </a:lnTo>
                  <a:lnTo>
                    <a:pt x="57086" y="183946"/>
                  </a:lnTo>
                  <a:lnTo>
                    <a:pt x="51587" y="181902"/>
                  </a:lnTo>
                  <a:lnTo>
                    <a:pt x="47218" y="177800"/>
                  </a:lnTo>
                  <a:lnTo>
                    <a:pt x="42989" y="173558"/>
                  </a:lnTo>
                  <a:lnTo>
                    <a:pt x="40868" y="168605"/>
                  </a:lnTo>
                  <a:lnTo>
                    <a:pt x="40868" y="157086"/>
                  </a:lnTo>
                  <a:lnTo>
                    <a:pt x="71234" y="141287"/>
                  </a:lnTo>
                  <a:lnTo>
                    <a:pt x="79184" y="139547"/>
                  </a:lnTo>
                  <a:lnTo>
                    <a:pt x="85966" y="137909"/>
                  </a:lnTo>
                  <a:lnTo>
                    <a:pt x="91579" y="136372"/>
                  </a:lnTo>
                  <a:lnTo>
                    <a:pt x="96037" y="134937"/>
                  </a:lnTo>
                  <a:lnTo>
                    <a:pt x="96037" y="108343"/>
                  </a:lnTo>
                  <a:lnTo>
                    <a:pt x="89382" y="110769"/>
                  </a:lnTo>
                  <a:lnTo>
                    <a:pt x="80556" y="113258"/>
                  </a:lnTo>
                  <a:lnTo>
                    <a:pt x="69545" y="115836"/>
                  </a:lnTo>
                  <a:lnTo>
                    <a:pt x="46355" y="120548"/>
                  </a:lnTo>
                  <a:lnTo>
                    <a:pt x="37592" y="122834"/>
                  </a:lnTo>
                  <a:lnTo>
                    <a:pt x="2044" y="150545"/>
                  </a:lnTo>
                  <a:lnTo>
                    <a:pt x="0" y="158343"/>
                  </a:lnTo>
                  <a:lnTo>
                    <a:pt x="88" y="168109"/>
                  </a:lnTo>
                  <a:lnTo>
                    <a:pt x="825" y="176314"/>
                  </a:lnTo>
                  <a:lnTo>
                    <a:pt x="850" y="176606"/>
                  </a:lnTo>
                  <a:lnTo>
                    <a:pt x="29959" y="209702"/>
                  </a:lnTo>
                  <a:lnTo>
                    <a:pt x="51396" y="212915"/>
                  </a:lnTo>
                  <a:lnTo>
                    <a:pt x="58039" y="212598"/>
                  </a:lnTo>
                  <a:lnTo>
                    <a:pt x="93916" y="197243"/>
                  </a:lnTo>
                  <a:lnTo>
                    <a:pt x="99212" y="192481"/>
                  </a:lnTo>
                  <a:lnTo>
                    <a:pt x="99491" y="193052"/>
                  </a:lnTo>
                  <a:lnTo>
                    <a:pt x="99606" y="193268"/>
                  </a:lnTo>
                  <a:lnTo>
                    <a:pt x="100139" y="194856"/>
                  </a:lnTo>
                  <a:lnTo>
                    <a:pt x="100799" y="197243"/>
                  </a:lnTo>
                  <a:lnTo>
                    <a:pt x="102387" y="202539"/>
                  </a:lnTo>
                  <a:lnTo>
                    <a:pt x="103708" y="206565"/>
                  </a:lnTo>
                  <a:lnTo>
                    <a:pt x="104775" y="209346"/>
                  </a:lnTo>
                  <a:lnTo>
                    <a:pt x="145249" y="209346"/>
                  </a:lnTo>
                  <a:close/>
                </a:path>
                <a:path w="574675" h="213360">
                  <a:moveTo>
                    <a:pt x="306870" y="160934"/>
                  </a:moveTo>
                  <a:lnTo>
                    <a:pt x="286270" y="125336"/>
                  </a:lnTo>
                  <a:lnTo>
                    <a:pt x="233654" y="108775"/>
                  </a:lnTo>
                  <a:lnTo>
                    <a:pt x="222377" y="105664"/>
                  </a:lnTo>
                  <a:lnTo>
                    <a:pt x="214503" y="103009"/>
                  </a:lnTo>
                  <a:lnTo>
                    <a:pt x="210032" y="100799"/>
                  </a:lnTo>
                  <a:lnTo>
                    <a:pt x="207391" y="98679"/>
                  </a:lnTo>
                  <a:lnTo>
                    <a:pt x="206070" y="96177"/>
                  </a:lnTo>
                  <a:lnTo>
                    <a:pt x="206070" y="89954"/>
                  </a:lnTo>
                  <a:lnTo>
                    <a:pt x="207581" y="87236"/>
                  </a:lnTo>
                  <a:lnTo>
                    <a:pt x="215265" y="82080"/>
                  </a:lnTo>
                  <a:lnTo>
                    <a:pt x="222999" y="80556"/>
                  </a:lnTo>
                  <a:lnTo>
                    <a:pt x="242316" y="80556"/>
                  </a:lnTo>
                  <a:lnTo>
                    <a:pt x="248856" y="82143"/>
                  </a:lnTo>
                  <a:lnTo>
                    <a:pt x="258114" y="88493"/>
                  </a:lnTo>
                  <a:lnTo>
                    <a:pt x="261302" y="93129"/>
                  </a:lnTo>
                  <a:lnTo>
                    <a:pt x="263017" y="99212"/>
                  </a:lnTo>
                  <a:lnTo>
                    <a:pt x="301510" y="92075"/>
                  </a:lnTo>
                  <a:lnTo>
                    <a:pt x="271513" y="56908"/>
                  </a:lnTo>
                  <a:lnTo>
                    <a:pt x="233057" y="50990"/>
                  </a:lnTo>
                  <a:lnTo>
                    <a:pt x="217474" y="51866"/>
                  </a:lnTo>
                  <a:lnTo>
                    <a:pt x="176885" y="72136"/>
                  </a:lnTo>
                  <a:lnTo>
                    <a:pt x="167970" y="98615"/>
                  </a:lnTo>
                  <a:lnTo>
                    <a:pt x="169100" y="109131"/>
                  </a:lnTo>
                  <a:lnTo>
                    <a:pt x="195135" y="138036"/>
                  </a:lnTo>
                  <a:lnTo>
                    <a:pt x="256273" y="154978"/>
                  </a:lnTo>
                  <a:lnTo>
                    <a:pt x="260832" y="156756"/>
                  </a:lnTo>
                  <a:lnTo>
                    <a:pt x="264807" y="160858"/>
                  </a:lnTo>
                  <a:lnTo>
                    <a:pt x="265798" y="163436"/>
                  </a:lnTo>
                  <a:lnTo>
                    <a:pt x="265798" y="171119"/>
                  </a:lnTo>
                  <a:lnTo>
                    <a:pt x="263944" y="174752"/>
                  </a:lnTo>
                  <a:lnTo>
                    <a:pt x="254952" y="181368"/>
                  </a:lnTo>
                  <a:lnTo>
                    <a:pt x="247002" y="183349"/>
                  </a:lnTo>
                  <a:lnTo>
                    <a:pt x="226771" y="183349"/>
                  </a:lnTo>
                  <a:lnTo>
                    <a:pt x="219290" y="181305"/>
                  </a:lnTo>
                  <a:lnTo>
                    <a:pt x="208711" y="172961"/>
                  </a:lnTo>
                  <a:lnTo>
                    <a:pt x="205143" y="166878"/>
                  </a:lnTo>
                  <a:lnTo>
                    <a:pt x="203288" y="158940"/>
                  </a:lnTo>
                  <a:lnTo>
                    <a:pt x="162204" y="165100"/>
                  </a:lnTo>
                  <a:lnTo>
                    <a:pt x="186423" y="200025"/>
                  </a:lnTo>
                  <a:lnTo>
                    <a:pt x="236423" y="212915"/>
                  </a:lnTo>
                  <a:lnTo>
                    <a:pt x="252806" y="211963"/>
                  </a:lnTo>
                  <a:lnTo>
                    <a:pt x="289013" y="197637"/>
                  </a:lnTo>
                  <a:lnTo>
                    <a:pt x="305752" y="171196"/>
                  </a:lnTo>
                  <a:lnTo>
                    <a:pt x="306870" y="160934"/>
                  </a:lnTo>
                  <a:close/>
                </a:path>
                <a:path w="574675" h="213360">
                  <a:moveTo>
                    <a:pt x="416890" y="206768"/>
                  </a:moveTo>
                  <a:lnTo>
                    <a:pt x="413524" y="175018"/>
                  </a:lnTo>
                  <a:lnTo>
                    <a:pt x="406374" y="177660"/>
                  </a:lnTo>
                  <a:lnTo>
                    <a:pt x="400888" y="178981"/>
                  </a:lnTo>
                  <a:lnTo>
                    <a:pt x="394271" y="178981"/>
                  </a:lnTo>
                  <a:lnTo>
                    <a:pt x="391960" y="178320"/>
                  </a:lnTo>
                  <a:lnTo>
                    <a:pt x="388251" y="175552"/>
                  </a:lnTo>
                  <a:lnTo>
                    <a:pt x="387057" y="173761"/>
                  </a:lnTo>
                  <a:lnTo>
                    <a:pt x="386003" y="169532"/>
                  </a:lnTo>
                  <a:lnTo>
                    <a:pt x="385737" y="162179"/>
                  </a:lnTo>
                  <a:lnTo>
                    <a:pt x="385737" y="87312"/>
                  </a:lnTo>
                  <a:lnTo>
                    <a:pt x="413715" y="87312"/>
                  </a:lnTo>
                  <a:lnTo>
                    <a:pt x="413715" y="54571"/>
                  </a:lnTo>
                  <a:lnTo>
                    <a:pt x="385737" y="54571"/>
                  </a:lnTo>
                  <a:lnTo>
                    <a:pt x="385737" y="0"/>
                  </a:lnTo>
                  <a:lnTo>
                    <a:pt x="344665" y="23812"/>
                  </a:lnTo>
                  <a:lnTo>
                    <a:pt x="344665" y="54571"/>
                  </a:lnTo>
                  <a:lnTo>
                    <a:pt x="325805" y="54571"/>
                  </a:lnTo>
                  <a:lnTo>
                    <a:pt x="325805" y="87312"/>
                  </a:lnTo>
                  <a:lnTo>
                    <a:pt x="344665" y="87312"/>
                  </a:lnTo>
                  <a:lnTo>
                    <a:pt x="344728" y="164693"/>
                  </a:lnTo>
                  <a:lnTo>
                    <a:pt x="345325" y="179082"/>
                  </a:lnTo>
                  <a:lnTo>
                    <a:pt x="370662" y="211658"/>
                  </a:lnTo>
                  <a:lnTo>
                    <a:pt x="377278" y="212915"/>
                  </a:lnTo>
                  <a:lnTo>
                    <a:pt x="384556" y="212915"/>
                  </a:lnTo>
                  <a:lnTo>
                    <a:pt x="393420" y="212534"/>
                  </a:lnTo>
                  <a:lnTo>
                    <a:pt x="401764" y="211391"/>
                  </a:lnTo>
                  <a:lnTo>
                    <a:pt x="409587" y="209461"/>
                  </a:lnTo>
                  <a:lnTo>
                    <a:pt x="416890" y="206768"/>
                  </a:lnTo>
                  <a:close/>
                </a:path>
                <a:path w="574675" h="213360">
                  <a:moveTo>
                    <a:pt x="574624" y="143865"/>
                  </a:moveTo>
                  <a:lnTo>
                    <a:pt x="573798" y="121780"/>
                  </a:lnTo>
                  <a:lnTo>
                    <a:pt x="573227" y="118656"/>
                  </a:lnTo>
                  <a:lnTo>
                    <a:pt x="570534" y="103733"/>
                  </a:lnTo>
                  <a:lnTo>
                    <a:pt x="570407" y="103085"/>
                  </a:lnTo>
                  <a:lnTo>
                    <a:pt x="570344" y="102743"/>
                  </a:lnTo>
                  <a:lnTo>
                    <a:pt x="564273" y="86753"/>
                  </a:lnTo>
                  <a:lnTo>
                    <a:pt x="561314" y="82346"/>
                  </a:lnTo>
                  <a:lnTo>
                    <a:pt x="555574" y="73812"/>
                  </a:lnTo>
                  <a:lnTo>
                    <a:pt x="544639" y="63830"/>
                  </a:lnTo>
                  <a:lnTo>
                    <a:pt x="533946" y="57861"/>
                  </a:lnTo>
                  <a:lnTo>
                    <a:pt x="533946" y="118656"/>
                  </a:lnTo>
                  <a:lnTo>
                    <a:pt x="472821" y="118656"/>
                  </a:lnTo>
                  <a:lnTo>
                    <a:pt x="494588" y="82346"/>
                  </a:lnTo>
                  <a:lnTo>
                    <a:pt x="511911" y="82346"/>
                  </a:lnTo>
                  <a:lnTo>
                    <a:pt x="533946" y="118656"/>
                  </a:lnTo>
                  <a:lnTo>
                    <a:pt x="533946" y="57861"/>
                  </a:lnTo>
                  <a:lnTo>
                    <a:pt x="531901" y="56705"/>
                  </a:lnTo>
                  <a:lnTo>
                    <a:pt x="517347" y="52425"/>
                  </a:lnTo>
                  <a:lnTo>
                    <a:pt x="501002" y="50990"/>
                  </a:lnTo>
                  <a:lnTo>
                    <a:pt x="485622" y="52425"/>
                  </a:lnTo>
                  <a:lnTo>
                    <a:pt x="486079" y="52425"/>
                  </a:lnTo>
                  <a:lnTo>
                    <a:pt x="472909" y="56451"/>
                  </a:lnTo>
                  <a:lnTo>
                    <a:pt x="441426" y="84785"/>
                  </a:lnTo>
                  <a:lnTo>
                    <a:pt x="430161" y="133146"/>
                  </a:lnTo>
                  <a:lnTo>
                    <a:pt x="431114" y="148551"/>
                  </a:lnTo>
                  <a:lnTo>
                    <a:pt x="445439" y="186524"/>
                  </a:lnTo>
                  <a:lnTo>
                    <a:pt x="486321" y="211277"/>
                  </a:lnTo>
                  <a:lnTo>
                    <a:pt x="505167" y="212915"/>
                  </a:lnTo>
                  <a:lnTo>
                    <a:pt x="517334" y="212191"/>
                  </a:lnTo>
                  <a:lnTo>
                    <a:pt x="555586" y="194602"/>
                  </a:lnTo>
                  <a:lnTo>
                    <a:pt x="565111" y="182156"/>
                  </a:lnTo>
                  <a:lnTo>
                    <a:pt x="567982" y="177431"/>
                  </a:lnTo>
                  <a:lnTo>
                    <a:pt x="572439" y="166878"/>
                  </a:lnTo>
                  <a:lnTo>
                    <a:pt x="531761" y="160134"/>
                  </a:lnTo>
                  <a:lnTo>
                    <a:pt x="529513" y="167944"/>
                  </a:lnTo>
                  <a:lnTo>
                    <a:pt x="526199" y="173558"/>
                  </a:lnTo>
                  <a:lnTo>
                    <a:pt x="517474" y="180441"/>
                  </a:lnTo>
                  <a:lnTo>
                    <a:pt x="512051" y="182156"/>
                  </a:lnTo>
                  <a:lnTo>
                    <a:pt x="505561" y="182156"/>
                  </a:lnTo>
                  <a:lnTo>
                    <a:pt x="474789" y="160134"/>
                  </a:lnTo>
                  <a:lnTo>
                    <a:pt x="474700" y="159943"/>
                  </a:lnTo>
                  <a:lnTo>
                    <a:pt x="472795" y="152400"/>
                  </a:lnTo>
                  <a:lnTo>
                    <a:pt x="472033" y="143865"/>
                  </a:lnTo>
                  <a:lnTo>
                    <a:pt x="574624" y="14386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7" name="object 347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5056378" y="5408815"/>
              <a:ext cx="257632" cy="221259"/>
            </a:xfrm>
            <a:prstGeom prst="rect">
              <a:avLst/>
            </a:prstGeom>
          </p:spPr>
        </p:pic>
      </p:grpSp>
      <p:grpSp>
        <p:nvGrpSpPr>
          <p:cNvPr id="348" name="object 348"/>
          <p:cNvGrpSpPr/>
          <p:nvPr/>
        </p:nvGrpSpPr>
        <p:grpSpPr>
          <a:xfrm>
            <a:off x="5422417" y="5353456"/>
            <a:ext cx="756285" cy="276860"/>
            <a:chOff x="5422417" y="5353456"/>
            <a:chExt cx="756285" cy="276860"/>
          </a:xfrm>
        </p:grpSpPr>
        <p:pic>
          <p:nvPicPr>
            <p:cNvPr id="349" name="object 349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5422417" y="5412397"/>
              <a:ext cx="140690" cy="158343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5591035" y="5408815"/>
              <a:ext cx="144652" cy="161925"/>
            </a:xfrm>
            <a:prstGeom prst="rect">
              <a:avLst/>
            </a:prstGeom>
          </p:spPr>
        </p:pic>
        <p:sp>
          <p:nvSpPr>
            <p:cNvPr id="351" name="object 351"/>
            <p:cNvSpPr/>
            <p:nvPr/>
          </p:nvSpPr>
          <p:spPr>
            <a:xfrm>
              <a:off x="5771502" y="53534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5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2" name="object 352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5854026" y="5408815"/>
              <a:ext cx="141084" cy="158356"/>
            </a:xfrm>
            <a:prstGeom prst="rect">
              <a:avLst/>
            </a:prstGeom>
          </p:spPr>
        </p:pic>
        <p:pic>
          <p:nvPicPr>
            <p:cNvPr id="353" name="object 353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6027597" y="5408815"/>
              <a:ext cx="151002" cy="221259"/>
            </a:xfrm>
            <a:prstGeom prst="rect">
              <a:avLst/>
            </a:prstGeom>
          </p:spPr>
        </p:pic>
      </p:grpSp>
      <p:grpSp>
        <p:nvGrpSpPr>
          <p:cNvPr id="354" name="object 354"/>
          <p:cNvGrpSpPr/>
          <p:nvPr/>
        </p:nvGrpSpPr>
        <p:grpSpPr>
          <a:xfrm>
            <a:off x="6302337" y="5353456"/>
            <a:ext cx="1268730" cy="276860"/>
            <a:chOff x="6302337" y="5353456"/>
            <a:chExt cx="1268730" cy="276860"/>
          </a:xfrm>
        </p:grpSpPr>
        <p:pic>
          <p:nvPicPr>
            <p:cNvPr id="355" name="object 355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6302337" y="5353456"/>
              <a:ext cx="178993" cy="213715"/>
            </a:xfrm>
            <a:prstGeom prst="rect">
              <a:avLst/>
            </a:prstGeom>
          </p:spPr>
        </p:pic>
        <p:sp>
          <p:nvSpPr>
            <p:cNvPr id="356" name="object 356"/>
            <p:cNvSpPr/>
            <p:nvPr/>
          </p:nvSpPr>
          <p:spPr>
            <a:xfrm>
              <a:off x="6506756" y="5353456"/>
              <a:ext cx="715645" cy="276860"/>
            </a:xfrm>
            <a:custGeom>
              <a:avLst/>
              <a:gdLst/>
              <a:ahLst/>
              <a:cxnLst/>
              <a:rect l="l" t="t" r="r" b="b"/>
              <a:pathLst>
                <a:path w="715645" h="276860">
                  <a:moveTo>
                    <a:pt x="145262" y="213715"/>
                  </a:moveTo>
                  <a:lnTo>
                    <a:pt x="141693" y="206311"/>
                  </a:lnTo>
                  <a:lnTo>
                    <a:pt x="139242" y="199428"/>
                  </a:lnTo>
                  <a:lnTo>
                    <a:pt x="138861" y="197637"/>
                  </a:lnTo>
                  <a:lnTo>
                    <a:pt x="138823" y="197421"/>
                  </a:lnTo>
                  <a:lnTo>
                    <a:pt x="138696" y="196850"/>
                  </a:lnTo>
                  <a:lnTo>
                    <a:pt x="136067" y="172974"/>
                  </a:lnTo>
                  <a:lnTo>
                    <a:pt x="136118" y="139306"/>
                  </a:lnTo>
                  <a:lnTo>
                    <a:pt x="136245" y="124917"/>
                  </a:lnTo>
                  <a:lnTo>
                    <a:pt x="136258" y="112712"/>
                  </a:lnTo>
                  <a:lnTo>
                    <a:pt x="127203" y="71767"/>
                  </a:lnTo>
                  <a:lnTo>
                    <a:pt x="84048" y="55778"/>
                  </a:lnTo>
                  <a:lnTo>
                    <a:pt x="71247" y="55359"/>
                  </a:lnTo>
                  <a:lnTo>
                    <a:pt x="57073" y="56045"/>
                  </a:lnTo>
                  <a:lnTo>
                    <a:pt x="18529" y="72377"/>
                  </a:lnTo>
                  <a:lnTo>
                    <a:pt x="4165" y="99415"/>
                  </a:lnTo>
                  <a:lnTo>
                    <a:pt x="41275" y="106159"/>
                  </a:lnTo>
                  <a:lnTo>
                    <a:pt x="43789" y="99021"/>
                  </a:lnTo>
                  <a:lnTo>
                    <a:pt x="47104" y="93992"/>
                  </a:lnTo>
                  <a:lnTo>
                    <a:pt x="55295" y="88176"/>
                  </a:lnTo>
                  <a:lnTo>
                    <a:pt x="60985" y="86715"/>
                  </a:lnTo>
                  <a:lnTo>
                    <a:pt x="79108" y="86715"/>
                  </a:lnTo>
                  <a:lnTo>
                    <a:pt x="86461" y="88430"/>
                  </a:lnTo>
                  <a:lnTo>
                    <a:pt x="90297" y="91871"/>
                  </a:lnTo>
                  <a:lnTo>
                    <a:pt x="94132" y="95186"/>
                  </a:lnTo>
                  <a:lnTo>
                    <a:pt x="96050" y="100799"/>
                  </a:lnTo>
                  <a:lnTo>
                    <a:pt x="96050" y="112712"/>
                  </a:lnTo>
                  <a:lnTo>
                    <a:pt x="96050" y="139306"/>
                  </a:lnTo>
                  <a:lnTo>
                    <a:pt x="96050" y="157429"/>
                  </a:lnTo>
                  <a:lnTo>
                    <a:pt x="95719" y="161455"/>
                  </a:lnTo>
                  <a:lnTo>
                    <a:pt x="95618" y="162712"/>
                  </a:lnTo>
                  <a:lnTo>
                    <a:pt x="95516" y="164045"/>
                  </a:lnTo>
                  <a:lnTo>
                    <a:pt x="94462" y="167474"/>
                  </a:lnTo>
                  <a:lnTo>
                    <a:pt x="92989" y="172478"/>
                  </a:lnTo>
                  <a:lnTo>
                    <a:pt x="92811" y="172974"/>
                  </a:lnTo>
                  <a:lnTo>
                    <a:pt x="89636" y="177406"/>
                  </a:lnTo>
                  <a:lnTo>
                    <a:pt x="77990" y="185864"/>
                  </a:lnTo>
                  <a:lnTo>
                    <a:pt x="70980" y="188315"/>
                  </a:lnTo>
                  <a:lnTo>
                    <a:pt x="57086" y="188315"/>
                  </a:lnTo>
                  <a:lnTo>
                    <a:pt x="51600" y="186270"/>
                  </a:lnTo>
                  <a:lnTo>
                    <a:pt x="47231" y="182168"/>
                  </a:lnTo>
                  <a:lnTo>
                    <a:pt x="43002" y="177927"/>
                  </a:lnTo>
                  <a:lnTo>
                    <a:pt x="40881" y="172974"/>
                  </a:lnTo>
                  <a:lnTo>
                    <a:pt x="40881" y="161455"/>
                  </a:lnTo>
                  <a:lnTo>
                    <a:pt x="71247" y="145656"/>
                  </a:lnTo>
                  <a:lnTo>
                    <a:pt x="79184" y="143916"/>
                  </a:lnTo>
                  <a:lnTo>
                    <a:pt x="85966" y="142278"/>
                  </a:lnTo>
                  <a:lnTo>
                    <a:pt x="91592" y="140741"/>
                  </a:lnTo>
                  <a:lnTo>
                    <a:pt x="96050" y="139306"/>
                  </a:lnTo>
                  <a:lnTo>
                    <a:pt x="96050" y="112712"/>
                  </a:lnTo>
                  <a:lnTo>
                    <a:pt x="89395" y="115138"/>
                  </a:lnTo>
                  <a:lnTo>
                    <a:pt x="80568" y="117627"/>
                  </a:lnTo>
                  <a:lnTo>
                    <a:pt x="69545" y="120205"/>
                  </a:lnTo>
                  <a:lnTo>
                    <a:pt x="46355" y="124917"/>
                  </a:lnTo>
                  <a:lnTo>
                    <a:pt x="37604" y="127203"/>
                  </a:lnTo>
                  <a:lnTo>
                    <a:pt x="2057" y="154914"/>
                  </a:lnTo>
                  <a:lnTo>
                    <a:pt x="0" y="162712"/>
                  </a:lnTo>
                  <a:lnTo>
                    <a:pt x="88" y="172478"/>
                  </a:lnTo>
                  <a:lnTo>
                    <a:pt x="21183" y="210045"/>
                  </a:lnTo>
                  <a:lnTo>
                    <a:pt x="51396" y="217284"/>
                  </a:lnTo>
                  <a:lnTo>
                    <a:pt x="58039" y="216966"/>
                  </a:lnTo>
                  <a:lnTo>
                    <a:pt x="93929" y="201612"/>
                  </a:lnTo>
                  <a:lnTo>
                    <a:pt x="99225" y="196850"/>
                  </a:lnTo>
                  <a:lnTo>
                    <a:pt x="99504" y="197421"/>
                  </a:lnTo>
                  <a:lnTo>
                    <a:pt x="99618" y="197637"/>
                  </a:lnTo>
                  <a:lnTo>
                    <a:pt x="100152" y="199224"/>
                  </a:lnTo>
                  <a:lnTo>
                    <a:pt x="100812" y="201612"/>
                  </a:lnTo>
                  <a:lnTo>
                    <a:pt x="102400" y="206908"/>
                  </a:lnTo>
                  <a:lnTo>
                    <a:pt x="103720" y="210934"/>
                  </a:lnTo>
                  <a:lnTo>
                    <a:pt x="104775" y="213715"/>
                  </a:lnTo>
                  <a:lnTo>
                    <a:pt x="145262" y="213715"/>
                  </a:lnTo>
                  <a:close/>
                </a:path>
                <a:path w="715645" h="276860">
                  <a:moveTo>
                    <a:pt x="316407" y="58940"/>
                  </a:moveTo>
                  <a:lnTo>
                    <a:pt x="274129" y="58940"/>
                  </a:lnTo>
                  <a:lnTo>
                    <a:pt x="237820" y="168871"/>
                  </a:lnTo>
                  <a:lnTo>
                    <a:pt x="200914" y="58940"/>
                  </a:lnTo>
                  <a:lnTo>
                    <a:pt x="157251" y="58940"/>
                  </a:lnTo>
                  <a:lnTo>
                    <a:pt x="216192" y="214109"/>
                  </a:lnTo>
                  <a:lnTo>
                    <a:pt x="213804" y="222846"/>
                  </a:lnTo>
                  <a:lnTo>
                    <a:pt x="210299" y="229984"/>
                  </a:lnTo>
                  <a:lnTo>
                    <a:pt x="201180" y="241096"/>
                  </a:lnTo>
                  <a:lnTo>
                    <a:pt x="194170" y="243878"/>
                  </a:lnTo>
                  <a:lnTo>
                    <a:pt x="179476" y="243878"/>
                  </a:lnTo>
                  <a:lnTo>
                    <a:pt x="173659" y="243217"/>
                  </a:lnTo>
                  <a:lnTo>
                    <a:pt x="167182" y="241896"/>
                  </a:lnTo>
                  <a:lnTo>
                    <a:pt x="170942" y="274040"/>
                  </a:lnTo>
                  <a:lnTo>
                    <a:pt x="178485" y="275755"/>
                  </a:lnTo>
                  <a:lnTo>
                    <a:pt x="186156" y="276618"/>
                  </a:lnTo>
                  <a:lnTo>
                    <a:pt x="201777" y="276618"/>
                  </a:lnTo>
                  <a:lnTo>
                    <a:pt x="238417" y="260350"/>
                  </a:lnTo>
                  <a:lnTo>
                    <a:pt x="252107" y="234746"/>
                  </a:lnTo>
                  <a:lnTo>
                    <a:pt x="316407" y="58940"/>
                  </a:lnTo>
                  <a:close/>
                </a:path>
                <a:path w="715645" h="276860">
                  <a:moveTo>
                    <a:pt x="475246" y="148234"/>
                  </a:moveTo>
                  <a:lnTo>
                    <a:pt x="474421" y="126149"/>
                  </a:lnTo>
                  <a:lnTo>
                    <a:pt x="473849" y="123024"/>
                  </a:lnTo>
                  <a:lnTo>
                    <a:pt x="471157" y="108102"/>
                  </a:lnTo>
                  <a:lnTo>
                    <a:pt x="471030" y="107454"/>
                  </a:lnTo>
                  <a:lnTo>
                    <a:pt x="470979" y="107111"/>
                  </a:lnTo>
                  <a:lnTo>
                    <a:pt x="464896" y="91122"/>
                  </a:lnTo>
                  <a:lnTo>
                    <a:pt x="461937" y="86715"/>
                  </a:lnTo>
                  <a:lnTo>
                    <a:pt x="456196" y="78181"/>
                  </a:lnTo>
                  <a:lnTo>
                    <a:pt x="445262" y="68199"/>
                  </a:lnTo>
                  <a:lnTo>
                    <a:pt x="434568" y="62230"/>
                  </a:lnTo>
                  <a:lnTo>
                    <a:pt x="434568" y="123024"/>
                  </a:lnTo>
                  <a:lnTo>
                    <a:pt x="373443" y="123024"/>
                  </a:lnTo>
                  <a:lnTo>
                    <a:pt x="395211" y="86715"/>
                  </a:lnTo>
                  <a:lnTo>
                    <a:pt x="412534" y="86715"/>
                  </a:lnTo>
                  <a:lnTo>
                    <a:pt x="434568" y="123024"/>
                  </a:lnTo>
                  <a:lnTo>
                    <a:pt x="434568" y="62230"/>
                  </a:lnTo>
                  <a:lnTo>
                    <a:pt x="432523" y="61074"/>
                  </a:lnTo>
                  <a:lnTo>
                    <a:pt x="417969" y="56794"/>
                  </a:lnTo>
                  <a:lnTo>
                    <a:pt x="401624" y="55359"/>
                  </a:lnTo>
                  <a:lnTo>
                    <a:pt x="386245" y="56794"/>
                  </a:lnTo>
                  <a:lnTo>
                    <a:pt x="386702" y="56794"/>
                  </a:lnTo>
                  <a:lnTo>
                    <a:pt x="373532" y="60820"/>
                  </a:lnTo>
                  <a:lnTo>
                    <a:pt x="342049" y="89154"/>
                  </a:lnTo>
                  <a:lnTo>
                    <a:pt x="330784" y="137515"/>
                  </a:lnTo>
                  <a:lnTo>
                    <a:pt x="331736" y="152920"/>
                  </a:lnTo>
                  <a:lnTo>
                    <a:pt x="346062" y="190893"/>
                  </a:lnTo>
                  <a:lnTo>
                    <a:pt x="386943" y="215646"/>
                  </a:lnTo>
                  <a:lnTo>
                    <a:pt x="405790" y="217284"/>
                  </a:lnTo>
                  <a:lnTo>
                    <a:pt x="417957" y="216560"/>
                  </a:lnTo>
                  <a:lnTo>
                    <a:pt x="456209" y="198970"/>
                  </a:lnTo>
                  <a:lnTo>
                    <a:pt x="465734" y="186524"/>
                  </a:lnTo>
                  <a:lnTo>
                    <a:pt x="468604" y="181800"/>
                  </a:lnTo>
                  <a:lnTo>
                    <a:pt x="473062" y="171246"/>
                  </a:lnTo>
                  <a:lnTo>
                    <a:pt x="432384" y="164503"/>
                  </a:lnTo>
                  <a:lnTo>
                    <a:pt x="430136" y="172313"/>
                  </a:lnTo>
                  <a:lnTo>
                    <a:pt x="426821" y="177927"/>
                  </a:lnTo>
                  <a:lnTo>
                    <a:pt x="418096" y="184810"/>
                  </a:lnTo>
                  <a:lnTo>
                    <a:pt x="412673" y="186524"/>
                  </a:lnTo>
                  <a:lnTo>
                    <a:pt x="406184" y="186524"/>
                  </a:lnTo>
                  <a:lnTo>
                    <a:pt x="375412" y="164503"/>
                  </a:lnTo>
                  <a:lnTo>
                    <a:pt x="375323" y="164312"/>
                  </a:lnTo>
                  <a:lnTo>
                    <a:pt x="373418" y="156768"/>
                  </a:lnTo>
                  <a:lnTo>
                    <a:pt x="372656" y="148234"/>
                  </a:lnTo>
                  <a:lnTo>
                    <a:pt x="475246" y="148234"/>
                  </a:lnTo>
                  <a:close/>
                </a:path>
                <a:path w="715645" h="276860">
                  <a:moveTo>
                    <a:pt x="638848" y="165303"/>
                  </a:moveTo>
                  <a:lnTo>
                    <a:pt x="618248" y="129705"/>
                  </a:lnTo>
                  <a:lnTo>
                    <a:pt x="565632" y="113144"/>
                  </a:lnTo>
                  <a:lnTo>
                    <a:pt x="554355" y="110032"/>
                  </a:lnTo>
                  <a:lnTo>
                    <a:pt x="546481" y="107378"/>
                  </a:lnTo>
                  <a:lnTo>
                    <a:pt x="542010" y="105168"/>
                  </a:lnTo>
                  <a:lnTo>
                    <a:pt x="539356" y="103047"/>
                  </a:lnTo>
                  <a:lnTo>
                    <a:pt x="538035" y="100545"/>
                  </a:lnTo>
                  <a:lnTo>
                    <a:pt x="538035" y="94322"/>
                  </a:lnTo>
                  <a:lnTo>
                    <a:pt x="539559" y="91605"/>
                  </a:lnTo>
                  <a:lnTo>
                    <a:pt x="547230" y="86448"/>
                  </a:lnTo>
                  <a:lnTo>
                    <a:pt x="554977" y="84924"/>
                  </a:lnTo>
                  <a:lnTo>
                    <a:pt x="574281" y="84924"/>
                  </a:lnTo>
                  <a:lnTo>
                    <a:pt x="580834" y="86512"/>
                  </a:lnTo>
                  <a:lnTo>
                    <a:pt x="590092" y="92862"/>
                  </a:lnTo>
                  <a:lnTo>
                    <a:pt x="593267" y="97497"/>
                  </a:lnTo>
                  <a:lnTo>
                    <a:pt x="594995" y="103581"/>
                  </a:lnTo>
                  <a:lnTo>
                    <a:pt x="633488" y="96443"/>
                  </a:lnTo>
                  <a:lnTo>
                    <a:pt x="603491" y="61277"/>
                  </a:lnTo>
                  <a:lnTo>
                    <a:pt x="565023" y="55359"/>
                  </a:lnTo>
                  <a:lnTo>
                    <a:pt x="549440" y="56235"/>
                  </a:lnTo>
                  <a:lnTo>
                    <a:pt x="508863" y="76504"/>
                  </a:lnTo>
                  <a:lnTo>
                    <a:pt x="499935" y="102984"/>
                  </a:lnTo>
                  <a:lnTo>
                    <a:pt x="501065" y="113499"/>
                  </a:lnTo>
                  <a:lnTo>
                    <a:pt x="527113" y="142405"/>
                  </a:lnTo>
                  <a:lnTo>
                    <a:pt x="588238" y="159346"/>
                  </a:lnTo>
                  <a:lnTo>
                    <a:pt x="592810" y="161124"/>
                  </a:lnTo>
                  <a:lnTo>
                    <a:pt x="596773" y="165227"/>
                  </a:lnTo>
                  <a:lnTo>
                    <a:pt x="597763" y="167805"/>
                  </a:lnTo>
                  <a:lnTo>
                    <a:pt x="597763" y="175488"/>
                  </a:lnTo>
                  <a:lnTo>
                    <a:pt x="595922" y="179120"/>
                  </a:lnTo>
                  <a:lnTo>
                    <a:pt x="586917" y="185737"/>
                  </a:lnTo>
                  <a:lnTo>
                    <a:pt x="578980" y="187718"/>
                  </a:lnTo>
                  <a:lnTo>
                    <a:pt x="558736" y="187718"/>
                  </a:lnTo>
                  <a:lnTo>
                    <a:pt x="551268" y="185674"/>
                  </a:lnTo>
                  <a:lnTo>
                    <a:pt x="540689" y="177330"/>
                  </a:lnTo>
                  <a:lnTo>
                    <a:pt x="537108" y="171246"/>
                  </a:lnTo>
                  <a:lnTo>
                    <a:pt x="535266" y="163309"/>
                  </a:lnTo>
                  <a:lnTo>
                    <a:pt x="494182" y="169468"/>
                  </a:lnTo>
                  <a:lnTo>
                    <a:pt x="518388" y="204393"/>
                  </a:lnTo>
                  <a:lnTo>
                    <a:pt x="568401" y="217284"/>
                  </a:lnTo>
                  <a:lnTo>
                    <a:pt x="584771" y="216331"/>
                  </a:lnTo>
                  <a:lnTo>
                    <a:pt x="620991" y="202006"/>
                  </a:lnTo>
                  <a:lnTo>
                    <a:pt x="637730" y="175564"/>
                  </a:lnTo>
                  <a:lnTo>
                    <a:pt x="638848" y="165303"/>
                  </a:lnTo>
                  <a:close/>
                </a:path>
                <a:path w="715645" h="276860">
                  <a:moveTo>
                    <a:pt x="715530" y="58940"/>
                  </a:moveTo>
                  <a:lnTo>
                    <a:pt x="674649" y="58940"/>
                  </a:lnTo>
                  <a:lnTo>
                    <a:pt x="674649" y="213715"/>
                  </a:lnTo>
                  <a:lnTo>
                    <a:pt x="715530" y="213715"/>
                  </a:lnTo>
                  <a:lnTo>
                    <a:pt x="715530" y="58940"/>
                  </a:lnTo>
                  <a:close/>
                </a:path>
                <a:path w="715645" h="276860">
                  <a:moveTo>
                    <a:pt x="715530" y="0"/>
                  </a:moveTo>
                  <a:lnTo>
                    <a:pt x="674649" y="0"/>
                  </a:lnTo>
                  <a:lnTo>
                    <a:pt x="674649" y="37896"/>
                  </a:lnTo>
                  <a:lnTo>
                    <a:pt x="715530" y="37896"/>
                  </a:lnTo>
                  <a:lnTo>
                    <a:pt x="715530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7" name="object 357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7253617" y="5408815"/>
              <a:ext cx="145249" cy="161925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7429919" y="5408815"/>
              <a:ext cx="141084" cy="158356"/>
            </a:xfrm>
            <a:prstGeom prst="rect">
              <a:avLst/>
            </a:prstGeom>
          </p:spPr>
        </p:pic>
      </p:grpSp>
      <p:grpSp>
        <p:nvGrpSpPr>
          <p:cNvPr id="359" name="object 359"/>
          <p:cNvGrpSpPr/>
          <p:nvPr/>
        </p:nvGrpSpPr>
        <p:grpSpPr>
          <a:xfrm>
            <a:off x="7696327" y="5353456"/>
            <a:ext cx="1557655" cy="276860"/>
            <a:chOff x="7696327" y="5353456"/>
            <a:chExt cx="1557655" cy="276860"/>
          </a:xfrm>
        </p:grpSpPr>
        <p:pic>
          <p:nvPicPr>
            <p:cNvPr id="360" name="object 360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7696327" y="5353456"/>
              <a:ext cx="192684" cy="213715"/>
            </a:xfrm>
            <a:prstGeom prst="rect">
              <a:avLst/>
            </a:prstGeom>
          </p:spPr>
        </p:pic>
        <p:pic>
          <p:nvPicPr>
            <p:cNvPr id="361" name="object 361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7910665" y="5408815"/>
              <a:ext cx="141097" cy="158356"/>
            </a:xfrm>
            <a:prstGeom prst="rect">
              <a:avLst/>
            </a:prstGeom>
          </p:spPr>
        </p:pic>
        <p:pic>
          <p:nvPicPr>
            <p:cNvPr id="362" name="object 362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8083842" y="5408815"/>
              <a:ext cx="402374" cy="161925"/>
            </a:xfrm>
            <a:prstGeom prst="rect">
              <a:avLst/>
            </a:prstGeom>
          </p:spPr>
        </p:pic>
        <p:sp>
          <p:nvSpPr>
            <p:cNvPr id="363" name="object 363"/>
            <p:cNvSpPr/>
            <p:nvPr/>
          </p:nvSpPr>
          <p:spPr>
            <a:xfrm>
              <a:off x="8507819" y="53534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4" name="object 364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8578824" y="5408815"/>
              <a:ext cx="144462" cy="161925"/>
            </a:xfrm>
            <a:prstGeom prst="rect">
              <a:avLst/>
            </a:prstGeom>
          </p:spPr>
        </p:pic>
        <p:pic>
          <p:nvPicPr>
            <p:cNvPr id="365" name="object 365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8747672" y="5353456"/>
              <a:ext cx="150925" cy="217284"/>
            </a:xfrm>
            <a:prstGeom prst="rect">
              <a:avLst/>
            </a:prstGeom>
          </p:spPr>
        </p:pic>
        <p:pic>
          <p:nvPicPr>
            <p:cNvPr id="366" name="object 366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8929890" y="5408815"/>
              <a:ext cx="151015" cy="221259"/>
            </a:xfrm>
            <a:prstGeom prst="rect">
              <a:avLst/>
            </a:prstGeom>
          </p:spPr>
        </p:pic>
        <p:pic>
          <p:nvPicPr>
            <p:cNvPr id="367" name="object 367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9109418" y="5408815"/>
              <a:ext cx="144462" cy="161925"/>
            </a:xfrm>
            <a:prstGeom prst="rect">
              <a:avLst/>
            </a:prstGeom>
          </p:spPr>
        </p:pic>
      </p:grpSp>
      <p:grpSp>
        <p:nvGrpSpPr>
          <p:cNvPr id="368" name="object 368"/>
          <p:cNvGrpSpPr/>
          <p:nvPr/>
        </p:nvGrpSpPr>
        <p:grpSpPr>
          <a:xfrm>
            <a:off x="9355149" y="5353456"/>
            <a:ext cx="1052830" cy="276860"/>
            <a:chOff x="9355149" y="5353456"/>
            <a:chExt cx="1052830" cy="276860"/>
          </a:xfrm>
        </p:grpSpPr>
        <p:sp>
          <p:nvSpPr>
            <p:cNvPr id="369" name="object 369"/>
            <p:cNvSpPr/>
            <p:nvPr/>
          </p:nvSpPr>
          <p:spPr>
            <a:xfrm>
              <a:off x="9355150" y="5353773"/>
              <a:ext cx="170180" cy="213360"/>
            </a:xfrm>
            <a:custGeom>
              <a:avLst/>
              <a:gdLst/>
              <a:ahLst/>
              <a:cxnLst/>
              <a:rect l="l" t="t" r="r" b="b"/>
              <a:pathLst>
                <a:path w="170179" h="213360">
                  <a:moveTo>
                    <a:pt x="169862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63500" y="35560"/>
                  </a:lnTo>
                  <a:lnTo>
                    <a:pt x="63500" y="213360"/>
                  </a:lnTo>
                  <a:lnTo>
                    <a:pt x="106565" y="213360"/>
                  </a:lnTo>
                  <a:lnTo>
                    <a:pt x="106565" y="35560"/>
                  </a:lnTo>
                  <a:lnTo>
                    <a:pt x="169862" y="35560"/>
                  </a:lnTo>
                  <a:lnTo>
                    <a:pt x="1698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0" name="object 370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9550755" y="5408815"/>
              <a:ext cx="252463" cy="161925"/>
            </a:xfrm>
            <a:prstGeom prst="rect">
              <a:avLst/>
            </a:prstGeom>
          </p:spPr>
        </p:pic>
        <p:pic>
          <p:nvPicPr>
            <p:cNvPr id="371" name="object 371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9825532" y="5408815"/>
              <a:ext cx="146050" cy="161925"/>
            </a:xfrm>
            <a:prstGeom prst="rect">
              <a:avLst/>
            </a:prstGeom>
          </p:spPr>
        </p:pic>
        <p:sp>
          <p:nvSpPr>
            <p:cNvPr id="372" name="object 372"/>
            <p:cNvSpPr/>
            <p:nvPr/>
          </p:nvSpPr>
          <p:spPr>
            <a:xfrm>
              <a:off x="10000653" y="53534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5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3" name="object 373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10083164" y="5408815"/>
              <a:ext cx="141097" cy="158356"/>
            </a:xfrm>
            <a:prstGeom prst="rect">
              <a:avLst/>
            </a:prstGeom>
          </p:spPr>
        </p:pic>
        <p:pic>
          <p:nvPicPr>
            <p:cNvPr id="374" name="object 374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10256735" y="5408815"/>
              <a:ext cx="151015" cy="221259"/>
            </a:xfrm>
            <a:prstGeom prst="rect">
              <a:avLst/>
            </a:prstGeom>
          </p:spPr>
        </p:pic>
      </p:grpSp>
      <p:grpSp>
        <p:nvGrpSpPr>
          <p:cNvPr id="375" name="object 375"/>
          <p:cNvGrpSpPr/>
          <p:nvPr/>
        </p:nvGrpSpPr>
        <p:grpSpPr>
          <a:xfrm>
            <a:off x="10525341" y="5349887"/>
            <a:ext cx="859155" cy="280670"/>
            <a:chOff x="10525341" y="5349887"/>
            <a:chExt cx="859155" cy="280670"/>
          </a:xfrm>
        </p:grpSpPr>
        <p:sp>
          <p:nvSpPr>
            <p:cNvPr id="376" name="object 376"/>
            <p:cNvSpPr/>
            <p:nvPr/>
          </p:nvSpPr>
          <p:spPr>
            <a:xfrm>
              <a:off x="10525341" y="5349887"/>
              <a:ext cx="74295" cy="280670"/>
            </a:xfrm>
            <a:custGeom>
              <a:avLst/>
              <a:gdLst/>
              <a:ahLst/>
              <a:cxnLst/>
              <a:rect l="l" t="t" r="r" b="b"/>
              <a:pathLst>
                <a:path w="74295" h="280670">
                  <a:moveTo>
                    <a:pt x="74015" y="0"/>
                  </a:moveTo>
                  <a:lnTo>
                    <a:pt x="46037" y="0"/>
                  </a:lnTo>
                  <a:lnTo>
                    <a:pt x="36831" y="14101"/>
                  </a:lnTo>
                  <a:lnTo>
                    <a:pt x="14287" y="60121"/>
                  </a:lnTo>
                  <a:lnTo>
                    <a:pt x="3571" y="98915"/>
                  </a:lnTo>
                  <a:lnTo>
                    <a:pt x="0" y="139890"/>
                  </a:lnTo>
                  <a:lnTo>
                    <a:pt x="719" y="157009"/>
                  </a:lnTo>
                  <a:lnTo>
                    <a:pt x="11506" y="210146"/>
                  </a:lnTo>
                  <a:lnTo>
                    <a:pt x="25844" y="245810"/>
                  </a:lnTo>
                  <a:lnTo>
                    <a:pt x="45440" y="280187"/>
                  </a:lnTo>
                  <a:lnTo>
                    <a:pt x="73621" y="280187"/>
                  </a:lnTo>
                  <a:lnTo>
                    <a:pt x="67740" y="267014"/>
                  </a:lnTo>
                  <a:lnTo>
                    <a:pt x="58805" y="245583"/>
                  </a:lnTo>
                  <a:lnTo>
                    <a:pt x="45935" y="202240"/>
                  </a:lnTo>
                  <a:lnTo>
                    <a:pt x="39362" y="152768"/>
                  </a:lnTo>
                  <a:lnTo>
                    <a:pt x="39090" y="140690"/>
                  </a:lnTo>
                  <a:lnTo>
                    <a:pt x="39562" y="123647"/>
                  </a:lnTo>
                  <a:lnTo>
                    <a:pt x="46634" y="75209"/>
                  </a:lnTo>
                  <a:lnTo>
                    <a:pt x="64859" y="21295"/>
                  </a:lnTo>
                  <a:lnTo>
                    <a:pt x="7401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7" name="object 377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10630878" y="5353456"/>
              <a:ext cx="178981" cy="213715"/>
            </a:xfrm>
            <a:prstGeom prst="rect">
              <a:avLst/>
            </a:prstGeom>
          </p:spPr>
        </p:pic>
        <p:pic>
          <p:nvPicPr>
            <p:cNvPr id="378" name="object 378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10846803" y="5353456"/>
              <a:ext cx="369519" cy="213715"/>
            </a:xfrm>
            <a:prstGeom prst="rect">
              <a:avLst/>
            </a:prstGeom>
          </p:spPr>
        </p:pic>
        <p:sp>
          <p:nvSpPr>
            <p:cNvPr id="379" name="object 379"/>
            <p:cNvSpPr/>
            <p:nvPr/>
          </p:nvSpPr>
          <p:spPr>
            <a:xfrm>
              <a:off x="11232134" y="5349887"/>
              <a:ext cx="152400" cy="280670"/>
            </a:xfrm>
            <a:custGeom>
              <a:avLst/>
              <a:gdLst/>
              <a:ahLst/>
              <a:cxnLst/>
              <a:rect l="l" t="t" r="r" b="b"/>
              <a:pathLst>
                <a:path w="152400" h="280670">
                  <a:moveTo>
                    <a:pt x="74218" y="137706"/>
                  </a:moveTo>
                  <a:lnTo>
                    <a:pt x="67284" y="84099"/>
                  </a:lnTo>
                  <a:lnTo>
                    <a:pt x="47320" y="32296"/>
                  </a:lnTo>
                  <a:lnTo>
                    <a:pt x="27787" y="0"/>
                  </a:lnTo>
                  <a:lnTo>
                    <a:pt x="0" y="0"/>
                  </a:lnTo>
                  <a:lnTo>
                    <a:pt x="9220" y="21297"/>
                  </a:lnTo>
                  <a:lnTo>
                    <a:pt x="16865" y="40932"/>
                  </a:lnTo>
                  <a:lnTo>
                    <a:pt x="30670" y="90919"/>
                  </a:lnTo>
                  <a:lnTo>
                    <a:pt x="34925" y="140690"/>
                  </a:lnTo>
                  <a:lnTo>
                    <a:pt x="34785" y="149186"/>
                  </a:lnTo>
                  <a:lnTo>
                    <a:pt x="30213" y="190754"/>
                  </a:lnTo>
                  <a:lnTo>
                    <a:pt x="17462" y="240309"/>
                  </a:lnTo>
                  <a:lnTo>
                    <a:pt x="393" y="280187"/>
                  </a:lnTo>
                  <a:lnTo>
                    <a:pt x="28575" y="280187"/>
                  </a:lnTo>
                  <a:lnTo>
                    <a:pt x="50101" y="241846"/>
                  </a:lnTo>
                  <a:lnTo>
                    <a:pt x="64693" y="202996"/>
                  </a:lnTo>
                  <a:lnTo>
                    <a:pt x="73621" y="153263"/>
                  </a:lnTo>
                  <a:lnTo>
                    <a:pt x="74218" y="137706"/>
                  </a:lnTo>
                  <a:close/>
                </a:path>
                <a:path w="152400" h="280670">
                  <a:moveTo>
                    <a:pt x="151968" y="176403"/>
                  </a:moveTo>
                  <a:lnTo>
                    <a:pt x="111086" y="176403"/>
                  </a:lnTo>
                  <a:lnTo>
                    <a:pt x="111086" y="217284"/>
                  </a:lnTo>
                  <a:lnTo>
                    <a:pt x="151968" y="217284"/>
                  </a:lnTo>
                  <a:lnTo>
                    <a:pt x="151968" y="176403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0" name="object 380"/>
          <p:cNvGrpSpPr/>
          <p:nvPr/>
        </p:nvGrpSpPr>
        <p:grpSpPr>
          <a:xfrm>
            <a:off x="1696567" y="5772556"/>
            <a:ext cx="1051560" cy="276860"/>
            <a:chOff x="1696567" y="5772556"/>
            <a:chExt cx="1051560" cy="276860"/>
          </a:xfrm>
        </p:grpSpPr>
        <p:pic>
          <p:nvPicPr>
            <p:cNvPr id="381" name="object 381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1696567" y="5772556"/>
              <a:ext cx="169464" cy="213715"/>
            </a:xfrm>
            <a:prstGeom prst="rect">
              <a:avLst/>
            </a:prstGeom>
          </p:spPr>
        </p:pic>
        <p:pic>
          <p:nvPicPr>
            <p:cNvPr id="382" name="object 382"/>
            <p:cNvPicPr/>
            <p:nvPr/>
          </p:nvPicPr>
          <p:blipFill>
            <a:blip r:embed="rId241" cstate="print"/>
            <a:stretch>
              <a:fillRect/>
            </a:stretch>
          </p:blipFill>
          <p:spPr>
            <a:xfrm>
              <a:off x="1901777" y="5827915"/>
              <a:ext cx="332720" cy="161925"/>
            </a:xfrm>
            <a:prstGeom prst="rect">
              <a:avLst/>
            </a:prstGeom>
          </p:spPr>
        </p:pic>
        <p:pic>
          <p:nvPicPr>
            <p:cNvPr id="383" name="object 383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2247685" y="5827915"/>
              <a:ext cx="144462" cy="161925"/>
            </a:xfrm>
            <a:prstGeom prst="rect">
              <a:avLst/>
            </a:prstGeom>
          </p:spPr>
        </p:pic>
        <p:pic>
          <p:nvPicPr>
            <p:cNvPr id="384" name="object 384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2425575" y="5772556"/>
              <a:ext cx="40878" cy="213715"/>
            </a:xfrm>
            <a:prstGeom prst="rect">
              <a:avLst/>
            </a:prstGeom>
          </p:spPr>
        </p:pic>
        <p:pic>
          <p:nvPicPr>
            <p:cNvPr id="385" name="object 385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2491626" y="5776925"/>
              <a:ext cx="255951" cy="272249"/>
            </a:xfrm>
            <a:prstGeom prst="rect">
              <a:avLst/>
            </a:prstGeom>
          </p:spPr>
        </p:pic>
      </p:grpSp>
      <p:pic>
        <p:nvPicPr>
          <p:cNvPr id="387" name="object 38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44747" y="6263881"/>
            <a:ext cx="73818" cy="73825"/>
          </a:xfrm>
          <a:prstGeom prst="rect">
            <a:avLst/>
          </a:prstGeom>
        </p:spPr>
      </p:pic>
      <p:pic>
        <p:nvPicPr>
          <p:cNvPr id="386" name="object 386"/>
          <p:cNvPicPr/>
          <p:nvPr/>
        </p:nvPicPr>
        <p:blipFill>
          <a:blip r:embed="rId245" cstate="print"/>
          <a:stretch>
            <a:fillRect/>
          </a:stretch>
        </p:blipFill>
        <p:spPr>
          <a:xfrm>
            <a:off x="2204833" y="6191656"/>
            <a:ext cx="170260" cy="217284"/>
          </a:xfrm>
          <a:prstGeom prst="rect">
            <a:avLst/>
          </a:prstGeom>
        </p:spPr>
      </p:pic>
      <p:grpSp>
        <p:nvGrpSpPr>
          <p:cNvPr id="388" name="object 388"/>
          <p:cNvGrpSpPr/>
          <p:nvPr/>
        </p:nvGrpSpPr>
        <p:grpSpPr>
          <a:xfrm>
            <a:off x="2405877" y="6247015"/>
            <a:ext cx="476884" cy="161925"/>
            <a:chOff x="2405877" y="6247015"/>
            <a:chExt cx="476884" cy="161925"/>
          </a:xfrm>
        </p:grpSpPr>
        <p:pic>
          <p:nvPicPr>
            <p:cNvPr id="389" name="object 389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2405877" y="6247015"/>
              <a:ext cx="144660" cy="161925"/>
            </a:xfrm>
            <a:prstGeom prst="rect">
              <a:avLst/>
            </a:prstGeom>
          </p:spPr>
        </p:pic>
        <p:pic>
          <p:nvPicPr>
            <p:cNvPr id="390" name="object 390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2574441" y="6247015"/>
              <a:ext cx="308065" cy="161925"/>
            </a:xfrm>
            <a:prstGeom prst="rect">
              <a:avLst/>
            </a:prstGeom>
          </p:spPr>
        </p:pic>
      </p:grpSp>
      <p:grpSp>
        <p:nvGrpSpPr>
          <p:cNvPr id="391" name="object 391"/>
          <p:cNvGrpSpPr/>
          <p:nvPr/>
        </p:nvGrpSpPr>
        <p:grpSpPr>
          <a:xfrm>
            <a:off x="3001632" y="6191656"/>
            <a:ext cx="1268730" cy="276860"/>
            <a:chOff x="3001632" y="6191656"/>
            <a:chExt cx="1268730" cy="276860"/>
          </a:xfrm>
        </p:grpSpPr>
        <p:pic>
          <p:nvPicPr>
            <p:cNvPr id="392" name="object 392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3001632" y="6191656"/>
              <a:ext cx="178993" cy="213715"/>
            </a:xfrm>
            <a:prstGeom prst="rect">
              <a:avLst/>
            </a:prstGeom>
          </p:spPr>
        </p:pic>
        <p:sp>
          <p:nvSpPr>
            <p:cNvPr id="393" name="object 393"/>
            <p:cNvSpPr/>
            <p:nvPr/>
          </p:nvSpPr>
          <p:spPr>
            <a:xfrm>
              <a:off x="3206051" y="6191656"/>
              <a:ext cx="715645" cy="276860"/>
            </a:xfrm>
            <a:custGeom>
              <a:avLst/>
              <a:gdLst/>
              <a:ahLst/>
              <a:cxnLst/>
              <a:rect l="l" t="t" r="r" b="b"/>
              <a:pathLst>
                <a:path w="715645" h="276860">
                  <a:moveTo>
                    <a:pt x="145249" y="213715"/>
                  </a:moveTo>
                  <a:lnTo>
                    <a:pt x="141681" y="206311"/>
                  </a:lnTo>
                  <a:lnTo>
                    <a:pt x="139230" y="199428"/>
                  </a:lnTo>
                  <a:lnTo>
                    <a:pt x="138849" y="197637"/>
                  </a:lnTo>
                  <a:lnTo>
                    <a:pt x="138811" y="197421"/>
                  </a:lnTo>
                  <a:lnTo>
                    <a:pt x="138684" y="196850"/>
                  </a:lnTo>
                  <a:lnTo>
                    <a:pt x="137909" y="193078"/>
                  </a:lnTo>
                  <a:lnTo>
                    <a:pt x="137160" y="188315"/>
                  </a:lnTo>
                  <a:lnTo>
                    <a:pt x="137033" y="187553"/>
                  </a:lnTo>
                  <a:lnTo>
                    <a:pt x="136550" y="182168"/>
                  </a:lnTo>
                  <a:lnTo>
                    <a:pt x="136448" y="180975"/>
                  </a:lnTo>
                  <a:lnTo>
                    <a:pt x="136423" y="180682"/>
                  </a:lnTo>
                  <a:lnTo>
                    <a:pt x="136067" y="172974"/>
                  </a:lnTo>
                  <a:lnTo>
                    <a:pt x="136118" y="139306"/>
                  </a:lnTo>
                  <a:lnTo>
                    <a:pt x="136232" y="124917"/>
                  </a:lnTo>
                  <a:lnTo>
                    <a:pt x="136245" y="112712"/>
                  </a:lnTo>
                  <a:lnTo>
                    <a:pt x="136067" y="106159"/>
                  </a:lnTo>
                  <a:lnTo>
                    <a:pt x="135966" y="102755"/>
                  </a:lnTo>
                  <a:lnTo>
                    <a:pt x="134924" y="92532"/>
                  </a:lnTo>
                  <a:lnTo>
                    <a:pt x="133680" y="86715"/>
                  </a:lnTo>
                  <a:lnTo>
                    <a:pt x="133197" y="84404"/>
                  </a:lnTo>
                  <a:lnTo>
                    <a:pt x="104381" y="59055"/>
                  </a:lnTo>
                  <a:lnTo>
                    <a:pt x="71234" y="55359"/>
                  </a:lnTo>
                  <a:lnTo>
                    <a:pt x="57061" y="56045"/>
                  </a:lnTo>
                  <a:lnTo>
                    <a:pt x="18516" y="72377"/>
                  </a:lnTo>
                  <a:lnTo>
                    <a:pt x="4165" y="99415"/>
                  </a:lnTo>
                  <a:lnTo>
                    <a:pt x="41275" y="106159"/>
                  </a:lnTo>
                  <a:lnTo>
                    <a:pt x="43789" y="99021"/>
                  </a:lnTo>
                  <a:lnTo>
                    <a:pt x="47091" y="93992"/>
                  </a:lnTo>
                  <a:lnTo>
                    <a:pt x="55295" y="88176"/>
                  </a:lnTo>
                  <a:lnTo>
                    <a:pt x="60985" y="86715"/>
                  </a:lnTo>
                  <a:lnTo>
                    <a:pt x="79108" y="86715"/>
                  </a:lnTo>
                  <a:lnTo>
                    <a:pt x="86448" y="88430"/>
                  </a:lnTo>
                  <a:lnTo>
                    <a:pt x="90284" y="91871"/>
                  </a:lnTo>
                  <a:lnTo>
                    <a:pt x="94119" y="95186"/>
                  </a:lnTo>
                  <a:lnTo>
                    <a:pt x="96037" y="100799"/>
                  </a:lnTo>
                  <a:lnTo>
                    <a:pt x="96037" y="112712"/>
                  </a:lnTo>
                  <a:lnTo>
                    <a:pt x="96037" y="139306"/>
                  </a:lnTo>
                  <a:lnTo>
                    <a:pt x="96037" y="157429"/>
                  </a:lnTo>
                  <a:lnTo>
                    <a:pt x="95707" y="161455"/>
                  </a:lnTo>
                  <a:lnTo>
                    <a:pt x="95605" y="162712"/>
                  </a:lnTo>
                  <a:lnTo>
                    <a:pt x="95504" y="164045"/>
                  </a:lnTo>
                  <a:lnTo>
                    <a:pt x="94449" y="167474"/>
                  </a:lnTo>
                  <a:lnTo>
                    <a:pt x="92976" y="172478"/>
                  </a:lnTo>
                  <a:lnTo>
                    <a:pt x="92798" y="172974"/>
                  </a:lnTo>
                  <a:lnTo>
                    <a:pt x="89623" y="177406"/>
                  </a:lnTo>
                  <a:lnTo>
                    <a:pt x="77978" y="185864"/>
                  </a:lnTo>
                  <a:lnTo>
                    <a:pt x="70967" y="188315"/>
                  </a:lnTo>
                  <a:lnTo>
                    <a:pt x="57073" y="188315"/>
                  </a:lnTo>
                  <a:lnTo>
                    <a:pt x="51587" y="186270"/>
                  </a:lnTo>
                  <a:lnTo>
                    <a:pt x="47218" y="182168"/>
                  </a:lnTo>
                  <a:lnTo>
                    <a:pt x="42989" y="177927"/>
                  </a:lnTo>
                  <a:lnTo>
                    <a:pt x="40868" y="172974"/>
                  </a:lnTo>
                  <a:lnTo>
                    <a:pt x="40868" y="161455"/>
                  </a:lnTo>
                  <a:lnTo>
                    <a:pt x="71234" y="145656"/>
                  </a:lnTo>
                  <a:lnTo>
                    <a:pt x="79184" y="143916"/>
                  </a:lnTo>
                  <a:lnTo>
                    <a:pt x="85966" y="142278"/>
                  </a:lnTo>
                  <a:lnTo>
                    <a:pt x="91579" y="140741"/>
                  </a:lnTo>
                  <a:lnTo>
                    <a:pt x="96037" y="139306"/>
                  </a:lnTo>
                  <a:lnTo>
                    <a:pt x="96037" y="112712"/>
                  </a:lnTo>
                  <a:lnTo>
                    <a:pt x="89382" y="115138"/>
                  </a:lnTo>
                  <a:lnTo>
                    <a:pt x="80556" y="117627"/>
                  </a:lnTo>
                  <a:lnTo>
                    <a:pt x="69545" y="120205"/>
                  </a:lnTo>
                  <a:lnTo>
                    <a:pt x="46355" y="124917"/>
                  </a:lnTo>
                  <a:lnTo>
                    <a:pt x="37592" y="127203"/>
                  </a:lnTo>
                  <a:lnTo>
                    <a:pt x="2044" y="154914"/>
                  </a:lnTo>
                  <a:lnTo>
                    <a:pt x="0" y="162712"/>
                  </a:lnTo>
                  <a:lnTo>
                    <a:pt x="88" y="172478"/>
                  </a:lnTo>
                  <a:lnTo>
                    <a:pt x="825" y="180682"/>
                  </a:lnTo>
                  <a:lnTo>
                    <a:pt x="850" y="180975"/>
                  </a:lnTo>
                  <a:lnTo>
                    <a:pt x="29959" y="214071"/>
                  </a:lnTo>
                  <a:lnTo>
                    <a:pt x="51396" y="217284"/>
                  </a:lnTo>
                  <a:lnTo>
                    <a:pt x="58039" y="216966"/>
                  </a:lnTo>
                  <a:lnTo>
                    <a:pt x="93916" y="201612"/>
                  </a:lnTo>
                  <a:lnTo>
                    <a:pt x="99212" y="196850"/>
                  </a:lnTo>
                  <a:lnTo>
                    <a:pt x="99491" y="197421"/>
                  </a:lnTo>
                  <a:lnTo>
                    <a:pt x="99606" y="197637"/>
                  </a:lnTo>
                  <a:lnTo>
                    <a:pt x="100139" y="199224"/>
                  </a:lnTo>
                  <a:lnTo>
                    <a:pt x="100799" y="201612"/>
                  </a:lnTo>
                  <a:lnTo>
                    <a:pt x="102387" y="206908"/>
                  </a:lnTo>
                  <a:lnTo>
                    <a:pt x="103708" y="210934"/>
                  </a:lnTo>
                  <a:lnTo>
                    <a:pt x="104775" y="213715"/>
                  </a:lnTo>
                  <a:lnTo>
                    <a:pt x="145249" y="213715"/>
                  </a:lnTo>
                  <a:close/>
                </a:path>
                <a:path w="715645" h="276860">
                  <a:moveTo>
                    <a:pt x="316395" y="58940"/>
                  </a:moveTo>
                  <a:lnTo>
                    <a:pt x="274129" y="58940"/>
                  </a:lnTo>
                  <a:lnTo>
                    <a:pt x="237807" y="168871"/>
                  </a:lnTo>
                  <a:lnTo>
                    <a:pt x="200901" y="58940"/>
                  </a:lnTo>
                  <a:lnTo>
                    <a:pt x="157251" y="58940"/>
                  </a:lnTo>
                  <a:lnTo>
                    <a:pt x="216179" y="214109"/>
                  </a:lnTo>
                  <a:lnTo>
                    <a:pt x="213804" y="222846"/>
                  </a:lnTo>
                  <a:lnTo>
                    <a:pt x="210299" y="229984"/>
                  </a:lnTo>
                  <a:lnTo>
                    <a:pt x="201168" y="241096"/>
                  </a:lnTo>
                  <a:lnTo>
                    <a:pt x="194157" y="243878"/>
                  </a:lnTo>
                  <a:lnTo>
                    <a:pt x="179476" y="243878"/>
                  </a:lnTo>
                  <a:lnTo>
                    <a:pt x="173647" y="243217"/>
                  </a:lnTo>
                  <a:lnTo>
                    <a:pt x="167170" y="241896"/>
                  </a:lnTo>
                  <a:lnTo>
                    <a:pt x="170942" y="274040"/>
                  </a:lnTo>
                  <a:lnTo>
                    <a:pt x="178485" y="275755"/>
                  </a:lnTo>
                  <a:lnTo>
                    <a:pt x="186156" y="276618"/>
                  </a:lnTo>
                  <a:lnTo>
                    <a:pt x="201764" y="276618"/>
                  </a:lnTo>
                  <a:lnTo>
                    <a:pt x="238404" y="260350"/>
                  </a:lnTo>
                  <a:lnTo>
                    <a:pt x="252095" y="234746"/>
                  </a:lnTo>
                  <a:lnTo>
                    <a:pt x="316395" y="58940"/>
                  </a:lnTo>
                  <a:close/>
                </a:path>
                <a:path w="715645" h="276860">
                  <a:moveTo>
                    <a:pt x="475234" y="148234"/>
                  </a:moveTo>
                  <a:lnTo>
                    <a:pt x="474408" y="126149"/>
                  </a:lnTo>
                  <a:lnTo>
                    <a:pt x="473837" y="123024"/>
                  </a:lnTo>
                  <a:lnTo>
                    <a:pt x="471144" y="108102"/>
                  </a:lnTo>
                  <a:lnTo>
                    <a:pt x="471017" y="107454"/>
                  </a:lnTo>
                  <a:lnTo>
                    <a:pt x="470966" y="107111"/>
                  </a:lnTo>
                  <a:lnTo>
                    <a:pt x="464883" y="91122"/>
                  </a:lnTo>
                  <a:lnTo>
                    <a:pt x="461924" y="86715"/>
                  </a:lnTo>
                  <a:lnTo>
                    <a:pt x="456184" y="78181"/>
                  </a:lnTo>
                  <a:lnTo>
                    <a:pt x="445249" y="68199"/>
                  </a:lnTo>
                  <a:lnTo>
                    <a:pt x="434555" y="62230"/>
                  </a:lnTo>
                  <a:lnTo>
                    <a:pt x="434555" y="123024"/>
                  </a:lnTo>
                  <a:lnTo>
                    <a:pt x="373430" y="123024"/>
                  </a:lnTo>
                  <a:lnTo>
                    <a:pt x="395198" y="86715"/>
                  </a:lnTo>
                  <a:lnTo>
                    <a:pt x="412534" y="86715"/>
                  </a:lnTo>
                  <a:lnTo>
                    <a:pt x="434555" y="123024"/>
                  </a:lnTo>
                  <a:lnTo>
                    <a:pt x="434555" y="62230"/>
                  </a:lnTo>
                  <a:lnTo>
                    <a:pt x="432511" y="61074"/>
                  </a:lnTo>
                  <a:lnTo>
                    <a:pt x="417969" y="56794"/>
                  </a:lnTo>
                  <a:lnTo>
                    <a:pt x="401612" y="55359"/>
                  </a:lnTo>
                  <a:lnTo>
                    <a:pt x="386232" y="56794"/>
                  </a:lnTo>
                  <a:lnTo>
                    <a:pt x="386702" y="56794"/>
                  </a:lnTo>
                  <a:lnTo>
                    <a:pt x="373532" y="60820"/>
                  </a:lnTo>
                  <a:lnTo>
                    <a:pt x="342036" y="89154"/>
                  </a:lnTo>
                  <a:lnTo>
                    <a:pt x="330771" y="137515"/>
                  </a:lnTo>
                  <a:lnTo>
                    <a:pt x="331724" y="152920"/>
                  </a:lnTo>
                  <a:lnTo>
                    <a:pt x="346049" y="190893"/>
                  </a:lnTo>
                  <a:lnTo>
                    <a:pt x="386930" y="215646"/>
                  </a:lnTo>
                  <a:lnTo>
                    <a:pt x="405777" y="217284"/>
                  </a:lnTo>
                  <a:lnTo>
                    <a:pt x="417957" y="216560"/>
                  </a:lnTo>
                  <a:lnTo>
                    <a:pt x="456196" y="198970"/>
                  </a:lnTo>
                  <a:lnTo>
                    <a:pt x="465721" y="186524"/>
                  </a:lnTo>
                  <a:lnTo>
                    <a:pt x="468591" y="181800"/>
                  </a:lnTo>
                  <a:lnTo>
                    <a:pt x="473049" y="171246"/>
                  </a:lnTo>
                  <a:lnTo>
                    <a:pt x="432371" y="164503"/>
                  </a:lnTo>
                  <a:lnTo>
                    <a:pt x="430123" y="172313"/>
                  </a:lnTo>
                  <a:lnTo>
                    <a:pt x="426821" y="177927"/>
                  </a:lnTo>
                  <a:lnTo>
                    <a:pt x="418084" y="184810"/>
                  </a:lnTo>
                  <a:lnTo>
                    <a:pt x="412661" y="186524"/>
                  </a:lnTo>
                  <a:lnTo>
                    <a:pt x="406184" y="186524"/>
                  </a:lnTo>
                  <a:lnTo>
                    <a:pt x="375412" y="164503"/>
                  </a:lnTo>
                  <a:lnTo>
                    <a:pt x="375310" y="164312"/>
                  </a:lnTo>
                  <a:lnTo>
                    <a:pt x="373405" y="156768"/>
                  </a:lnTo>
                  <a:lnTo>
                    <a:pt x="372643" y="148234"/>
                  </a:lnTo>
                  <a:lnTo>
                    <a:pt x="475234" y="148234"/>
                  </a:lnTo>
                  <a:close/>
                </a:path>
                <a:path w="715645" h="276860">
                  <a:moveTo>
                    <a:pt x="638835" y="165303"/>
                  </a:moveTo>
                  <a:lnTo>
                    <a:pt x="618248" y="129705"/>
                  </a:lnTo>
                  <a:lnTo>
                    <a:pt x="565619" y="113144"/>
                  </a:lnTo>
                  <a:lnTo>
                    <a:pt x="554342" y="110032"/>
                  </a:lnTo>
                  <a:lnTo>
                    <a:pt x="546468" y="107378"/>
                  </a:lnTo>
                  <a:lnTo>
                    <a:pt x="541997" y="105168"/>
                  </a:lnTo>
                  <a:lnTo>
                    <a:pt x="539356" y="103047"/>
                  </a:lnTo>
                  <a:lnTo>
                    <a:pt x="538035" y="100545"/>
                  </a:lnTo>
                  <a:lnTo>
                    <a:pt x="538035" y="94322"/>
                  </a:lnTo>
                  <a:lnTo>
                    <a:pt x="539546" y="91605"/>
                  </a:lnTo>
                  <a:lnTo>
                    <a:pt x="547230" y="86448"/>
                  </a:lnTo>
                  <a:lnTo>
                    <a:pt x="554964" y="84924"/>
                  </a:lnTo>
                  <a:lnTo>
                    <a:pt x="574281" y="84924"/>
                  </a:lnTo>
                  <a:lnTo>
                    <a:pt x="580821" y="86512"/>
                  </a:lnTo>
                  <a:lnTo>
                    <a:pt x="590092" y="92862"/>
                  </a:lnTo>
                  <a:lnTo>
                    <a:pt x="593267" y="97497"/>
                  </a:lnTo>
                  <a:lnTo>
                    <a:pt x="594982" y="103581"/>
                  </a:lnTo>
                  <a:lnTo>
                    <a:pt x="633476" y="96443"/>
                  </a:lnTo>
                  <a:lnTo>
                    <a:pt x="603478" y="61277"/>
                  </a:lnTo>
                  <a:lnTo>
                    <a:pt x="565023" y="55359"/>
                  </a:lnTo>
                  <a:lnTo>
                    <a:pt x="549440" y="56235"/>
                  </a:lnTo>
                  <a:lnTo>
                    <a:pt x="508850" y="76504"/>
                  </a:lnTo>
                  <a:lnTo>
                    <a:pt x="499935" y="102984"/>
                  </a:lnTo>
                  <a:lnTo>
                    <a:pt x="501065" y="113499"/>
                  </a:lnTo>
                  <a:lnTo>
                    <a:pt x="527100" y="142405"/>
                  </a:lnTo>
                  <a:lnTo>
                    <a:pt x="588238" y="159346"/>
                  </a:lnTo>
                  <a:lnTo>
                    <a:pt x="592797" y="161124"/>
                  </a:lnTo>
                  <a:lnTo>
                    <a:pt x="596773" y="165227"/>
                  </a:lnTo>
                  <a:lnTo>
                    <a:pt x="597763" y="167805"/>
                  </a:lnTo>
                  <a:lnTo>
                    <a:pt x="597763" y="175488"/>
                  </a:lnTo>
                  <a:lnTo>
                    <a:pt x="595909" y="179120"/>
                  </a:lnTo>
                  <a:lnTo>
                    <a:pt x="586917" y="185737"/>
                  </a:lnTo>
                  <a:lnTo>
                    <a:pt x="578980" y="187718"/>
                  </a:lnTo>
                  <a:lnTo>
                    <a:pt x="558736" y="187718"/>
                  </a:lnTo>
                  <a:lnTo>
                    <a:pt x="551256" y="185674"/>
                  </a:lnTo>
                  <a:lnTo>
                    <a:pt x="540677" y="177330"/>
                  </a:lnTo>
                  <a:lnTo>
                    <a:pt x="537108" y="171246"/>
                  </a:lnTo>
                  <a:lnTo>
                    <a:pt x="535254" y="163309"/>
                  </a:lnTo>
                  <a:lnTo>
                    <a:pt x="494182" y="169468"/>
                  </a:lnTo>
                  <a:lnTo>
                    <a:pt x="518388" y="204393"/>
                  </a:lnTo>
                  <a:lnTo>
                    <a:pt x="568388" y="217284"/>
                  </a:lnTo>
                  <a:lnTo>
                    <a:pt x="584771" y="216331"/>
                  </a:lnTo>
                  <a:lnTo>
                    <a:pt x="620979" y="202006"/>
                  </a:lnTo>
                  <a:lnTo>
                    <a:pt x="637717" y="175564"/>
                  </a:lnTo>
                  <a:lnTo>
                    <a:pt x="638835" y="165303"/>
                  </a:lnTo>
                  <a:close/>
                </a:path>
                <a:path w="715645" h="276860">
                  <a:moveTo>
                    <a:pt x="715518" y="58940"/>
                  </a:moveTo>
                  <a:lnTo>
                    <a:pt x="674649" y="58940"/>
                  </a:lnTo>
                  <a:lnTo>
                    <a:pt x="674649" y="213715"/>
                  </a:lnTo>
                  <a:lnTo>
                    <a:pt x="715518" y="213715"/>
                  </a:lnTo>
                  <a:lnTo>
                    <a:pt x="715518" y="58940"/>
                  </a:lnTo>
                  <a:close/>
                </a:path>
                <a:path w="715645" h="276860">
                  <a:moveTo>
                    <a:pt x="715518" y="0"/>
                  </a:moveTo>
                  <a:lnTo>
                    <a:pt x="674649" y="0"/>
                  </a:lnTo>
                  <a:lnTo>
                    <a:pt x="674649" y="37896"/>
                  </a:lnTo>
                  <a:lnTo>
                    <a:pt x="715518" y="37896"/>
                  </a:lnTo>
                  <a:lnTo>
                    <a:pt x="7155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4" name="object 394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3952900" y="6247015"/>
              <a:ext cx="145249" cy="161925"/>
            </a:xfrm>
            <a:prstGeom prst="rect">
              <a:avLst/>
            </a:prstGeom>
          </p:spPr>
        </p:pic>
        <p:pic>
          <p:nvPicPr>
            <p:cNvPr id="395" name="object 395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4129201" y="6247015"/>
              <a:ext cx="141084" cy="158356"/>
            </a:xfrm>
            <a:prstGeom prst="rect">
              <a:avLst/>
            </a:prstGeom>
          </p:spPr>
        </p:pic>
      </p:grpSp>
      <p:grpSp>
        <p:nvGrpSpPr>
          <p:cNvPr id="396" name="object 396"/>
          <p:cNvGrpSpPr/>
          <p:nvPr/>
        </p:nvGrpSpPr>
        <p:grpSpPr>
          <a:xfrm>
            <a:off x="4395609" y="6191656"/>
            <a:ext cx="1557655" cy="276860"/>
            <a:chOff x="4395609" y="6191656"/>
            <a:chExt cx="1557655" cy="276860"/>
          </a:xfrm>
        </p:grpSpPr>
        <p:pic>
          <p:nvPicPr>
            <p:cNvPr id="397" name="object 397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4395609" y="6191656"/>
              <a:ext cx="192684" cy="213715"/>
            </a:xfrm>
            <a:prstGeom prst="rect">
              <a:avLst/>
            </a:prstGeom>
          </p:spPr>
        </p:pic>
        <p:pic>
          <p:nvPicPr>
            <p:cNvPr id="398" name="object 398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4609960" y="6247015"/>
              <a:ext cx="141084" cy="158356"/>
            </a:xfrm>
            <a:prstGeom prst="rect">
              <a:avLst/>
            </a:prstGeom>
          </p:spPr>
        </p:pic>
        <p:pic>
          <p:nvPicPr>
            <p:cNvPr id="399" name="object 399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4783137" y="6247015"/>
              <a:ext cx="402361" cy="161925"/>
            </a:xfrm>
            <a:prstGeom prst="rect">
              <a:avLst/>
            </a:prstGeom>
          </p:spPr>
        </p:pic>
        <p:sp>
          <p:nvSpPr>
            <p:cNvPr id="400" name="object 400"/>
            <p:cNvSpPr/>
            <p:nvPr/>
          </p:nvSpPr>
          <p:spPr>
            <a:xfrm>
              <a:off x="5207101" y="61916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1" name="object 401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5278119" y="6247015"/>
              <a:ext cx="144462" cy="161925"/>
            </a:xfrm>
            <a:prstGeom prst="rect">
              <a:avLst/>
            </a:prstGeom>
          </p:spPr>
        </p:pic>
        <p:pic>
          <p:nvPicPr>
            <p:cNvPr id="402" name="object 402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5446954" y="6191656"/>
              <a:ext cx="150938" cy="217284"/>
            </a:xfrm>
            <a:prstGeom prst="rect">
              <a:avLst/>
            </a:prstGeom>
          </p:spPr>
        </p:pic>
        <p:pic>
          <p:nvPicPr>
            <p:cNvPr id="403" name="object 403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5629186" y="6247015"/>
              <a:ext cx="151003" cy="221259"/>
            </a:xfrm>
            <a:prstGeom prst="rect">
              <a:avLst/>
            </a:prstGeom>
          </p:spPr>
        </p:pic>
        <p:pic>
          <p:nvPicPr>
            <p:cNvPr id="404" name="object 404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5808713" y="6247015"/>
              <a:ext cx="144462" cy="161925"/>
            </a:xfrm>
            <a:prstGeom prst="rect">
              <a:avLst/>
            </a:prstGeom>
          </p:spPr>
        </p:pic>
      </p:grpSp>
      <p:grpSp>
        <p:nvGrpSpPr>
          <p:cNvPr id="405" name="object 405"/>
          <p:cNvGrpSpPr/>
          <p:nvPr/>
        </p:nvGrpSpPr>
        <p:grpSpPr>
          <a:xfrm>
            <a:off x="6054432" y="6191656"/>
            <a:ext cx="1052830" cy="276860"/>
            <a:chOff x="6054432" y="6191656"/>
            <a:chExt cx="1052830" cy="276860"/>
          </a:xfrm>
        </p:grpSpPr>
        <p:sp>
          <p:nvSpPr>
            <p:cNvPr id="406" name="object 406"/>
            <p:cNvSpPr/>
            <p:nvPr/>
          </p:nvSpPr>
          <p:spPr>
            <a:xfrm>
              <a:off x="6054433" y="6191973"/>
              <a:ext cx="170180" cy="213360"/>
            </a:xfrm>
            <a:custGeom>
              <a:avLst/>
              <a:gdLst/>
              <a:ahLst/>
              <a:cxnLst/>
              <a:rect l="l" t="t" r="r" b="b"/>
              <a:pathLst>
                <a:path w="170179" h="213360">
                  <a:moveTo>
                    <a:pt x="169862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63500" y="35560"/>
                  </a:lnTo>
                  <a:lnTo>
                    <a:pt x="63500" y="213360"/>
                  </a:lnTo>
                  <a:lnTo>
                    <a:pt x="106565" y="213360"/>
                  </a:lnTo>
                  <a:lnTo>
                    <a:pt x="106565" y="35560"/>
                  </a:lnTo>
                  <a:lnTo>
                    <a:pt x="169862" y="35560"/>
                  </a:lnTo>
                  <a:lnTo>
                    <a:pt x="1698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7" name="object 407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6250038" y="6247015"/>
              <a:ext cx="252463" cy="161925"/>
            </a:xfrm>
            <a:prstGeom prst="rect">
              <a:avLst/>
            </a:prstGeom>
          </p:spPr>
        </p:pic>
        <p:pic>
          <p:nvPicPr>
            <p:cNvPr id="408" name="object 408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6524828" y="6247015"/>
              <a:ext cx="146050" cy="161925"/>
            </a:xfrm>
            <a:prstGeom prst="rect">
              <a:avLst/>
            </a:prstGeom>
          </p:spPr>
        </p:pic>
        <p:sp>
          <p:nvSpPr>
            <p:cNvPr id="409" name="object 409"/>
            <p:cNvSpPr/>
            <p:nvPr/>
          </p:nvSpPr>
          <p:spPr>
            <a:xfrm>
              <a:off x="6699936" y="61916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0" name="object 410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6782460" y="6247015"/>
              <a:ext cx="141084" cy="158356"/>
            </a:xfrm>
            <a:prstGeom prst="rect">
              <a:avLst/>
            </a:prstGeom>
          </p:spPr>
        </p:pic>
        <p:pic>
          <p:nvPicPr>
            <p:cNvPr id="411" name="object 411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6956031" y="6247015"/>
              <a:ext cx="151003" cy="221259"/>
            </a:xfrm>
            <a:prstGeom prst="rect">
              <a:avLst/>
            </a:prstGeom>
          </p:spPr>
        </p:pic>
      </p:grpSp>
      <p:grpSp>
        <p:nvGrpSpPr>
          <p:cNvPr id="412" name="object 412"/>
          <p:cNvGrpSpPr/>
          <p:nvPr/>
        </p:nvGrpSpPr>
        <p:grpSpPr>
          <a:xfrm>
            <a:off x="7224623" y="6188087"/>
            <a:ext cx="781050" cy="280670"/>
            <a:chOff x="7224623" y="6188087"/>
            <a:chExt cx="781050" cy="280670"/>
          </a:xfrm>
        </p:grpSpPr>
        <p:sp>
          <p:nvSpPr>
            <p:cNvPr id="413" name="object 413"/>
            <p:cNvSpPr/>
            <p:nvPr/>
          </p:nvSpPr>
          <p:spPr>
            <a:xfrm>
              <a:off x="7224623" y="6188087"/>
              <a:ext cx="74295" cy="280670"/>
            </a:xfrm>
            <a:custGeom>
              <a:avLst/>
              <a:gdLst/>
              <a:ahLst/>
              <a:cxnLst/>
              <a:rect l="l" t="t" r="r" b="b"/>
              <a:pathLst>
                <a:path w="74295" h="280670">
                  <a:moveTo>
                    <a:pt x="74015" y="0"/>
                  </a:moveTo>
                  <a:lnTo>
                    <a:pt x="46037" y="0"/>
                  </a:lnTo>
                  <a:lnTo>
                    <a:pt x="36836" y="14101"/>
                  </a:lnTo>
                  <a:lnTo>
                    <a:pt x="14287" y="60121"/>
                  </a:lnTo>
                  <a:lnTo>
                    <a:pt x="3571" y="98915"/>
                  </a:lnTo>
                  <a:lnTo>
                    <a:pt x="0" y="139890"/>
                  </a:lnTo>
                  <a:lnTo>
                    <a:pt x="719" y="157009"/>
                  </a:lnTo>
                  <a:lnTo>
                    <a:pt x="11506" y="210146"/>
                  </a:lnTo>
                  <a:lnTo>
                    <a:pt x="25849" y="245810"/>
                  </a:lnTo>
                  <a:lnTo>
                    <a:pt x="45440" y="280187"/>
                  </a:lnTo>
                  <a:lnTo>
                    <a:pt x="73621" y="280187"/>
                  </a:lnTo>
                  <a:lnTo>
                    <a:pt x="67742" y="267014"/>
                  </a:lnTo>
                  <a:lnTo>
                    <a:pt x="58816" y="245583"/>
                  </a:lnTo>
                  <a:lnTo>
                    <a:pt x="45943" y="202240"/>
                  </a:lnTo>
                  <a:lnTo>
                    <a:pt x="39364" y="152768"/>
                  </a:lnTo>
                  <a:lnTo>
                    <a:pt x="39090" y="140690"/>
                  </a:lnTo>
                  <a:lnTo>
                    <a:pt x="39562" y="123647"/>
                  </a:lnTo>
                  <a:lnTo>
                    <a:pt x="46634" y="75209"/>
                  </a:lnTo>
                  <a:lnTo>
                    <a:pt x="64867" y="21295"/>
                  </a:lnTo>
                  <a:lnTo>
                    <a:pt x="7401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4" name="object 414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7330160" y="6191656"/>
              <a:ext cx="178993" cy="213715"/>
            </a:xfrm>
            <a:prstGeom prst="rect">
              <a:avLst/>
            </a:prstGeom>
          </p:spPr>
        </p:pic>
        <p:pic>
          <p:nvPicPr>
            <p:cNvPr id="415" name="object 415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7546085" y="6191656"/>
              <a:ext cx="369519" cy="213715"/>
            </a:xfrm>
            <a:prstGeom prst="rect">
              <a:avLst/>
            </a:prstGeom>
          </p:spPr>
        </p:pic>
        <p:sp>
          <p:nvSpPr>
            <p:cNvPr id="416" name="object 416"/>
            <p:cNvSpPr/>
            <p:nvPr/>
          </p:nvSpPr>
          <p:spPr>
            <a:xfrm>
              <a:off x="7931416" y="6188087"/>
              <a:ext cx="74295" cy="280670"/>
            </a:xfrm>
            <a:custGeom>
              <a:avLst/>
              <a:gdLst/>
              <a:ahLst/>
              <a:cxnLst/>
              <a:rect l="l" t="t" r="r" b="b"/>
              <a:pathLst>
                <a:path w="74295" h="280670">
                  <a:moveTo>
                    <a:pt x="27787" y="0"/>
                  </a:moveTo>
                  <a:lnTo>
                    <a:pt x="0" y="0"/>
                  </a:lnTo>
                  <a:lnTo>
                    <a:pt x="9227" y="21295"/>
                  </a:lnTo>
                  <a:lnTo>
                    <a:pt x="16868" y="40928"/>
                  </a:lnTo>
                  <a:lnTo>
                    <a:pt x="30686" y="90909"/>
                  </a:lnTo>
                  <a:lnTo>
                    <a:pt x="34925" y="140690"/>
                  </a:lnTo>
                  <a:lnTo>
                    <a:pt x="34789" y="149174"/>
                  </a:lnTo>
                  <a:lnTo>
                    <a:pt x="28542" y="199438"/>
                  </a:lnTo>
                  <a:lnTo>
                    <a:pt x="17462" y="240309"/>
                  </a:lnTo>
                  <a:lnTo>
                    <a:pt x="406" y="280187"/>
                  </a:lnTo>
                  <a:lnTo>
                    <a:pt x="28575" y="280187"/>
                  </a:lnTo>
                  <a:lnTo>
                    <a:pt x="50111" y="241839"/>
                  </a:lnTo>
                  <a:lnTo>
                    <a:pt x="64693" y="202996"/>
                  </a:lnTo>
                  <a:lnTo>
                    <a:pt x="73623" y="153251"/>
                  </a:lnTo>
                  <a:lnTo>
                    <a:pt x="74218" y="137706"/>
                  </a:lnTo>
                  <a:lnTo>
                    <a:pt x="73449" y="119715"/>
                  </a:lnTo>
                  <a:lnTo>
                    <a:pt x="61912" y="66471"/>
                  </a:lnTo>
                  <a:lnTo>
                    <a:pt x="38179" y="15906"/>
                  </a:lnTo>
                  <a:lnTo>
                    <a:pt x="2778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17" name="object 417"/>
          <p:cNvPicPr/>
          <p:nvPr/>
        </p:nvPicPr>
        <p:blipFill>
          <a:blip r:embed="rId261" cstate="print"/>
          <a:stretch>
            <a:fillRect/>
          </a:stretch>
        </p:blipFill>
        <p:spPr>
          <a:xfrm>
            <a:off x="8108568" y="6196025"/>
            <a:ext cx="266458" cy="212915"/>
          </a:xfrm>
          <a:prstGeom prst="rect">
            <a:avLst/>
          </a:prstGeom>
        </p:spPr>
      </p:pic>
      <p:grpSp>
        <p:nvGrpSpPr>
          <p:cNvPr id="418" name="object 418"/>
          <p:cNvGrpSpPr/>
          <p:nvPr/>
        </p:nvGrpSpPr>
        <p:grpSpPr>
          <a:xfrm>
            <a:off x="8480907" y="6191656"/>
            <a:ext cx="1840230" cy="276860"/>
            <a:chOff x="8480907" y="6191656"/>
            <a:chExt cx="1840230" cy="276860"/>
          </a:xfrm>
        </p:grpSpPr>
        <p:pic>
          <p:nvPicPr>
            <p:cNvPr id="419" name="object 419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8480907" y="6247015"/>
              <a:ext cx="146050" cy="161925"/>
            </a:xfrm>
            <a:prstGeom prst="rect">
              <a:avLst/>
            </a:prstGeom>
          </p:spPr>
        </p:pic>
        <p:pic>
          <p:nvPicPr>
            <p:cNvPr id="420" name="object 420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8646503" y="6247015"/>
              <a:ext cx="159740" cy="161925"/>
            </a:xfrm>
            <a:prstGeom prst="rect">
              <a:avLst/>
            </a:prstGeom>
          </p:spPr>
        </p:pic>
        <p:pic>
          <p:nvPicPr>
            <p:cNvPr id="421" name="object 421"/>
            <p:cNvPicPr/>
            <p:nvPr/>
          </p:nvPicPr>
          <p:blipFill>
            <a:blip r:embed="rId264" cstate="print"/>
            <a:stretch>
              <a:fillRect/>
            </a:stretch>
          </p:blipFill>
          <p:spPr>
            <a:xfrm>
              <a:off x="8837930" y="6247015"/>
              <a:ext cx="141084" cy="158356"/>
            </a:xfrm>
            <a:prstGeom prst="rect">
              <a:avLst/>
            </a:prstGeom>
          </p:spPr>
        </p:pic>
        <p:pic>
          <p:nvPicPr>
            <p:cNvPr id="422" name="object 422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9003766" y="6196025"/>
              <a:ext cx="91084" cy="212915"/>
            </a:xfrm>
            <a:prstGeom prst="rect">
              <a:avLst/>
            </a:prstGeom>
          </p:spPr>
        </p:pic>
        <p:sp>
          <p:nvSpPr>
            <p:cNvPr id="423" name="object 423"/>
            <p:cNvSpPr/>
            <p:nvPr/>
          </p:nvSpPr>
          <p:spPr>
            <a:xfrm>
              <a:off x="9120023" y="61916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5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4" name="object 424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9202534" y="6247015"/>
              <a:ext cx="141097" cy="158356"/>
            </a:xfrm>
            <a:prstGeom prst="rect">
              <a:avLst/>
            </a:prstGeom>
          </p:spPr>
        </p:pic>
        <p:pic>
          <p:nvPicPr>
            <p:cNvPr id="425" name="object 425"/>
            <p:cNvPicPr/>
            <p:nvPr/>
          </p:nvPicPr>
          <p:blipFill>
            <a:blip r:embed="rId266" cstate="print"/>
            <a:stretch>
              <a:fillRect/>
            </a:stretch>
          </p:blipFill>
          <p:spPr>
            <a:xfrm>
              <a:off x="9384449" y="6250597"/>
              <a:ext cx="140690" cy="158343"/>
            </a:xfrm>
            <a:prstGeom prst="rect">
              <a:avLst/>
            </a:prstGeom>
          </p:spPr>
        </p:pic>
        <p:pic>
          <p:nvPicPr>
            <p:cNvPr id="426" name="object 426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9558020" y="6247015"/>
              <a:ext cx="159740" cy="161925"/>
            </a:xfrm>
            <a:prstGeom prst="rect">
              <a:avLst/>
            </a:prstGeom>
          </p:spPr>
        </p:pic>
        <p:pic>
          <p:nvPicPr>
            <p:cNvPr id="427" name="object 427"/>
            <p:cNvPicPr/>
            <p:nvPr/>
          </p:nvPicPr>
          <p:blipFill>
            <a:blip r:embed="rId267" cstate="print"/>
            <a:stretch>
              <a:fillRect/>
            </a:stretch>
          </p:blipFill>
          <p:spPr>
            <a:xfrm>
              <a:off x="9749053" y="6250597"/>
              <a:ext cx="140690" cy="158343"/>
            </a:xfrm>
            <a:prstGeom prst="rect">
              <a:avLst/>
            </a:prstGeom>
          </p:spPr>
        </p:pic>
        <p:pic>
          <p:nvPicPr>
            <p:cNvPr id="428" name="object 428"/>
            <p:cNvPicPr/>
            <p:nvPr/>
          </p:nvPicPr>
          <p:blipFill>
            <a:blip r:embed="rId268" cstate="print"/>
            <a:stretch>
              <a:fillRect/>
            </a:stretch>
          </p:blipFill>
          <p:spPr>
            <a:xfrm>
              <a:off x="9917671" y="6247015"/>
              <a:ext cx="144665" cy="161925"/>
            </a:xfrm>
            <a:prstGeom prst="rect">
              <a:avLst/>
            </a:prstGeom>
          </p:spPr>
        </p:pic>
        <p:sp>
          <p:nvSpPr>
            <p:cNvPr id="429" name="object 429"/>
            <p:cNvSpPr/>
            <p:nvPr/>
          </p:nvSpPr>
          <p:spPr>
            <a:xfrm>
              <a:off x="10098138" y="61916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0" name="object 430"/>
            <p:cNvPicPr/>
            <p:nvPr/>
          </p:nvPicPr>
          <p:blipFill>
            <a:blip r:embed="rId269" cstate="print"/>
            <a:stretch>
              <a:fillRect/>
            </a:stretch>
          </p:blipFill>
          <p:spPr>
            <a:xfrm>
              <a:off x="10161613" y="6250597"/>
              <a:ext cx="159143" cy="217677"/>
            </a:xfrm>
            <a:prstGeom prst="rect">
              <a:avLst/>
            </a:prstGeom>
          </p:spPr>
        </p:pic>
      </p:grpSp>
      <p:grpSp>
        <p:nvGrpSpPr>
          <p:cNvPr id="431" name="object 431"/>
          <p:cNvGrpSpPr/>
          <p:nvPr/>
        </p:nvGrpSpPr>
        <p:grpSpPr>
          <a:xfrm>
            <a:off x="10418050" y="6191656"/>
            <a:ext cx="1189990" cy="217804"/>
            <a:chOff x="10418050" y="6191656"/>
            <a:chExt cx="1189990" cy="217804"/>
          </a:xfrm>
        </p:grpSpPr>
        <p:pic>
          <p:nvPicPr>
            <p:cNvPr id="432" name="object 432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10418050" y="6196025"/>
              <a:ext cx="418096" cy="212915"/>
            </a:xfrm>
            <a:prstGeom prst="rect">
              <a:avLst/>
            </a:prstGeom>
          </p:spPr>
        </p:pic>
        <p:sp>
          <p:nvSpPr>
            <p:cNvPr id="433" name="object 433"/>
            <p:cNvSpPr/>
            <p:nvPr/>
          </p:nvSpPr>
          <p:spPr>
            <a:xfrm>
              <a:off x="10861306" y="61916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4" name="object 434"/>
            <p:cNvPicPr/>
            <p:nvPr/>
          </p:nvPicPr>
          <p:blipFill>
            <a:blip r:embed="rId271" cstate="print"/>
            <a:stretch>
              <a:fillRect/>
            </a:stretch>
          </p:blipFill>
          <p:spPr>
            <a:xfrm>
              <a:off x="10941252" y="6247015"/>
              <a:ext cx="227609" cy="158356"/>
            </a:xfrm>
            <a:prstGeom prst="rect">
              <a:avLst/>
            </a:prstGeom>
          </p:spPr>
        </p:pic>
        <p:pic>
          <p:nvPicPr>
            <p:cNvPr id="435" name="object 435"/>
            <p:cNvPicPr/>
            <p:nvPr/>
          </p:nvPicPr>
          <p:blipFill>
            <a:blip r:embed="rId272" cstate="print"/>
            <a:stretch>
              <a:fillRect/>
            </a:stretch>
          </p:blipFill>
          <p:spPr>
            <a:xfrm>
              <a:off x="11198885" y="6196025"/>
              <a:ext cx="408635" cy="212915"/>
            </a:xfrm>
            <a:prstGeom prst="rect">
              <a:avLst/>
            </a:prstGeom>
          </p:spPr>
        </p:pic>
      </p:grpSp>
      <p:pic>
        <p:nvPicPr>
          <p:cNvPr id="436" name="object 436"/>
          <p:cNvPicPr/>
          <p:nvPr/>
        </p:nvPicPr>
        <p:blipFill>
          <a:blip r:embed="rId273" cstate="print"/>
          <a:stretch>
            <a:fillRect/>
          </a:stretch>
        </p:blipFill>
        <p:spPr>
          <a:xfrm>
            <a:off x="11713146" y="6247015"/>
            <a:ext cx="145262" cy="161925"/>
          </a:xfrm>
          <a:prstGeom prst="rect">
            <a:avLst/>
          </a:prstGeom>
        </p:spPr>
      </p:pic>
      <p:grpSp>
        <p:nvGrpSpPr>
          <p:cNvPr id="437" name="object 437"/>
          <p:cNvGrpSpPr/>
          <p:nvPr/>
        </p:nvGrpSpPr>
        <p:grpSpPr>
          <a:xfrm>
            <a:off x="11958281" y="6191656"/>
            <a:ext cx="1305560" cy="217804"/>
            <a:chOff x="11958281" y="6191656"/>
            <a:chExt cx="1305560" cy="217804"/>
          </a:xfrm>
        </p:grpSpPr>
        <p:pic>
          <p:nvPicPr>
            <p:cNvPr id="438" name="object 438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11958281" y="6196025"/>
              <a:ext cx="254685" cy="212915"/>
            </a:xfrm>
            <a:prstGeom prst="rect">
              <a:avLst/>
            </a:prstGeom>
          </p:spPr>
        </p:pic>
        <p:pic>
          <p:nvPicPr>
            <p:cNvPr id="439" name="object 439"/>
            <p:cNvPicPr/>
            <p:nvPr/>
          </p:nvPicPr>
          <p:blipFill>
            <a:blip r:embed="rId275" cstate="print"/>
            <a:stretch>
              <a:fillRect/>
            </a:stretch>
          </p:blipFill>
          <p:spPr>
            <a:xfrm>
              <a:off x="12237338" y="6250597"/>
              <a:ext cx="140703" cy="158343"/>
            </a:xfrm>
            <a:prstGeom prst="rect">
              <a:avLst/>
            </a:prstGeom>
          </p:spPr>
        </p:pic>
        <p:pic>
          <p:nvPicPr>
            <p:cNvPr id="440" name="object 440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12411393" y="6191656"/>
              <a:ext cx="150938" cy="217284"/>
            </a:xfrm>
            <a:prstGeom prst="rect">
              <a:avLst/>
            </a:prstGeom>
          </p:spPr>
        </p:pic>
        <p:pic>
          <p:nvPicPr>
            <p:cNvPr id="441" name="object 441"/>
            <p:cNvPicPr/>
            <p:nvPr/>
          </p:nvPicPr>
          <p:blipFill>
            <a:blip r:embed="rId277" cstate="print"/>
            <a:stretch>
              <a:fillRect/>
            </a:stretch>
          </p:blipFill>
          <p:spPr>
            <a:xfrm>
              <a:off x="12590843" y="6247015"/>
              <a:ext cx="144462" cy="161925"/>
            </a:xfrm>
            <a:prstGeom prst="rect">
              <a:avLst/>
            </a:prstGeom>
          </p:spPr>
        </p:pic>
        <p:pic>
          <p:nvPicPr>
            <p:cNvPr id="442" name="object 442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12768338" y="6247015"/>
              <a:ext cx="141084" cy="158356"/>
            </a:xfrm>
            <a:prstGeom prst="rect">
              <a:avLst/>
            </a:prstGeom>
          </p:spPr>
        </p:pic>
        <p:pic>
          <p:nvPicPr>
            <p:cNvPr id="443" name="object 443"/>
            <p:cNvPicPr/>
            <p:nvPr/>
          </p:nvPicPr>
          <p:blipFill>
            <a:blip r:embed="rId278" cstate="print"/>
            <a:stretch>
              <a:fillRect/>
            </a:stretch>
          </p:blipFill>
          <p:spPr>
            <a:xfrm>
              <a:off x="12934162" y="6196025"/>
              <a:ext cx="91084" cy="212915"/>
            </a:xfrm>
            <a:prstGeom prst="rect">
              <a:avLst/>
            </a:prstGeom>
          </p:spPr>
        </p:pic>
        <p:sp>
          <p:nvSpPr>
            <p:cNvPr id="444" name="object 444"/>
            <p:cNvSpPr/>
            <p:nvPr/>
          </p:nvSpPr>
          <p:spPr>
            <a:xfrm>
              <a:off x="13046049" y="6192443"/>
              <a:ext cx="44450" cy="88900"/>
            </a:xfrm>
            <a:custGeom>
              <a:avLst/>
              <a:gdLst/>
              <a:ahLst/>
              <a:cxnLst/>
              <a:rect l="l" t="t" r="r" b="b"/>
              <a:pathLst>
                <a:path w="44450" h="88900">
                  <a:moveTo>
                    <a:pt x="44259" y="0"/>
                  </a:moveTo>
                  <a:lnTo>
                    <a:pt x="3378" y="0"/>
                  </a:lnTo>
                  <a:lnTo>
                    <a:pt x="3378" y="40881"/>
                  </a:lnTo>
                  <a:lnTo>
                    <a:pt x="23228" y="40881"/>
                  </a:lnTo>
                  <a:lnTo>
                    <a:pt x="22961" y="49085"/>
                  </a:lnTo>
                  <a:lnTo>
                    <a:pt x="21043" y="55562"/>
                  </a:lnTo>
                  <a:lnTo>
                    <a:pt x="14033" y="65087"/>
                  </a:lnTo>
                  <a:lnTo>
                    <a:pt x="8204" y="68859"/>
                  </a:lnTo>
                  <a:lnTo>
                    <a:pt x="0" y="71640"/>
                  </a:lnTo>
                  <a:lnTo>
                    <a:pt x="7937" y="88506"/>
                  </a:lnTo>
                  <a:lnTo>
                    <a:pt x="39103" y="64096"/>
                  </a:lnTo>
                  <a:lnTo>
                    <a:pt x="44259" y="29171"/>
                  </a:lnTo>
                  <a:lnTo>
                    <a:pt x="442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5" name="object 445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13118858" y="6247015"/>
              <a:ext cx="144653" cy="161925"/>
            </a:xfrm>
            <a:prstGeom prst="rect">
              <a:avLst/>
            </a:prstGeom>
          </p:spPr>
        </p:pic>
      </p:grpSp>
      <p:grpSp>
        <p:nvGrpSpPr>
          <p:cNvPr id="446" name="object 446"/>
          <p:cNvGrpSpPr/>
          <p:nvPr/>
        </p:nvGrpSpPr>
        <p:grpSpPr>
          <a:xfrm>
            <a:off x="13379259" y="6196025"/>
            <a:ext cx="1122045" cy="272415"/>
            <a:chOff x="13379259" y="6196025"/>
            <a:chExt cx="1122045" cy="272415"/>
          </a:xfrm>
        </p:grpSpPr>
        <p:pic>
          <p:nvPicPr>
            <p:cNvPr id="447" name="object 447"/>
            <p:cNvPicPr/>
            <p:nvPr/>
          </p:nvPicPr>
          <p:blipFill>
            <a:blip r:embed="rId279" cstate="print"/>
            <a:stretch>
              <a:fillRect/>
            </a:stretch>
          </p:blipFill>
          <p:spPr>
            <a:xfrm>
              <a:off x="13379259" y="6247015"/>
              <a:ext cx="227609" cy="158356"/>
            </a:xfrm>
            <a:prstGeom prst="rect">
              <a:avLst/>
            </a:prstGeom>
          </p:spPr>
        </p:pic>
        <p:sp>
          <p:nvSpPr>
            <p:cNvPr id="448" name="object 448"/>
            <p:cNvSpPr/>
            <p:nvPr/>
          </p:nvSpPr>
          <p:spPr>
            <a:xfrm>
              <a:off x="13636892" y="6196025"/>
              <a:ext cx="574675" cy="213360"/>
            </a:xfrm>
            <a:custGeom>
              <a:avLst/>
              <a:gdLst/>
              <a:ahLst/>
              <a:cxnLst/>
              <a:rect l="l" t="t" r="r" b="b"/>
              <a:pathLst>
                <a:path w="574675" h="213360">
                  <a:moveTo>
                    <a:pt x="145262" y="209346"/>
                  </a:moveTo>
                  <a:lnTo>
                    <a:pt x="141681" y="201942"/>
                  </a:lnTo>
                  <a:lnTo>
                    <a:pt x="139242" y="195059"/>
                  </a:lnTo>
                  <a:lnTo>
                    <a:pt x="138861" y="193268"/>
                  </a:lnTo>
                  <a:lnTo>
                    <a:pt x="138823" y="193052"/>
                  </a:lnTo>
                  <a:lnTo>
                    <a:pt x="138696" y="192481"/>
                  </a:lnTo>
                  <a:lnTo>
                    <a:pt x="136067" y="168605"/>
                  </a:lnTo>
                  <a:lnTo>
                    <a:pt x="136118" y="134937"/>
                  </a:lnTo>
                  <a:lnTo>
                    <a:pt x="136245" y="120548"/>
                  </a:lnTo>
                  <a:lnTo>
                    <a:pt x="136258" y="108343"/>
                  </a:lnTo>
                  <a:lnTo>
                    <a:pt x="127203" y="67398"/>
                  </a:lnTo>
                  <a:lnTo>
                    <a:pt x="84048" y="51409"/>
                  </a:lnTo>
                  <a:lnTo>
                    <a:pt x="71247" y="50990"/>
                  </a:lnTo>
                  <a:lnTo>
                    <a:pt x="57073" y="51676"/>
                  </a:lnTo>
                  <a:lnTo>
                    <a:pt x="18529" y="68008"/>
                  </a:lnTo>
                  <a:lnTo>
                    <a:pt x="4165" y="95046"/>
                  </a:lnTo>
                  <a:lnTo>
                    <a:pt x="41275" y="101790"/>
                  </a:lnTo>
                  <a:lnTo>
                    <a:pt x="43789" y="94653"/>
                  </a:lnTo>
                  <a:lnTo>
                    <a:pt x="47091" y="89623"/>
                  </a:lnTo>
                  <a:lnTo>
                    <a:pt x="55295" y="83807"/>
                  </a:lnTo>
                  <a:lnTo>
                    <a:pt x="60985" y="82346"/>
                  </a:lnTo>
                  <a:lnTo>
                    <a:pt x="79108" y="82346"/>
                  </a:lnTo>
                  <a:lnTo>
                    <a:pt x="86448" y="84061"/>
                  </a:lnTo>
                  <a:lnTo>
                    <a:pt x="90297" y="87503"/>
                  </a:lnTo>
                  <a:lnTo>
                    <a:pt x="94132" y="90817"/>
                  </a:lnTo>
                  <a:lnTo>
                    <a:pt x="96050" y="96431"/>
                  </a:lnTo>
                  <a:lnTo>
                    <a:pt x="96050" y="108343"/>
                  </a:lnTo>
                  <a:lnTo>
                    <a:pt x="96050" y="134937"/>
                  </a:lnTo>
                  <a:lnTo>
                    <a:pt x="96050" y="153060"/>
                  </a:lnTo>
                  <a:lnTo>
                    <a:pt x="95719" y="157086"/>
                  </a:lnTo>
                  <a:lnTo>
                    <a:pt x="95618" y="158343"/>
                  </a:lnTo>
                  <a:lnTo>
                    <a:pt x="95516" y="159677"/>
                  </a:lnTo>
                  <a:lnTo>
                    <a:pt x="94462" y="163106"/>
                  </a:lnTo>
                  <a:lnTo>
                    <a:pt x="92989" y="168109"/>
                  </a:lnTo>
                  <a:lnTo>
                    <a:pt x="92811" y="168605"/>
                  </a:lnTo>
                  <a:lnTo>
                    <a:pt x="89623" y="173037"/>
                  </a:lnTo>
                  <a:lnTo>
                    <a:pt x="77990" y="181495"/>
                  </a:lnTo>
                  <a:lnTo>
                    <a:pt x="70980" y="183946"/>
                  </a:lnTo>
                  <a:lnTo>
                    <a:pt x="57086" y="183946"/>
                  </a:lnTo>
                  <a:lnTo>
                    <a:pt x="51600" y="181902"/>
                  </a:lnTo>
                  <a:lnTo>
                    <a:pt x="47231" y="177800"/>
                  </a:lnTo>
                  <a:lnTo>
                    <a:pt x="43002" y="173558"/>
                  </a:lnTo>
                  <a:lnTo>
                    <a:pt x="40881" y="168605"/>
                  </a:lnTo>
                  <a:lnTo>
                    <a:pt x="40881" y="157086"/>
                  </a:lnTo>
                  <a:lnTo>
                    <a:pt x="71247" y="141287"/>
                  </a:lnTo>
                  <a:lnTo>
                    <a:pt x="79184" y="139547"/>
                  </a:lnTo>
                  <a:lnTo>
                    <a:pt x="85966" y="137909"/>
                  </a:lnTo>
                  <a:lnTo>
                    <a:pt x="91592" y="136372"/>
                  </a:lnTo>
                  <a:lnTo>
                    <a:pt x="96050" y="134937"/>
                  </a:lnTo>
                  <a:lnTo>
                    <a:pt x="96050" y="108343"/>
                  </a:lnTo>
                  <a:lnTo>
                    <a:pt x="89395" y="110769"/>
                  </a:lnTo>
                  <a:lnTo>
                    <a:pt x="80568" y="113258"/>
                  </a:lnTo>
                  <a:lnTo>
                    <a:pt x="69545" y="115836"/>
                  </a:lnTo>
                  <a:lnTo>
                    <a:pt x="46355" y="120548"/>
                  </a:lnTo>
                  <a:lnTo>
                    <a:pt x="37604" y="122834"/>
                  </a:lnTo>
                  <a:lnTo>
                    <a:pt x="2057" y="150545"/>
                  </a:lnTo>
                  <a:lnTo>
                    <a:pt x="0" y="158343"/>
                  </a:lnTo>
                  <a:lnTo>
                    <a:pt x="88" y="168109"/>
                  </a:lnTo>
                  <a:lnTo>
                    <a:pt x="21183" y="205676"/>
                  </a:lnTo>
                  <a:lnTo>
                    <a:pt x="51396" y="212915"/>
                  </a:lnTo>
                  <a:lnTo>
                    <a:pt x="58039" y="212598"/>
                  </a:lnTo>
                  <a:lnTo>
                    <a:pt x="93929" y="197243"/>
                  </a:lnTo>
                  <a:lnTo>
                    <a:pt x="99225" y="192481"/>
                  </a:lnTo>
                  <a:lnTo>
                    <a:pt x="99504" y="193052"/>
                  </a:lnTo>
                  <a:lnTo>
                    <a:pt x="99618" y="193268"/>
                  </a:lnTo>
                  <a:lnTo>
                    <a:pt x="100152" y="194856"/>
                  </a:lnTo>
                  <a:lnTo>
                    <a:pt x="100812" y="197243"/>
                  </a:lnTo>
                  <a:lnTo>
                    <a:pt x="102400" y="202539"/>
                  </a:lnTo>
                  <a:lnTo>
                    <a:pt x="103720" y="206565"/>
                  </a:lnTo>
                  <a:lnTo>
                    <a:pt x="104775" y="209346"/>
                  </a:lnTo>
                  <a:lnTo>
                    <a:pt x="145262" y="209346"/>
                  </a:lnTo>
                  <a:close/>
                </a:path>
                <a:path w="574675" h="213360">
                  <a:moveTo>
                    <a:pt x="306870" y="160934"/>
                  </a:moveTo>
                  <a:lnTo>
                    <a:pt x="286283" y="125336"/>
                  </a:lnTo>
                  <a:lnTo>
                    <a:pt x="233654" y="108775"/>
                  </a:lnTo>
                  <a:lnTo>
                    <a:pt x="222377" y="105664"/>
                  </a:lnTo>
                  <a:lnTo>
                    <a:pt x="214503" y="103009"/>
                  </a:lnTo>
                  <a:lnTo>
                    <a:pt x="210032" y="100799"/>
                  </a:lnTo>
                  <a:lnTo>
                    <a:pt x="207391" y="98679"/>
                  </a:lnTo>
                  <a:lnTo>
                    <a:pt x="206070" y="96177"/>
                  </a:lnTo>
                  <a:lnTo>
                    <a:pt x="206070" y="89954"/>
                  </a:lnTo>
                  <a:lnTo>
                    <a:pt x="207594" y="87236"/>
                  </a:lnTo>
                  <a:lnTo>
                    <a:pt x="215265" y="82080"/>
                  </a:lnTo>
                  <a:lnTo>
                    <a:pt x="222999" y="80556"/>
                  </a:lnTo>
                  <a:lnTo>
                    <a:pt x="242316" y="80556"/>
                  </a:lnTo>
                  <a:lnTo>
                    <a:pt x="248869" y="82143"/>
                  </a:lnTo>
                  <a:lnTo>
                    <a:pt x="258127" y="88493"/>
                  </a:lnTo>
                  <a:lnTo>
                    <a:pt x="261302" y="93129"/>
                  </a:lnTo>
                  <a:lnTo>
                    <a:pt x="263017" y="99212"/>
                  </a:lnTo>
                  <a:lnTo>
                    <a:pt x="301523" y="92075"/>
                  </a:lnTo>
                  <a:lnTo>
                    <a:pt x="271526" y="56908"/>
                  </a:lnTo>
                  <a:lnTo>
                    <a:pt x="233057" y="50990"/>
                  </a:lnTo>
                  <a:lnTo>
                    <a:pt x="217474" y="51866"/>
                  </a:lnTo>
                  <a:lnTo>
                    <a:pt x="176898" y="72136"/>
                  </a:lnTo>
                  <a:lnTo>
                    <a:pt x="167970" y="98615"/>
                  </a:lnTo>
                  <a:lnTo>
                    <a:pt x="169100" y="109131"/>
                  </a:lnTo>
                  <a:lnTo>
                    <a:pt x="195135" y="138036"/>
                  </a:lnTo>
                  <a:lnTo>
                    <a:pt x="256273" y="154978"/>
                  </a:lnTo>
                  <a:lnTo>
                    <a:pt x="260832" y="156756"/>
                  </a:lnTo>
                  <a:lnTo>
                    <a:pt x="264807" y="160858"/>
                  </a:lnTo>
                  <a:lnTo>
                    <a:pt x="265798" y="163436"/>
                  </a:lnTo>
                  <a:lnTo>
                    <a:pt x="265798" y="171119"/>
                  </a:lnTo>
                  <a:lnTo>
                    <a:pt x="263944" y="174752"/>
                  </a:lnTo>
                  <a:lnTo>
                    <a:pt x="254952" y="181368"/>
                  </a:lnTo>
                  <a:lnTo>
                    <a:pt x="247015" y="183349"/>
                  </a:lnTo>
                  <a:lnTo>
                    <a:pt x="226771" y="183349"/>
                  </a:lnTo>
                  <a:lnTo>
                    <a:pt x="219303" y="181305"/>
                  </a:lnTo>
                  <a:lnTo>
                    <a:pt x="208711" y="172961"/>
                  </a:lnTo>
                  <a:lnTo>
                    <a:pt x="205143" y="166878"/>
                  </a:lnTo>
                  <a:lnTo>
                    <a:pt x="203288" y="158940"/>
                  </a:lnTo>
                  <a:lnTo>
                    <a:pt x="162217" y="165100"/>
                  </a:lnTo>
                  <a:lnTo>
                    <a:pt x="186423" y="200025"/>
                  </a:lnTo>
                  <a:lnTo>
                    <a:pt x="236435" y="212915"/>
                  </a:lnTo>
                  <a:lnTo>
                    <a:pt x="252806" y="211963"/>
                  </a:lnTo>
                  <a:lnTo>
                    <a:pt x="289013" y="197637"/>
                  </a:lnTo>
                  <a:lnTo>
                    <a:pt x="305752" y="171196"/>
                  </a:lnTo>
                  <a:lnTo>
                    <a:pt x="306870" y="160934"/>
                  </a:lnTo>
                  <a:close/>
                </a:path>
                <a:path w="574675" h="213360">
                  <a:moveTo>
                    <a:pt x="416902" y="206768"/>
                  </a:moveTo>
                  <a:lnTo>
                    <a:pt x="413524" y="175018"/>
                  </a:lnTo>
                  <a:lnTo>
                    <a:pt x="406387" y="177660"/>
                  </a:lnTo>
                  <a:lnTo>
                    <a:pt x="400888" y="178981"/>
                  </a:lnTo>
                  <a:lnTo>
                    <a:pt x="394284" y="178981"/>
                  </a:lnTo>
                  <a:lnTo>
                    <a:pt x="391960" y="178320"/>
                  </a:lnTo>
                  <a:lnTo>
                    <a:pt x="388264" y="175552"/>
                  </a:lnTo>
                  <a:lnTo>
                    <a:pt x="387070" y="173761"/>
                  </a:lnTo>
                  <a:lnTo>
                    <a:pt x="386003" y="169532"/>
                  </a:lnTo>
                  <a:lnTo>
                    <a:pt x="385749" y="162179"/>
                  </a:lnTo>
                  <a:lnTo>
                    <a:pt x="385749" y="87312"/>
                  </a:lnTo>
                  <a:lnTo>
                    <a:pt x="413727" y="87312"/>
                  </a:lnTo>
                  <a:lnTo>
                    <a:pt x="413727" y="54571"/>
                  </a:lnTo>
                  <a:lnTo>
                    <a:pt x="385749" y="54571"/>
                  </a:lnTo>
                  <a:lnTo>
                    <a:pt x="385749" y="0"/>
                  </a:lnTo>
                  <a:lnTo>
                    <a:pt x="344665" y="23812"/>
                  </a:lnTo>
                  <a:lnTo>
                    <a:pt x="344665" y="54571"/>
                  </a:lnTo>
                  <a:lnTo>
                    <a:pt x="325818" y="54571"/>
                  </a:lnTo>
                  <a:lnTo>
                    <a:pt x="325818" y="87312"/>
                  </a:lnTo>
                  <a:lnTo>
                    <a:pt x="344665" y="87312"/>
                  </a:lnTo>
                  <a:lnTo>
                    <a:pt x="344728" y="164693"/>
                  </a:lnTo>
                  <a:lnTo>
                    <a:pt x="345338" y="179082"/>
                  </a:lnTo>
                  <a:lnTo>
                    <a:pt x="370662" y="211658"/>
                  </a:lnTo>
                  <a:lnTo>
                    <a:pt x="377278" y="212915"/>
                  </a:lnTo>
                  <a:lnTo>
                    <a:pt x="384556" y="212915"/>
                  </a:lnTo>
                  <a:lnTo>
                    <a:pt x="393420" y="212534"/>
                  </a:lnTo>
                  <a:lnTo>
                    <a:pt x="401764" y="211391"/>
                  </a:lnTo>
                  <a:lnTo>
                    <a:pt x="409587" y="209461"/>
                  </a:lnTo>
                  <a:lnTo>
                    <a:pt x="416902" y="206768"/>
                  </a:lnTo>
                  <a:close/>
                </a:path>
                <a:path w="574675" h="213360">
                  <a:moveTo>
                    <a:pt x="574624" y="143865"/>
                  </a:moveTo>
                  <a:lnTo>
                    <a:pt x="573798" y="121780"/>
                  </a:lnTo>
                  <a:lnTo>
                    <a:pt x="573227" y="118656"/>
                  </a:lnTo>
                  <a:lnTo>
                    <a:pt x="570534" y="103733"/>
                  </a:lnTo>
                  <a:lnTo>
                    <a:pt x="570407" y="103085"/>
                  </a:lnTo>
                  <a:lnTo>
                    <a:pt x="570357" y="102743"/>
                  </a:lnTo>
                  <a:lnTo>
                    <a:pt x="564273" y="86753"/>
                  </a:lnTo>
                  <a:lnTo>
                    <a:pt x="561314" y="82346"/>
                  </a:lnTo>
                  <a:lnTo>
                    <a:pt x="555574" y="73812"/>
                  </a:lnTo>
                  <a:lnTo>
                    <a:pt x="544639" y="63830"/>
                  </a:lnTo>
                  <a:lnTo>
                    <a:pt x="533946" y="57861"/>
                  </a:lnTo>
                  <a:lnTo>
                    <a:pt x="533946" y="118656"/>
                  </a:lnTo>
                  <a:lnTo>
                    <a:pt x="472821" y="118656"/>
                  </a:lnTo>
                  <a:lnTo>
                    <a:pt x="494588" y="82346"/>
                  </a:lnTo>
                  <a:lnTo>
                    <a:pt x="511924" y="82346"/>
                  </a:lnTo>
                  <a:lnTo>
                    <a:pt x="533946" y="118656"/>
                  </a:lnTo>
                  <a:lnTo>
                    <a:pt x="533946" y="57861"/>
                  </a:lnTo>
                  <a:lnTo>
                    <a:pt x="531901" y="56705"/>
                  </a:lnTo>
                  <a:lnTo>
                    <a:pt x="517359" y="52425"/>
                  </a:lnTo>
                  <a:lnTo>
                    <a:pt x="501002" y="50990"/>
                  </a:lnTo>
                  <a:lnTo>
                    <a:pt x="485622" y="52425"/>
                  </a:lnTo>
                  <a:lnTo>
                    <a:pt x="486092" y="52425"/>
                  </a:lnTo>
                  <a:lnTo>
                    <a:pt x="472922" y="56451"/>
                  </a:lnTo>
                  <a:lnTo>
                    <a:pt x="441426" y="84785"/>
                  </a:lnTo>
                  <a:lnTo>
                    <a:pt x="430161" y="133146"/>
                  </a:lnTo>
                  <a:lnTo>
                    <a:pt x="431114" y="148551"/>
                  </a:lnTo>
                  <a:lnTo>
                    <a:pt x="445439" y="186524"/>
                  </a:lnTo>
                  <a:lnTo>
                    <a:pt x="486321" y="211277"/>
                  </a:lnTo>
                  <a:lnTo>
                    <a:pt x="505167" y="212915"/>
                  </a:lnTo>
                  <a:lnTo>
                    <a:pt x="517347" y="212191"/>
                  </a:lnTo>
                  <a:lnTo>
                    <a:pt x="555586" y="194602"/>
                  </a:lnTo>
                  <a:lnTo>
                    <a:pt x="565111" y="182156"/>
                  </a:lnTo>
                  <a:lnTo>
                    <a:pt x="567982" y="177431"/>
                  </a:lnTo>
                  <a:lnTo>
                    <a:pt x="572439" y="166878"/>
                  </a:lnTo>
                  <a:lnTo>
                    <a:pt x="531761" y="160134"/>
                  </a:lnTo>
                  <a:lnTo>
                    <a:pt x="529513" y="167944"/>
                  </a:lnTo>
                  <a:lnTo>
                    <a:pt x="526211" y="173558"/>
                  </a:lnTo>
                  <a:lnTo>
                    <a:pt x="517474" y="180441"/>
                  </a:lnTo>
                  <a:lnTo>
                    <a:pt x="512051" y="182156"/>
                  </a:lnTo>
                  <a:lnTo>
                    <a:pt x="505574" y="182156"/>
                  </a:lnTo>
                  <a:lnTo>
                    <a:pt x="474802" y="160134"/>
                  </a:lnTo>
                  <a:lnTo>
                    <a:pt x="474700" y="159943"/>
                  </a:lnTo>
                  <a:lnTo>
                    <a:pt x="472795" y="152400"/>
                  </a:lnTo>
                  <a:lnTo>
                    <a:pt x="472033" y="143865"/>
                  </a:lnTo>
                  <a:lnTo>
                    <a:pt x="574624" y="14386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9" name="object 449"/>
            <p:cNvPicPr/>
            <p:nvPr/>
          </p:nvPicPr>
          <p:blipFill>
            <a:blip r:embed="rId280" cstate="print"/>
            <a:stretch>
              <a:fillRect/>
            </a:stretch>
          </p:blipFill>
          <p:spPr>
            <a:xfrm>
              <a:off x="14243164" y="6247015"/>
              <a:ext cx="257670" cy="221259"/>
            </a:xfrm>
            <a:prstGeom prst="rect">
              <a:avLst/>
            </a:prstGeom>
          </p:spPr>
        </p:pic>
      </p:grpSp>
      <p:pic>
        <p:nvPicPr>
          <p:cNvPr id="450" name="object 450"/>
          <p:cNvPicPr/>
          <p:nvPr/>
        </p:nvPicPr>
        <p:blipFill>
          <a:blip r:embed="rId281" cstate="print"/>
          <a:stretch>
            <a:fillRect/>
          </a:stretch>
        </p:blipFill>
        <p:spPr>
          <a:xfrm>
            <a:off x="14600401" y="6188087"/>
            <a:ext cx="278638" cy="220852"/>
          </a:xfrm>
          <a:prstGeom prst="rect">
            <a:avLst/>
          </a:prstGeom>
        </p:spPr>
      </p:pic>
      <p:grpSp>
        <p:nvGrpSpPr>
          <p:cNvPr id="451" name="object 451"/>
          <p:cNvGrpSpPr/>
          <p:nvPr/>
        </p:nvGrpSpPr>
        <p:grpSpPr>
          <a:xfrm>
            <a:off x="2204833" y="6610756"/>
            <a:ext cx="1351280" cy="217804"/>
            <a:chOff x="2204833" y="6610756"/>
            <a:chExt cx="1351280" cy="217804"/>
          </a:xfrm>
        </p:grpSpPr>
        <p:sp>
          <p:nvSpPr>
            <p:cNvPr id="452" name="object 452"/>
            <p:cNvSpPr/>
            <p:nvPr/>
          </p:nvSpPr>
          <p:spPr>
            <a:xfrm>
              <a:off x="2204821" y="66107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3" name="object 453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2287355" y="6666115"/>
              <a:ext cx="141089" cy="158356"/>
            </a:xfrm>
            <a:prstGeom prst="rect">
              <a:avLst/>
            </a:prstGeom>
          </p:spPr>
        </p:pic>
        <p:pic>
          <p:nvPicPr>
            <p:cNvPr id="454" name="object 45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461005" y="6610756"/>
              <a:ext cx="150933" cy="217284"/>
            </a:xfrm>
            <a:prstGeom prst="rect">
              <a:avLst/>
            </a:prstGeom>
          </p:spPr>
        </p:pic>
        <p:sp>
          <p:nvSpPr>
            <p:cNvPr id="455" name="object 455"/>
            <p:cNvSpPr/>
            <p:nvPr/>
          </p:nvSpPr>
          <p:spPr>
            <a:xfrm>
              <a:off x="2652357" y="66107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6" name="object 456"/>
            <p:cNvPicPr/>
            <p:nvPr/>
          </p:nvPicPr>
          <p:blipFill>
            <a:blip r:embed="rId283" cstate="print"/>
            <a:stretch>
              <a:fillRect/>
            </a:stretch>
          </p:blipFill>
          <p:spPr>
            <a:xfrm>
              <a:off x="2715436" y="6669696"/>
              <a:ext cx="160733" cy="154774"/>
            </a:xfrm>
            <a:prstGeom prst="rect">
              <a:avLst/>
            </a:prstGeom>
          </p:spPr>
        </p:pic>
        <p:sp>
          <p:nvSpPr>
            <p:cNvPr id="457" name="object 457"/>
            <p:cNvSpPr/>
            <p:nvPr/>
          </p:nvSpPr>
          <p:spPr>
            <a:xfrm>
              <a:off x="2901264" y="66107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5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8" name="object 458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975128" y="6610756"/>
              <a:ext cx="150938" cy="217284"/>
            </a:xfrm>
            <a:prstGeom prst="rect">
              <a:avLst/>
            </a:prstGeom>
          </p:spPr>
        </p:pic>
        <p:pic>
          <p:nvPicPr>
            <p:cNvPr id="459" name="object 459"/>
            <p:cNvPicPr/>
            <p:nvPr/>
          </p:nvPicPr>
          <p:blipFill>
            <a:blip r:embed="rId284" cstate="print"/>
            <a:stretch>
              <a:fillRect/>
            </a:stretch>
          </p:blipFill>
          <p:spPr>
            <a:xfrm>
              <a:off x="3165690" y="6669696"/>
              <a:ext cx="140690" cy="158343"/>
            </a:xfrm>
            <a:prstGeom prst="rect">
              <a:avLst/>
            </a:prstGeom>
          </p:spPr>
        </p:pic>
        <p:pic>
          <p:nvPicPr>
            <p:cNvPr id="460" name="object 460"/>
            <p:cNvPicPr/>
            <p:nvPr/>
          </p:nvPicPr>
          <p:blipFill>
            <a:blip r:embed="rId285" cstate="print"/>
            <a:stretch>
              <a:fillRect/>
            </a:stretch>
          </p:blipFill>
          <p:spPr>
            <a:xfrm>
              <a:off x="3338080" y="6666115"/>
              <a:ext cx="145249" cy="161925"/>
            </a:xfrm>
            <a:prstGeom prst="rect">
              <a:avLst/>
            </a:prstGeom>
          </p:spPr>
        </p:pic>
        <p:sp>
          <p:nvSpPr>
            <p:cNvPr id="461" name="object 461"/>
            <p:cNvSpPr/>
            <p:nvPr/>
          </p:nvSpPr>
          <p:spPr>
            <a:xfrm>
              <a:off x="3514775" y="66107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2" name="object 462"/>
          <p:cNvGrpSpPr/>
          <p:nvPr/>
        </p:nvGrpSpPr>
        <p:grpSpPr>
          <a:xfrm>
            <a:off x="3677640" y="6610756"/>
            <a:ext cx="675005" cy="217804"/>
            <a:chOff x="3677640" y="6610756"/>
            <a:chExt cx="675005" cy="217804"/>
          </a:xfrm>
        </p:grpSpPr>
        <p:pic>
          <p:nvPicPr>
            <p:cNvPr id="463" name="object 46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677640" y="6666115"/>
              <a:ext cx="227596" cy="158356"/>
            </a:xfrm>
            <a:prstGeom prst="rect">
              <a:avLst/>
            </a:prstGeom>
          </p:spPr>
        </p:pic>
        <p:pic>
          <p:nvPicPr>
            <p:cNvPr id="464" name="object 464"/>
            <p:cNvPicPr/>
            <p:nvPr/>
          </p:nvPicPr>
          <p:blipFill>
            <a:blip r:embed="rId286" cstate="print"/>
            <a:stretch>
              <a:fillRect/>
            </a:stretch>
          </p:blipFill>
          <p:spPr>
            <a:xfrm>
              <a:off x="3935260" y="6615124"/>
              <a:ext cx="250913" cy="212915"/>
            </a:xfrm>
            <a:prstGeom prst="rect">
              <a:avLst/>
            </a:prstGeom>
          </p:spPr>
        </p:pic>
        <p:pic>
          <p:nvPicPr>
            <p:cNvPr id="465" name="object 465"/>
            <p:cNvPicPr/>
            <p:nvPr/>
          </p:nvPicPr>
          <p:blipFill>
            <a:blip r:embed="rId287" cstate="print"/>
            <a:stretch>
              <a:fillRect/>
            </a:stretch>
          </p:blipFill>
          <p:spPr>
            <a:xfrm>
              <a:off x="4211154" y="6610756"/>
              <a:ext cx="140881" cy="213715"/>
            </a:xfrm>
            <a:prstGeom prst="rect">
              <a:avLst/>
            </a:prstGeom>
          </p:spPr>
        </p:pic>
      </p:grpSp>
      <p:grpSp>
        <p:nvGrpSpPr>
          <p:cNvPr id="466" name="object 466"/>
          <p:cNvGrpSpPr/>
          <p:nvPr/>
        </p:nvGrpSpPr>
        <p:grpSpPr>
          <a:xfrm>
            <a:off x="4462081" y="6610756"/>
            <a:ext cx="802640" cy="217804"/>
            <a:chOff x="4462081" y="6610756"/>
            <a:chExt cx="802640" cy="217804"/>
          </a:xfrm>
        </p:grpSpPr>
        <p:pic>
          <p:nvPicPr>
            <p:cNvPr id="467" name="object 467"/>
            <p:cNvPicPr/>
            <p:nvPr/>
          </p:nvPicPr>
          <p:blipFill>
            <a:blip r:embed="rId288" cstate="print"/>
            <a:stretch>
              <a:fillRect/>
            </a:stretch>
          </p:blipFill>
          <p:spPr>
            <a:xfrm>
              <a:off x="4462081" y="6666115"/>
              <a:ext cx="144665" cy="161925"/>
            </a:xfrm>
            <a:prstGeom prst="rect">
              <a:avLst/>
            </a:prstGeom>
          </p:spPr>
        </p:pic>
        <p:pic>
          <p:nvPicPr>
            <p:cNvPr id="468" name="object 468"/>
            <p:cNvPicPr/>
            <p:nvPr/>
          </p:nvPicPr>
          <p:blipFill>
            <a:blip r:embed="rId289" cstate="print"/>
            <a:stretch>
              <a:fillRect/>
            </a:stretch>
          </p:blipFill>
          <p:spPr>
            <a:xfrm>
              <a:off x="4641164" y="6610756"/>
              <a:ext cx="143078" cy="213715"/>
            </a:xfrm>
            <a:prstGeom prst="rect">
              <a:avLst/>
            </a:prstGeom>
          </p:spPr>
        </p:pic>
        <p:sp>
          <p:nvSpPr>
            <p:cNvPr id="469" name="object 469"/>
            <p:cNvSpPr/>
            <p:nvPr/>
          </p:nvSpPr>
          <p:spPr>
            <a:xfrm>
              <a:off x="4808537" y="6610756"/>
              <a:ext cx="207010" cy="213995"/>
            </a:xfrm>
            <a:custGeom>
              <a:avLst/>
              <a:gdLst/>
              <a:ahLst/>
              <a:cxnLst/>
              <a:rect l="l" t="t" r="r" b="b"/>
              <a:pathLst>
                <a:path w="207010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207010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  <a:path w="207010" h="213995">
                  <a:moveTo>
                    <a:pt x="123799" y="0"/>
                  </a:moveTo>
                  <a:lnTo>
                    <a:pt x="82918" y="0"/>
                  </a:lnTo>
                  <a:lnTo>
                    <a:pt x="82918" y="213715"/>
                  </a:lnTo>
                  <a:lnTo>
                    <a:pt x="123799" y="213715"/>
                  </a:lnTo>
                  <a:lnTo>
                    <a:pt x="123799" y="0"/>
                  </a:lnTo>
                  <a:close/>
                </a:path>
                <a:path w="207010" h="213995">
                  <a:moveTo>
                    <a:pt x="206717" y="0"/>
                  </a:moveTo>
                  <a:lnTo>
                    <a:pt x="165836" y="0"/>
                  </a:lnTo>
                  <a:lnTo>
                    <a:pt x="165836" y="213715"/>
                  </a:lnTo>
                  <a:lnTo>
                    <a:pt x="206717" y="213715"/>
                  </a:lnTo>
                  <a:lnTo>
                    <a:pt x="20671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0" name="object 470"/>
            <p:cNvPicPr/>
            <p:nvPr/>
          </p:nvPicPr>
          <p:blipFill>
            <a:blip r:embed="rId290" cstate="print"/>
            <a:stretch>
              <a:fillRect/>
            </a:stretch>
          </p:blipFill>
          <p:spPr>
            <a:xfrm>
              <a:off x="5042801" y="6666115"/>
              <a:ext cx="144665" cy="161925"/>
            </a:xfrm>
            <a:prstGeom prst="rect">
              <a:avLst/>
            </a:prstGeom>
          </p:spPr>
        </p:pic>
        <p:sp>
          <p:nvSpPr>
            <p:cNvPr id="471" name="object 471"/>
            <p:cNvSpPr/>
            <p:nvPr/>
          </p:nvSpPr>
          <p:spPr>
            <a:xfrm>
              <a:off x="5223281" y="6783590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40868" y="0"/>
                  </a:moveTo>
                  <a:lnTo>
                    <a:pt x="0" y="0"/>
                  </a:lnTo>
                  <a:lnTo>
                    <a:pt x="0" y="40881"/>
                  </a:lnTo>
                  <a:lnTo>
                    <a:pt x="40868" y="40881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pic>
        <p:nvPicPr>
          <p:cNvPr id="472" name="object 47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44747" y="7102081"/>
            <a:ext cx="73818" cy="73825"/>
          </a:xfrm>
          <a:prstGeom prst="rect">
            <a:avLst/>
          </a:prstGeom>
        </p:spPr>
      </p:pic>
      <p:grpSp>
        <p:nvGrpSpPr>
          <p:cNvPr id="473" name="object 473"/>
          <p:cNvGrpSpPr/>
          <p:nvPr/>
        </p:nvGrpSpPr>
        <p:grpSpPr>
          <a:xfrm>
            <a:off x="2203841" y="7026287"/>
            <a:ext cx="1275715" cy="220979"/>
            <a:chOff x="2203841" y="7026287"/>
            <a:chExt cx="1275715" cy="220979"/>
          </a:xfrm>
        </p:grpSpPr>
        <p:sp>
          <p:nvSpPr>
            <p:cNvPr id="474" name="object 474"/>
            <p:cNvSpPr/>
            <p:nvPr/>
          </p:nvSpPr>
          <p:spPr>
            <a:xfrm>
              <a:off x="2203841" y="7029856"/>
              <a:ext cx="43180" cy="213995"/>
            </a:xfrm>
            <a:custGeom>
              <a:avLst/>
              <a:gdLst/>
              <a:ahLst/>
              <a:cxnLst/>
              <a:rect l="l" t="t" r="r" b="b"/>
              <a:pathLst>
                <a:path w="43180" h="213995">
                  <a:moveTo>
                    <a:pt x="4306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3061" y="213715"/>
                  </a:lnTo>
                  <a:lnTo>
                    <a:pt x="4306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5" name="object 475"/>
            <p:cNvPicPr/>
            <p:nvPr/>
          </p:nvPicPr>
          <p:blipFill>
            <a:blip r:embed="rId291" cstate="print"/>
            <a:stretch>
              <a:fillRect/>
            </a:stretch>
          </p:blipFill>
          <p:spPr>
            <a:xfrm>
              <a:off x="2278701" y="7029856"/>
              <a:ext cx="150933" cy="217284"/>
            </a:xfrm>
            <a:prstGeom prst="rect">
              <a:avLst/>
            </a:prstGeom>
          </p:spPr>
        </p:pic>
        <p:pic>
          <p:nvPicPr>
            <p:cNvPr id="476" name="object 476"/>
            <p:cNvPicPr/>
            <p:nvPr/>
          </p:nvPicPr>
          <p:blipFill>
            <a:blip r:embed="rId292" cstate="print"/>
            <a:stretch>
              <a:fillRect/>
            </a:stretch>
          </p:blipFill>
          <p:spPr>
            <a:xfrm>
              <a:off x="2458151" y="7085215"/>
              <a:ext cx="144462" cy="161925"/>
            </a:xfrm>
            <a:prstGeom prst="rect">
              <a:avLst/>
            </a:prstGeom>
          </p:spPr>
        </p:pic>
        <p:pic>
          <p:nvPicPr>
            <p:cNvPr id="477" name="object 477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2635643" y="7085215"/>
              <a:ext cx="141089" cy="158356"/>
            </a:xfrm>
            <a:prstGeom prst="rect">
              <a:avLst/>
            </a:prstGeom>
          </p:spPr>
        </p:pic>
        <p:pic>
          <p:nvPicPr>
            <p:cNvPr id="478" name="object 478"/>
            <p:cNvPicPr/>
            <p:nvPr/>
          </p:nvPicPr>
          <p:blipFill>
            <a:blip r:embed="rId293" cstate="print"/>
            <a:stretch>
              <a:fillRect/>
            </a:stretch>
          </p:blipFill>
          <p:spPr>
            <a:xfrm>
              <a:off x="2801477" y="7034224"/>
              <a:ext cx="91083" cy="212915"/>
            </a:xfrm>
            <a:prstGeom prst="rect">
              <a:avLst/>
            </a:prstGeom>
          </p:spPr>
        </p:pic>
        <p:sp>
          <p:nvSpPr>
            <p:cNvPr id="479" name="object 479"/>
            <p:cNvSpPr/>
            <p:nvPr/>
          </p:nvSpPr>
          <p:spPr>
            <a:xfrm>
              <a:off x="2917723" y="7029855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0" name="object 480"/>
            <p:cNvPicPr/>
            <p:nvPr/>
          </p:nvPicPr>
          <p:blipFill>
            <a:blip r:embed="rId294" cstate="print"/>
            <a:stretch>
              <a:fillRect/>
            </a:stretch>
          </p:blipFill>
          <p:spPr>
            <a:xfrm>
              <a:off x="2982785" y="7026287"/>
              <a:ext cx="158127" cy="217284"/>
            </a:xfrm>
            <a:prstGeom prst="rect">
              <a:avLst/>
            </a:prstGeom>
          </p:spPr>
        </p:pic>
        <p:pic>
          <p:nvPicPr>
            <p:cNvPr id="481" name="object 481"/>
            <p:cNvPicPr/>
            <p:nvPr/>
          </p:nvPicPr>
          <p:blipFill>
            <a:blip r:embed="rId295" cstate="print"/>
            <a:stretch>
              <a:fillRect/>
            </a:stretch>
          </p:blipFill>
          <p:spPr>
            <a:xfrm>
              <a:off x="3171050" y="7085215"/>
              <a:ext cx="308063" cy="161925"/>
            </a:xfrm>
            <a:prstGeom prst="rect">
              <a:avLst/>
            </a:prstGeom>
          </p:spPr>
        </p:pic>
      </p:grpSp>
      <p:grpSp>
        <p:nvGrpSpPr>
          <p:cNvPr id="482" name="object 482"/>
          <p:cNvGrpSpPr/>
          <p:nvPr/>
        </p:nvGrpSpPr>
        <p:grpSpPr>
          <a:xfrm>
            <a:off x="3583355" y="7026287"/>
            <a:ext cx="1097280" cy="276225"/>
            <a:chOff x="3583355" y="7026287"/>
            <a:chExt cx="1097280" cy="276225"/>
          </a:xfrm>
        </p:grpSpPr>
        <p:pic>
          <p:nvPicPr>
            <p:cNvPr id="483" name="object 483"/>
            <p:cNvPicPr/>
            <p:nvPr/>
          </p:nvPicPr>
          <p:blipFill>
            <a:blip r:embed="rId296" cstate="print"/>
            <a:stretch>
              <a:fillRect/>
            </a:stretch>
          </p:blipFill>
          <p:spPr>
            <a:xfrm>
              <a:off x="3583355" y="7085215"/>
              <a:ext cx="144652" cy="161925"/>
            </a:xfrm>
            <a:prstGeom prst="rect">
              <a:avLst/>
            </a:prstGeom>
          </p:spPr>
        </p:pic>
        <p:pic>
          <p:nvPicPr>
            <p:cNvPr id="484" name="object 484"/>
            <p:cNvPicPr/>
            <p:nvPr/>
          </p:nvPicPr>
          <p:blipFill>
            <a:blip r:embed="rId297" cstate="print"/>
            <a:stretch>
              <a:fillRect/>
            </a:stretch>
          </p:blipFill>
          <p:spPr>
            <a:xfrm>
              <a:off x="3762628" y="7085215"/>
              <a:ext cx="151003" cy="217297"/>
            </a:xfrm>
            <a:prstGeom prst="rect">
              <a:avLst/>
            </a:prstGeom>
          </p:spPr>
        </p:pic>
        <p:pic>
          <p:nvPicPr>
            <p:cNvPr id="485" name="object 485"/>
            <p:cNvPicPr/>
            <p:nvPr/>
          </p:nvPicPr>
          <p:blipFill>
            <a:blip r:embed="rId298" cstate="print"/>
            <a:stretch>
              <a:fillRect/>
            </a:stretch>
          </p:blipFill>
          <p:spPr>
            <a:xfrm>
              <a:off x="3934218" y="7085215"/>
              <a:ext cx="144462" cy="161925"/>
            </a:xfrm>
            <a:prstGeom prst="rect">
              <a:avLst/>
            </a:prstGeom>
          </p:spPr>
        </p:pic>
        <p:pic>
          <p:nvPicPr>
            <p:cNvPr id="486" name="object 486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4102976" y="7085215"/>
              <a:ext cx="146050" cy="161925"/>
            </a:xfrm>
            <a:prstGeom prst="rect">
              <a:avLst/>
            </a:prstGeom>
          </p:spPr>
        </p:pic>
        <p:sp>
          <p:nvSpPr>
            <p:cNvPr id="487" name="object 487"/>
            <p:cNvSpPr/>
            <p:nvPr/>
          </p:nvSpPr>
          <p:spPr>
            <a:xfrm>
              <a:off x="4278096" y="7029855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5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8" name="object 488"/>
            <p:cNvPicPr/>
            <p:nvPr/>
          </p:nvPicPr>
          <p:blipFill>
            <a:blip r:embed="rId299" cstate="print"/>
            <a:stretch>
              <a:fillRect/>
            </a:stretch>
          </p:blipFill>
          <p:spPr>
            <a:xfrm>
              <a:off x="4343145" y="7026287"/>
              <a:ext cx="158127" cy="217284"/>
            </a:xfrm>
            <a:prstGeom prst="rect">
              <a:avLst/>
            </a:prstGeom>
          </p:spPr>
        </p:pic>
        <p:pic>
          <p:nvPicPr>
            <p:cNvPr id="489" name="object 489"/>
            <p:cNvPicPr/>
            <p:nvPr/>
          </p:nvPicPr>
          <p:blipFill>
            <a:blip r:embed="rId300" cstate="print"/>
            <a:stretch>
              <a:fillRect/>
            </a:stretch>
          </p:blipFill>
          <p:spPr>
            <a:xfrm>
              <a:off x="4534179" y="7085215"/>
              <a:ext cx="146050" cy="161925"/>
            </a:xfrm>
            <a:prstGeom prst="rect">
              <a:avLst/>
            </a:prstGeom>
          </p:spPr>
        </p:pic>
      </p:grpSp>
      <p:grpSp>
        <p:nvGrpSpPr>
          <p:cNvPr id="490" name="object 490"/>
          <p:cNvGrpSpPr/>
          <p:nvPr/>
        </p:nvGrpSpPr>
        <p:grpSpPr>
          <a:xfrm>
            <a:off x="4780305" y="7085215"/>
            <a:ext cx="691515" cy="161925"/>
            <a:chOff x="4780305" y="7085215"/>
            <a:chExt cx="691515" cy="161925"/>
          </a:xfrm>
        </p:grpSpPr>
        <p:pic>
          <p:nvPicPr>
            <p:cNvPr id="491" name="object 491"/>
            <p:cNvPicPr/>
            <p:nvPr/>
          </p:nvPicPr>
          <p:blipFill>
            <a:blip r:embed="rId301" cstate="print"/>
            <a:stretch>
              <a:fillRect/>
            </a:stretch>
          </p:blipFill>
          <p:spPr>
            <a:xfrm>
              <a:off x="4780305" y="7085215"/>
              <a:ext cx="144462" cy="161925"/>
            </a:xfrm>
            <a:prstGeom prst="rect">
              <a:avLst/>
            </a:prstGeom>
          </p:spPr>
        </p:pic>
        <p:pic>
          <p:nvPicPr>
            <p:cNvPr id="492" name="object 492"/>
            <p:cNvPicPr/>
            <p:nvPr/>
          </p:nvPicPr>
          <p:blipFill>
            <a:blip r:embed="rId302" cstate="print"/>
            <a:stretch>
              <a:fillRect/>
            </a:stretch>
          </p:blipFill>
          <p:spPr>
            <a:xfrm>
              <a:off x="4956416" y="7085215"/>
              <a:ext cx="384289" cy="161925"/>
            </a:xfrm>
            <a:prstGeom prst="rect">
              <a:avLst/>
            </a:prstGeom>
          </p:spPr>
        </p:pic>
        <p:pic>
          <p:nvPicPr>
            <p:cNvPr id="493" name="object 493"/>
            <p:cNvPicPr/>
            <p:nvPr/>
          </p:nvPicPr>
          <p:blipFill>
            <a:blip r:embed="rId303" cstate="print"/>
            <a:stretch>
              <a:fillRect/>
            </a:stretch>
          </p:blipFill>
          <p:spPr>
            <a:xfrm>
              <a:off x="5371007" y="7085215"/>
              <a:ext cx="100202" cy="158356"/>
            </a:xfrm>
            <a:prstGeom prst="rect">
              <a:avLst/>
            </a:prstGeom>
          </p:spPr>
        </p:pic>
      </p:grpSp>
      <p:grpSp>
        <p:nvGrpSpPr>
          <p:cNvPr id="494" name="object 494"/>
          <p:cNvGrpSpPr/>
          <p:nvPr/>
        </p:nvGrpSpPr>
        <p:grpSpPr>
          <a:xfrm>
            <a:off x="5570664" y="7034224"/>
            <a:ext cx="1143000" cy="268605"/>
            <a:chOff x="5570664" y="7034224"/>
            <a:chExt cx="1143000" cy="268605"/>
          </a:xfrm>
        </p:grpSpPr>
        <p:pic>
          <p:nvPicPr>
            <p:cNvPr id="495" name="object 495"/>
            <p:cNvPicPr/>
            <p:nvPr/>
          </p:nvPicPr>
          <p:blipFill>
            <a:blip r:embed="rId304" cstate="print"/>
            <a:stretch>
              <a:fillRect/>
            </a:stretch>
          </p:blipFill>
          <p:spPr>
            <a:xfrm>
              <a:off x="5570664" y="7085215"/>
              <a:ext cx="150990" cy="217297"/>
            </a:xfrm>
            <a:prstGeom prst="rect">
              <a:avLst/>
            </a:prstGeom>
          </p:spPr>
        </p:pic>
        <p:sp>
          <p:nvSpPr>
            <p:cNvPr id="496" name="object 496"/>
            <p:cNvSpPr/>
            <p:nvPr/>
          </p:nvSpPr>
          <p:spPr>
            <a:xfrm>
              <a:off x="5743435" y="7034224"/>
              <a:ext cx="508634" cy="213360"/>
            </a:xfrm>
            <a:custGeom>
              <a:avLst/>
              <a:gdLst/>
              <a:ahLst/>
              <a:cxnLst/>
              <a:rect l="l" t="t" r="r" b="b"/>
              <a:pathLst>
                <a:path w="508635" h="213359">
                  <a:moveTo>
                    <a:pt x="145262" y="209346"/>
                  </a:moveTo>
                  <a:lnTo>
                    <a:pt x="141693" y="201942"/>
                  </a:lnTo>
                  <a:lnTo>
                    <a:pt x="139242" y="195059"/>
                  </a:lnTo>
                  <a:lnTo>
                    <a:pt x="138861" y="193268"/>
                  </a:lnTo>
                  <a:lnTo>
                    <a:pt x="138823" y="193052"/>
                  </a:lnTo>
                  <a:lnTo>
                    <a:pt x="138696" y="192481"/>
                  </a:lnTo>
                  <a:lnTo>
                    <a:pt x="137922" y="188709"/>
                  </a:lnTo>
                  <a:lnTo>
                    <a:pt x="137172" y="183946"/>
                  </a:lnTo>
                  <a:lnTo>
                    <a:pt x="137045" y="183184"/>
                  </a:lnTo>
                  <a:lnTo>
                    <a:pt x="136563" y="177800"/>
                  </a:lnTo>
                  <a:lnTo>
                    <a:pt x="136448" y="176593"/>
                  </a:lnTo>
                  <a:lnTo>
                    <a:pt x="136080" y="168605"/>
                  </a:lnTo>
                  <a:lnTo>
                    <a:pt x="136131" y="134937"/>
                  </a:lnTo>
                  <a:lnTo>
                    <a:pt x="136245" y="120548"/>
                  </a:lnTo>
                  <a:lnTo>
                    <a:pt x="136258" y="108343"/>
                  </a:lnTo>
                  <a:lnTo>
                    <a:pt x="127203" y="67398"/>
                  </a:lnTo>
                  <a:lnTo>
                    <a:pt x="84048" y="51409"/>
                  </a:lnTo>
                  <a:lnTo>
                    <a:pt x="71247" y="50990"/>
                  </a:lnTo>
                  <a:lnTo>
                    <a:pt x="57073" y="51676"/>
                  </a:lnTo>
                  <a:lnTo>
                    <a:pt x="18529" y="68008"/>
                  </a:lnTo>
                  <a:lnTo>
                    <a:pt x="4178" y="95046"/>
                  </a:lnTo>
                  <a:lnTo>
                    <a:pt x="41275" y="101790"/>
                  </a:lnTo>
                  <a:lnTo>
                    <a:pt x="43789" y="94653"/>
                  </a:lnTo>
                  <a:lnTo>
                    <a:pt x="47104" y="89623"/>
                  </a:lnTo>
                  <a:lnTo>
                    <a:pt x="55308" y="83807"/>
                  </a:lnTo>
                  <a:lnTo>
                    <a:pt x="60998" y="82346"/>
                  </a:lnTo>
                  <a:lnTo>
                    <a:pt x="79121" y="82346"/>
                  </a:lnTo>
                  <a:lnTo>
                    <a:pt x="86461" y="84061"/>
                  </a:lnTo>
                  <a:lnTo>
                    <a:pt x="90297" y="87503"/>
                  </a:lnTo>
                  <a:lnTo>
                    <a:pt x="94132" y="90817"/>
                  </a:lnTo>
                  <a:lnTo>
                    <a:pt x="96050" y="96431"/>
                  </a:lnTo>
                  <a:lnTo>
                    <a:pt x="96050" y="108343"/>
                  </a:lnTo>
                  <a:lnTo>
                    <a:pt x="96050" y="134937"/>
                  </a:lnTo>
                  <a:lnTo>
                    <a:pt x="96050" y="153060"/>
                  </a:lnTo>
                  <a:lnTo>
                    <a:pt x="95719" y="157086"/>
                  </a:lnTo>
                  <a:lnTo>
                    <a:pt x="95618" y="158343"/>
                  </a:lnTo>
                  <a:lnTo>
                    <a:pt x="95516" y="159677"/>
                  </a:lnTo>
                  <a:lnTo>
                    <a:pt x="94462" y="163106"/>
                  </a:lnTo>
                  <a:lnTo>
                    <a:pt x="92989" y="168109"/>
                  </a:lnTo>
                  <a:lnTo>
                    <a:pt x="92811" y="168605"/>
                  </a:lnTo>
                  <a:lnTo>
                    <a:pt x="89636" y="173037"/>
                  </a:lnTo>
                  <a:lnTo>
                    <a:pt x="77990" y="181495"/>
                  </a:lnTo>
                  <a:lnTo>
                    <a:pt x="70980" y="183946"/>
                  </a:lnTo>
                  <a:lnTo>
                    <a:pt x="57086" y="183946"/>
                  </a:lnTo>
                  <a:lnTo>
                    <a:pt x="51600" y="181902"/>
                  </a:lnTo>
                  <a:lnTo>
                    <a:pt x="47231" y="177800"/>
                  </a:lnTo>
                  <a:lnTo>
                    <a:pt x="43002" y="173558"/>
                  </a:lnTo>
                  <a:lnTo>
                    <a:pt x="40881" y="168605"/>
                  </a:lnTo>
                  <a:lnTo>
                    <a:pt x="40881" y="157086"/>
                  </a:lnTo>
                  <a:lnTo>
                    <a:pt x="71247" y="141287"/>
                  </a:lnTo>
                  <a:lnTo>
                    <a:pt x="79197" y="139547"/>
                  </a:lnTo>
                  <a:lnTo>
                    <a:pt x="85979" y="137909"/>
                  </a:lnTo>
                  <a:lnTo>
                    <a:pt x="91592" y="136372"/>
                  </a:lnTo>
                  <a:lnTo>
                    <a:pt x="96050" y="134937"/>
                  </a:lnTo>
                  <a:lnTo>
                    <a:pt x="96050" y="108343"/>
                  </a:lnTo>
                  <a:lnTo>
                    <a:pt x="89395" y="110769"/>
                  </a:lnTo>
                  <a:lnTo>
                    <a:pt x="80568" y="113258"/>
                  </a:lnTo>
                  <a:lnTo>
                    <a:pt x="69557" y="115836"/>
                  </a:lnTo>
                  <a:lnTo>
                    <a:pt x="46355" y="120548"/>
                  </a:lnTo>
                  <a:lnTo>
                    <a:pt x="37604" y="122834"/>
                  </a:lnTo>
                  <a:lnTo>
                    <a:pt x="2057" y="150545"/>
                  </a:lnTo>
                  <a:lnTo>
                    <a:pt x="0" y="158343"/>
                  </a:lnTo>
                  <a:lnTo>
                    <a:pt x="88" y="168109"/>
                  </a:lnTo>
                  <a:lnTo>
                    <a:pt x="21183" y="205676"/>
                  </a:lnTo>
                  <a:lnTo>
                    <a:pt x="51396" y="212915"/>
                  </a:lnTo>
                  <a:lnTo>
                    <a:pt x="58039" y="212598"/>
                  </a:lnTo>
                  <a:lnTo>
                    <a:pt x="93929" y="197243"/>
                  </a:lnTo>
                  <a:lnTo>
                    <a:pt x="99225" y="192481"/>
                  </a:lnTo>
                  <a:lnTo>
                    <a:pt x="99504" y="193052"/>
                  </a:lnTo>
                  <a:lnTo>
                    <a:pt x="99618" y="193268"/>
                  </a:lnTo>
                  <a:lnTo>
                    <a:pt x="100152" y="194856"/>
                  </a:lnTo>
                  <a:lnTo>
                    <a:pt x="100812" y="197243"/>
                  </a:lnTo>
                  <a:lnTo>
                    <a:pt x="102400" y="202539"/>
                  </a:lnTo>
                  <a:lnTo>
                    <a:pt x="103720" y="206565"/>
                  </a:lnTo>
                  <a:lnTo>
                    <a:pt x="104775" y="209346"/>
                  </a:lnTo>
                  <a:lnTo>
                    <a:pt x="145262" y="209346"/>
                  </a:lnTo>
                  <a:close/>
                </a:path>
                <a:path w="508635" h="213359">
                  <a:moveTo>
                    <a:pt x="250913" y="206768"/>
                  </a:moveTo>
                  <a:lnTo>
                    <a:pt x="247548" y="175018"/>
                  </a:lnTo>
                  <a:lnTo>
                    <a:pt x="240398" y="177660"/>
                  </a:lnTo>
                  <a:lnTo>
                    <a:pt x="234911" y="178981"/>
                  </a:lnTo>
                  <a:lnTo>
                    <a:pt x="228295" y="178981"/>
                  </a:lnTo>
                  <a:lnTo>
                    <a:pt x="225983" y="178320"/>
                  </a:lnTo>
                  <a:lnTo>
                    <a:pt x="222275" y="175552"/>
                  </a:lnTo>
                  <a:lnTo>
                    <a:pt x="221094" y="173761"/>
                  </a:lnTo>
                  <a:lnTo>
                    <a:pt x="220027" y="169532"/>
                  </a:lnTo>
                  <a:lnTo>
                    <a:pt x="219760" y="162179"/>
                  </a:lnTo>
                  <a:lnTo>
                    <a:pt x="219760" y="87312"/>
                  </a:lnTo>
                  <a:lnTo>
                    <a:pt x="247738" y="87312"/>
                  </a:lnTo>
                  <a:lnTo>
                    <a:pt x="247738" y="54571"/>
                  </a:lnTo>
                  <a:lnTo>
                    <a:pt x="219760" y="54571"/>
                  </a:lnTo>
                  <a:lnTo>
                    <a:pt x="219760" y="0"/>
                  </a:lnTo>
                  <a:lnTo>
                    <a:pt x="178689" y="23812"/>
                  </a:lnTo>
                  <a:lnTo>
                    <a:pt x="178689" y="54571"/>
                  </a:lnTo>
                  <a:lnTo>
                    <a:pt x="159842" y="54571"/>
                  </a:lnTo>
                  <a:lnTo>
                    <a:pt x="159842" y="87312"/>
                  </a:lnTo>
                  <a:lnTo>
                    <a:pt x="178689" y="87312"/>
                  </a:lnTo>
                  <a:lnTo>
                    <a:pt x="178752" y="164693"/>
                  </a:lnTo>
                  <a:lnTo>
                    <a:pt x="179349" y="179082"/>
                  </a:lnTo>
                  <a:lnTo>
                    <a:pt x="204685" y="211658"/>
                  </a:lnTo>
                  <a:lnTo>
                    <a:pt x="211302" y="212915"/>
                  </a:lnTo>
                  <a:lnTo>
                    <a:pt x="218579" y="212915"/>
                  </a:lnTo>
                  <a:lnTo>
                    <a:pt x="227444" y="212534"/>
                  </a:lnTo>
                  <a:lnTo>
                    <a:pt x="235788" y="211391"/>
                  </a:lnTo>
                  <a:lnTo>
                    <a:pt x="243611" y="209461"/>
                  </a:lnTo>
                  <a:lnTo>
                    <a:pt x="250913" y="206768"/>
                  </a:lnTo>
                  <a:close/>
                </a:path>
                <a:path w="508635" h="213359">
                  <a:moveTo>
                    <a:pt x="350304" y="206768"/>
                  </a:moveTo>
                  <a:lnTo>
                    <a:pt x="346925" y="175018"/>
                  </a:lnTo>
                  <a:lnTo>
                    <a:pt x="339788" y="177660"/>
                  </a:lnTo>
                  <a:lnTo>
                    <a:pt x="334302" y="178981"/>
                  </a:lnTo>
                  <a:lnTo>
                    <a:pt x="327685" y="178981"/>
                  </a:lnTo>
                  <a:lnTo>
                    <a:pt x="325361" y="178320"/>
                  </a:lnTo>
                  <a:lnTo>
                    <a:pt x="321665" y="175552"/>
                  </a:lnTo>
                  <a:lnTo>
                    <a:pt x="320471" y="173761"/>
                  </a:lnTo>
                  <a:lnTo>
                    <a:pt x="319417" y="169532"/>
                  </a:lnTo>
                  <a:lnTo>
                    <a:pt x="319151" y="162179"/>
                  </a:lnTo>
                  <a:lnTo>
                    <a:pt x="319151" y="87312"/>
                  </a:lnTo>
                  <a:lnTo>
                    <a:pt x="347129" y="87312"/>
                  </a:lnTo>
                  <a:lnTo>
                    <a:pt x="347129" y="54571"/>
                  </a:lnTo>
                  <a:lnTo>
                    <a:pt x="319151" y="54571"/>
                  </a:lnTo>
                  <a:lnTo>
                    <a:pt x="319151" y="0"/>
                  </a:lnTo>
                  <a:lnTo>
                    <a:pt x="278079" y="23812"/>
                  </a:lnTo>
                  <a:lnTo>
                    <a:pt x="278079" y="54571"/>
                  </a:lnTo>
                  <a:lnTo>
                    <a:pt x="259219" y="54571"/>
                  </a:lnTo>
                  <a:lnTo>
                    <a:pt x="259219" y="87312"/>
                  </a:lnTo>
                  <a:lnTo>
                    <a:pt x="278079" y="87312"/>
                  </a:lnTo>
                  <a:lnTo>
                    <a:pt x="278142" y="164693"/>
                  </a:lnTo>
                  <a:lnTo>
                    <a:pt x="278739" y="179082"/>
                  </a:lnTo>
                  <a:lnTo>
                    <a:pt x="304063" y="211658"/>
                  </a:lnTo>
                  <a:lnTo>
                    <a:pt x="310680" y="212915"/>
                  </a:lnTo>
                  <a:lnTo>
                    <a:pt x="317957" y="212915"/>
                  </a:lnTo>
                  <a:lnTo>
                    <a:pt x="326821" y="212534"/>
                  </a:lnTo>
                  <a:lnTo>
                    <a:pt x="335165" y="211391"/>
                  </a:lnTo>
                  <a:lnTo>
                    <a:pt x="342988" y="209461"/>
                  </a:lnTo>
                  <a:lnTo>
                    <a:pt x="350304" y="206768"/>
                  </a:lnTo>
                  <a:close/>
                </a:path>
                <a:path w="508635" h="213359">
                  <a:moveTo>
                    <a:pt x="508025" y="143865"/>
                  </a:moveTo>
                  <a:lnTo>
                    <a:pt x="507199" y="121780"/>
                  </a:lnTo>
                  <a:lnTo>
                    <a:pt x="506628" y="118656"/>
                  </a:lnTo>
                  <a:lnTo>
                    <a:pt x="503936" y="103733"/>
                  </a:lnTo>
                  <a:lnTo>
                    <a:pt x="503809" y="103085"/>
                  </a:lnTo>
                  <a:lnTo>
                    <a:pt x="503758" y="102743"/>
                  </a:lnTo>
                  <a:lnTo>
                    <a:pt x="497674" y="86753"/>
                  </a:lnTo>
                  <a:lnTo>
                    <a:pt x="494715" y="82346"/>
                  </a:lnTo>
                  <a:lnTo>
                    <a:pt x="488975" y="73812"/>
                  </a:lnTo>
                  <a:lnTo>
                    <a:pt x="478040" y="63830"/>
                  </a:lnTo>
                  <a:lnTo>
                    <a:pt x="467347" y="57861"/>
                  </a:lnTo>
                  <a:lnTo>
                    <a:pt x="467347" y="118656"/>
                  </a:lnTo>
                  <a:lnTo>
                    <a:pt x="406234" y="118656"/>
                  </a:lnTo>
                  <a:lnTo>
                    <a:pt x="427990" y="82346"/>
                  </a:lnTo>
                  <a:lnTo>
                    <a:pt x="445325" y="82346"/>
                  </a:lnTo>
                  <a:lnTo>
                    <a:pt x="467347" y="118656"/>
                  </a:lnTo>
                  <a:lnTo>
                    <a:pt x="467347" y="57861"/>
                  </a:lnTo>
                  <a:lnTo>
                    <a:pt x="465302" y="56705"/>
                  </a:lnTo>
                  <a:lnTo>
                    <a:pt x="450761" y="52425"/>
                  </a:lnTo>
                  <a:lnTo>
                    <a:pt x="434403" y="50990"/>
                  </a:lnTo>
                  <a:lnTo>
                    <a:pt x="419023" y="52425"/>
                  </a:lnTo>
                  <a:lnTo>
                    <a:pt x="419493" y="52425"/>
                  </a:lnTo>
                  <a:lnTo>
                    <a:pt x="406323" y="56451"/>
                  </a:lnTo>
                  <a:lnTo>
                    <a:pt x="374827" y="84785"/>
                  </a:lnTo>
                  <a:lnTo>
                    <a:pt x="363562" y="133146"/>
                  </a:lnTo>
                  <a:lnTo>
                    <a:pt x="364515" y="148551"/>
                  </a:lnTo>
                  <a:lnTo>
                    <a:pt x="378841" y="186524"/>
                  </a:lnTo>
                  <a:lnTo>
                    <a:pt x="419735" y="211277"/>
                  </a:lnTo>
                  <a:lnTo>
                    <a:pt x="438581" y="212915"/>
                  </a:lnTo>
                  <a:lnTo>
                    <a:pt x="450748" y="212191"/>
                  </a:lnTo>
                  <a:lnTo>
                    <a:pt x="488988" y="194602"/>
                  </a:lnTo>
                  <a:lnTo>
                    <a:pt x="498513" y="182156"/>
                  </a:lnTo>
                  <a:lnTo>
                    <a:pt x="501383" y="177431"/>
                  </a:lnTo>
                  <a:lnTo>
                    <a:pt x="505841" y="166878"/>
                  </a:lnTo>
                  <a:lnTo>
                    <a:pt x="465162" y="160134"/>
                  </a:lnTo>
                  <a:lnTo>
                    <a:pt x="462915" y="167944"/>
                  </a:lnTo>
                  <a:lnTo>
                    <a:pt x="459613" y="173558"/>
                  </a:lnTo>
                  <a:lnTo>
                    <a:pt x="450875" y="180441"/>
                  </a:lnTo>
                  <a:lnTo>
                    <a:pt x="445452" y="182156"/>
                  </a:lnTo>
                  <a:lnTo>
                    <a:pt x="438975" y="182156"/>
                  </a:lnTo>
                  <a:lnTo>
                    <a:pt x="408203" y="160134"/>
                  </a:lnTo>
                  <a:lnTo>
                    <a:pt x="408101" y="159943"/>
                  </a:lnTo>
                  <a:lnTo>
                    <a:pt x="406196" y="152400"/>
                  </a:lnTo>
                  <a:lnTo>
                    <a:pt x="405434" y="143865"/>
                  </a:lnTo>
                  <a:lnTo>
                    <a:pt x="508025" y="14386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7" name="object 497"/>
            <p:cNvPicPr/>
            <p:nvPr/>
          </p:nvPicPr>
          <p:blipFill>
            <a:blip r:embed="rId305" cstate="print"/>
            <a:stretch>
              <a:fillRect/>
            </a:stretch>
          </p:blipFill>
          <p:spPr>
            <a:xfrm>
              <a:off x="6283109" y="7085215"/>
              <a:ext cx="258622" cy="158356"/>
            </a:xfrm>
            <a:prstGeom prst="rect">
              <a:avLst/>
            </a:prstGeom>
          </p:spPr>
        </p:pic>
        <p:pic>
          <p:nvPicPr>
            <p:cNvPr id="498" name="object 498"/>
            <p:cNvPicPr/>
            <p:nvPr/>
          </p:nvPicPr>
          <p:blipFill>
            <a:blip r:embed="rId306" cstate="print"/>
            <a:stretch>
              <a:fillRect/>
            </a:stretch>
          </p:blipFill>
          <p:spPr>
            <a:xfrm>
              <a:off x="6568859" y="7085215"/>
              <a:ext cx="144653" cy="161925"/>
            </a:xfrm>
            <a:prstGeom prst="rect">
              <a:avLst/>
            </a:prstGeom>
          </p:spPr>
        </p:pic>
      </p:grpSp>
      <p:grpSp>
        <p:nvGrpSpPr>
          <p:cNvPr id="499" name="object 499"/>
          <p:cNvGrpSpPr/>
          <p:nvPr/>
        </p:nvGrpSpPr>
        <p:grpSpPr>
          <a:xfrm>
            <a:off x="6821525" y="7029856"/>
            <a:ext cx="501015" cy="217804"/>
            <a:chOff x="6821525" y="7029856"/>
            <a:chExt cx="501015" cy="217804"/>
          </a:xfrm>
        </p:grpSpPr>
        <p:pic>
          <p:nvPicPr>
            <p:cNvPr id="500" name="object 500"/>
            <p:cNvPicPr/>
            <p:nvPr/>
          </p:nvPicPr>
          <p:blipFill>
            <a:blip r:embed="rId307" cstate="print"/>
            <a:stretch>
              <a:fillRect/>
            </a:stretch>
          </p:blipFill>
          <p:spPr>
            <a:xfrm>
              <a:off x="6821525" y="7085215"/>
              <a:ext cx="145262" cy="161925"/>
            </a:xfrm>
            <a:prstGeom prst="rect">
              <a:avLst/>
            </a:prstGeom>
          </p:spPr>
        </p:pic>
        <p:pic>
          <p:nvPicPr>
            <p:cNvPr id="501" name="object 501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6997826" y="7085215"/>
              <a:ext cx="141097" cy="158356"/>
            </a:xfrm>
            <a:prstGeom prst="rect">
              <a:avLst/>
            </a:prstGeom>
          </p:spPr>
        </p:pic>
        <p:pic>
          <p:nvPicPr>
            <p:cNvPr id="502" name="object 502"/>
            <p:cNvPicPr/>
            <p:nvPr/>
          </p:nvPicPr>
          <p:blipFill>
            <a:blip r:embed="rId308" cstate="print"/>
            <a:stretch>
              <a:fillRect/>
            </a:stretch>
          </p:blipFill>
          <p:spPr>
            <a:xfrm>
              <a:off x="7171475" y="7029856"/>
              <a:ext cx="150938" cy="217284"/>
            </a:xfrm>
            <a:prstGeom prst="rect">
              <a:avLst/>
            </a:prstGeom>
          </p:spPr>
        </p:pic>
      </p:grpSp>
      <p:pic>
        <p:nvPicPr>
          <p:cNvPr id="503" name="object 503"/>
          <p:cNvPicPr/>
          <p:nvPr/>
        </p:nvPicPr>
        <p:blipFill>
          <a:blip r:embed="rId309" cstate="print"/>
          <a:stretch>
            <a:fillRect/>
          </a:stretch>
        </p:blipFill>
        <p:spPr>
          <a:xfrm>
            <a:off x="7425715" y="7029856"/>
            <a:ext cx="1726552" cy="217284"/>
          </a:xfrm>
          <a:prstGeom prst="rect">
            <a:avLst/>
          </a:prstGeom>
        </p:spPr>
      </p:pic>
      <p:grpSp>
        <p:nvGrpSpPr>
          <p:cNvPr id="504" name="object 504"/>
          <p:cNvGrpSpPr/>
          <p:nvPr/>
        </p:nvGrpSpPr>
        <p:grpSpPr>
          <a:xfrm>
            <a:off x="9270987" y="7029856"/>
            <a:ext cx="224154" cy="213995"/>
            <a:chOff x="9270987" y="7029856"/>
            <a:chExt cx="224154" cy="213995"/>
          </a:xfrm>
        </p:grpSpPr>
        <p:sp>
          <p:nvSpPr>
            <p:cNvPr id="505" name="object 505"/>
            <p:cNvSpPr/>
            <p:nvPr/>
          </p:nvSpPr>
          <p:spPr>
            <a:xfrm>
              <a:off x="9270988" y="70298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6" name="object 506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9353512" y="7085215"/>
              <a:ext cx="141084" cy="158356"/>
            </a:xfrm>
            <a:prstGeom prst="rect">
              <a:avLst/>
            </a:prstGeom>
          </p:spPr>
        </p:pic>
      </p:grpSp>
      <p:grpSp>
        <p:nvGrpSpPr>
          <p:cNvPr id="507" name="object 507"/>
          <p:cNvGrpSpPr/>
          <p:nvPr/>
        </p:nvGrpSpPr>
        <p:grpSpPr>
          <a:xfrm>
            <a:off x="9618738" y="7029856"/>
            <a:ext cx="1077595" cy="217804"/>
            <a:chOff x="9618738" y="7029856"/>
            <a:chExt cx="1077595" cy="217804"/>
          </a:xfrm>
        </p:grpSpPr>
        <p:pic>
          <p:nvPicPr>
            <p:cNvPr id="508" name="object 508"/>
            <p:cNvPicPr/>
            <p:nvPr/>
          </p:nvPicPr>
          <p:blipFill>
            <a:blip r:embed="rId310" cstate="print"/>
            <a:stretch>
              <a:fillRect/>
            </a:stretch>
          </p:blipFill>
          <p:spPr>
            <a:xfrm>
              <a:off x="9618738" y="7085215"/>
              <a:ext cx="141084" cy="158356"/>
            </a:xfrm>
            <a:prstGeom prst="rect">
              <a:avLst/>
            </a:prstGeom>
          </p:spPr>
        </p:pic>
        <p:pic>
          <p:nvPicPr>
            <p:cNvPr id="509" name="object 509"/>
            <p:cNvPicPr/>
            <p:nvPr/>
          </p:nvPicPr>
          <p:blipFill>
            <a:blip r:embed="rId311" cstate="print"/>
            <a:stretch>
              <a:fillRect/>
            </a:stretch>
          </p:blipFill>
          <p:spPr>
            <a:xfrm>
              <a:off x="9800640" y="7088796"/>
              <a:ext cx="140690" cy="158343"/>
            </a:xfrm>
            <a:prstGeom prst="rect">
              <a:avLst/>
            </a:prstGeom>
          </p:spPr>
        </p:pic>
        <p:pic>
          <p:nvPicPr>
            <p:cNvPr id="510" name="object 510"/>
            <p:cNvPicPr/>
            <p:nvPr/>
          </p:nvPicPr>
          <p:blipFill>
            <a:blip r:embed="rId312" cstate="print"/>
            <a:stretch>
              <a:fillRect/>
            </a:stretch>
          </p:blipFill>
          <p:spPr>
            <a:xfrm>
              <a:off x="9980764" y="7085215"/>
              <a:ext cx="227609" cy="158356"/>
            </a:xfrm>
            <a:prstGeom prst="rect">
              <a:avLst/>
            </a:prstGeom>
          </p:spPr>
        </p:pic>
        <p:pic>
          <p:nvPicPr>
            <p:cNvPr id="511" name="object 511"/>
            <p:cNvPicPr/>
            <p:nvPr/>
          </p:nvPicPr>
          <p:blipFill>
            <a:blip r:embed="rId313" cstate="print"/>
            <a:stretch>
              <a:fillRect/>
            </a:stretch>
          </p:blipFill>
          <p:spPr>
            <a:xfrm>
              <a:off x="10247324" y="7029856"/>
              <a:ext cx="151091" cy="217284"/>
            </a:xfrm>
            <a:prstGeom prst="rect">
              <a:avLst/>
            </a:prstGeom>
          </p:spPr>
        </p:pic>
        <p:pic>
          <p:nvPicPr>
            <p:cNvPr id="512" name="object 512"/>
            <p:cNvPicPr/>
            <p:nvPr/>
          </p:nvPicPr>
          <p:blipFill>
            <a:blip r:embed="rId314" cstate="print"/>
            <a:stretch>
              <a:fillRect/>
            </a:stretch>
          </p:blipFill>
          <p:spPr>
            <a:xfrm>
              <a:off x="10419511" y="7085215"/>
              <a:ext cx="144462" cy="161925"/>
            </a:xfrm>
            <a:prstGeom prst="rect">
              <a:avLst/>
            </a:prstGeom>
          </p:spPr>
        </p:pic>
        <p:pic>
          <p:nvPicPr>
            <p:cNvPr id="513" name="object 513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0595609" y="7085215"/>
              <a:ext cx="100215" cy="158356"/>
            </a:xfrm>
            <a:prstGeom prst="rect">
              <a:avLst/>
            </a:prstGeom>
          </p:spPr>
        </p:pic>
      </p:grpSp>
      <p:grpSp>
        <p:nvGrpSpPr>
          <p:cNvPr id="514" name="object 514"/>
          <p:cNvGrpSpPr/>
          <p:nvPr/>
        </p:nvGrpSpPr>
        <p:grpSpPr>
          <a:xfrm>
            <a:off x="10781969" y="7085215"/>
            <a:ext cx="901065" cy="206375"/>
            <a:chOff x="10781969" y="7085215"/>
            <a:chExt cx="901065" cy="206375"/>
          </a:xfrm>
        </p:grpSpPr>
        <p:pic>
          <p:nvPicPr>
            <p:cNvPr id="515" name="object 515"/>
            <p:cNvPicPr/>
            <p:nvPr/>
          </p:nvPicPr>
          <p:blipFill>
            <a:blip r:embed="rId288" cstate="print"/>
            <a:stretch>
              <a:fillRect/>
            </a:stretch>
          </p:blipFill>
          <p:spPr>
            <a:xfrm>
              <a:off x="10781969" y="7085215"/>
              <a:ext cx="144665" cy="161925"/>
            </a:xfrm>
            <a:prstGeom prst="rect">
              <a:avLst/>
            </a:prstGeom>
          </p:spPr>
        </p:pic>
        <p:pic>
          <p:nvPicPr>
            <p:cNvPr id="516" name="object 516"/>
            <p:cNvPicPr/>
            <p:nvPr/>
          </p:nvPicPr>
          <p:blipFill>
            <a:blip r:embed="rId315" cstate="print"/>
            <a:stretch>
              <a:fillRect/>
            </a:stretch>
          </p:blipFill>
          <p:spPr>
            <a:xfrm>
              <a:off x="10950536" y="7085215"/>
              <a:ext cx="144462" cy="161925"/>
            </a:xfrm>
            <a:prstGeom prst="rect">
              <a:avLst/>
            </a:prstGeom>
          </p:spPr>
        </p:pic>
        <p:pic>
          <p:nvPicPr>
            <p:cNvPr id="517" name="object 517"/>
            <p:cNvPicPr/>
            <p:nvPr/>
          </p:nvPicPr>
          <p:blipFill>
            <a:blip r:embed="rId310" cstate="print"/>
            <a:stretch>
              <a:fillRect/>
            </a:stretch>
          </p:blipFill>
          <p:spPr>
            <a:xfrm>
              <a:off x="11128032" y="7085215"/>
              <a:ext cx="141084" cy="158356"/>
            </a:xfrm>
            <a:prstGeom prst="rect">
              <a:avLst/>
            </a:prstGeom>
          </p:spPr>
        </p:pic>
        <p:pic>
          <p:nvPicPr>
            <p:cNvPr id="518" name="object 518"/>
            <p:cNvPicPr/>
            <p:nvPr/>
          </p:nvPicPr>
          <p:blipFill>
            <a:blip r:embed="rId316" cstate="print"/>
            <a:stretch>
              <a:fillRect/>
            </a:stretch>
          </p:blipFill>
          <p:spPr>
            <a:xfrm>
              <a:off x="11296243" y="7085215"/>
              <a:ext cx="144665" cy="161925"/>
            </a:xfrm>
            <a:prstGeom prst="rect">
              <a:avLst/>
            </a:prstGeom>
          </p:spPr>
        </p:pic>
        <p:pic>
          <p:nvPicPr>
            <p:cNvPr id="519" name="object 519"/>
            <p:cNvPicPr/>
            <p:nvPr/>
          </p:nvPicPr>
          <p:blipFill>
            <a:blip r:embed="rId317" cstate="print"/>
            <a:stretch>
              <a:fillRect/>
            </a:stretch>
          </p:blipFill>
          <p:spPr>
            <a:xfrm>
              <a:off x="11464810" y="7085215"/>
              <a:ext cx="144462" cy="161925"/>
            </a:xfrm>
            <a:prstGeom prst="rect">
              <a:avLst/>
            </a:prstGeom>
          </p:spPr>
        </p:pic>
        <p:sp>
          <p:nvSpPr>
            <p:cNvPr id="520" name="object 520"/>
            <p:cNvSpPr/>
            <p:nvPr/>
          </p:nvSpPr>
          <p:spPr>
            <a:xfrm>
              <a:off x="11638330" y="7202690"/>
              <a:ext cx="44450" cy="88900"/>
            </a:xfrm>
            <a:custGeom>
              <a:avLst/>
              <a:gdLst/>
              <a:ahLst/>
              <a:cxnLst/>
              <a:rect l="l" t="t" r="r" b="b"/>
              <a:pathLst>
                <a:path w="44450" h="88900">
                  <a:moveTo>
                    <a:pt x="44259" y="0"/>
                  </a:moveTo>
                  <a:lnTo>
                    <a:pt x="3378" y="0"/>
                  </a:lnTo>
                  <a:lnTo>
                    <a:pt x="3378" y="40881"/>
                  </a:lnTo>
                  <a:lnTo>
                    <a:pt x="23215" y="40881"/>
                  </a:lnTo>
                  <a:lnTo>
                    <a:pt x="22948" y="49085"/>
                  </a:lnTo>
                  <a:lnTo>
                    <a:pt x="21031" y="55562"/>
                  </a:lnTo>
                  <a:lnTo>
                    <a:pt x="14020" y="65087"/>
                  </a:lnTo>
                  <a:lnTo>
                    <a:pt x="8204" y="68859"/>
                  </a:lnTo>
                  <a:lnTo>
                    <a:pt x="0" y="71640"/>
                  </a:lnTo>
                  <a:lnTo>
                    <a:pt x="7937" y="88506"/>
                  </a:lnTo>
                  <a:lnTo>
                    <a:pt x="39090" y="64033"/>
                  </a:lnTo>
                  <a:lnTo>
                    <a:pt x="44259" y="29171"/>
                  </a:lnTo>
                  <a:lnTo>
                    <a:pt x="442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1" name="object 521"/>
          <p:cNvGrpSpPr/>
          <p:nvPr/>
        </p:nvGrpSpPr>
        <p:grpSpPr>
          <a:xfrm>
            <a:off x="11799404" y="7029856"/>
            <a:ext cx="1309370" cy="276860"/>
            <a:chOff x="11799404" y="7029856"/>
            <a:chExt cx="1309370" cy="276860"/>
          </a:xfrm>
        </p:grpSpPr>
        <p:pic>
          <p:nvPicPr>
            <p:cNvPr id="522" name="object 522"/>
            <p:cNvPicPr/>
            <p:nvPr/>
          </p:nvPicPr>
          <p:blipFill>
            <a:blip r:embed="rId318" cstate="print"/>
            <a:stretch>
              <a:fillRect/>
            </a:stretch>
          </p:blipFill>
          <p:spPr>
            <a:xfrm>
              <a:off x="11799404" y="7085215"/>
              <a:ext cx="146050" cy="161925"/>
            </a:xfrm>
            <a:prstGeom prst="rect">
              <a:avLst/>
            </a:prstGeom>
          </p:spPr>
        </p:pic>
        <p:pic>
          <p:nvPicPr>
            <p:cNvPr id="523" name="object 523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1964999" y="7085215"/>
              <a:ext cx="159740" cy="161925"/>
            </a:xfrm>
            <a:prstGeom prst="rect">
              <a:avLst/>
            </a:prstGeom>
          </p:spPr>
        </p:pic>
        <p:pic>
          <p:nvPicPr>
            <p:cNvPr id="524" name="object 524"/>
            <p:cNvPicPr/>
            <p:nvPr/>
          </p:nvPicPr>
          <p:blipFill>
            <a:blip r:embed="rId319" cstate="print"/>
            <a:stretch>
              <a:fillRect/>
            </a:stretch>
          </p:blipFill>
          <p:spPr>
            <a:xfrm>
              <a:off x="12156033" y="7088796"/>
              <a:ext cx="140690" cy="158343"/>
            </a:xfrm>
            <a:prstGeom prst="rect">
              <a:avLst/>
            </a:prstGeom>
          </p:spPr>
        </p:pic>
        <p:pic>
          <p:nvPicPr>
            <p:cNvPr id="525" name="object 525"/>
            <p:cNvPicPr/>
            <p:nvPr/>
          </p:nvPicPr>
          <p:blipFill>
            <a:blip r:embed="rId310" cstate="print"/>
            <a:stretch>
              <a:fillRect/>
            </a:stretch>
          </p:blipFill>
          <p:spPr>
            <a:xfrm>
              <a:off x="12338735" y="7085215"/>
              <a:ext cx="141084" cy="158356"/>
            </a:xfrm>
            <a:prstGeom prst="rect">
              <a:avLst/>
            </a:prstGeom>
          </p:spPr>
        </p:pic>
        <p:pic>
          <p:nvPicPr>
            <p:cNvPr id="526" name="object 526"/>
            <p:cNvPicPr/>
            <p:nvPr/>
          </p:nvPicPr>
          <p:blipFill>
            <a:blip r:embed="rId320" cstate="print"/>
            <a:stretch>
              <a:fillRect/>
            </a:stretch>
          </p:blipFill>
          <p:spPr>
            <a:xfrm>
              <a:off x="12504572" y="7034224"/>
              <a:ext cx="91071" cy="212915"/>
            </a:xfrm>
            <a:prstGeom prst="rect">
              <a:avLst/>
            </a:prstGeom>
          </p:spPr>
        </p:pic>
        <p:sp>
          <p:nvSpPr>
            <p:cNvPr id="527" name="object 527"/>
            <p:cNvSpPr/>
            <p:nvPr/>
          </p:nvSpPr>
          <p:spPr>
            <a:xfrm>
              <a:off x="12620815" y="70298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8" name="object 528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12703339" y="7085215"/>
              <a:ext cx="141084" cy="158356"/>
            </a:xfrm>
            <a:prstGeom prst="rect">
              <a:avLst/>
            </a:prstGeom>
          </p:spPr>
        </p:pic>
        <p:pic>
          <p:nvPicPr>
            <p:cNvPr id="529" name="object 529"/>
            <p:cNvPicPr/>
            <p:nvPr/>
          </p:nvPicPr>
          <p:blipFill>
            <a:blip r:embed="rId321" cstate="print"/>
            <a:stretch>
              <a:fillRect/>
            </a:stretch>
          </p:blipFill>
          <p:spPr>
            <a:xfrm>
              <a:off x="12876910" y="7085215"/>
              <a:ext cx="151015" cy="221259"/>
            </a:xfrm>
            <a:prstGeom prst="rect">
              <a:avLst/>
            </a:prstGeom>
          </p:spPr>
        </p:pic>
        <p:sp>
          <p:nvSpPr>
            <p:cNvPr id="530" name="object 530"/>
            <p:cNvSpPr/>
            <p:nvPr/>
          </p:nvSpPr>
          <p:spPr>
            <a:xfrm>
              <a:off x="13063981" y="7202690"/>
              <a:ext cx="44450" cy="88900"/>
            </a:xfrm>
            <a:custGeom>
              <a:avLst/>
              <a:gdLst/>
              <a:ahLst/>
              <a:cxnLst/>
              <a:rect l="l" t="t" r="r" b="b"/>
              <a:pathLst>
                <a:path w="44450" h="88900">
                  <a:moveTo>
                    <a:pt x="44246" y="0"/>
                  </a:moveTo>
                  <a:lnTo>
                    <a:pt x="3365" y="0"/>
                  </a:lnTo>
                  <a:lnTo>
                    <a:pt x="3365" y="40881"/>
                  </a:lnTo>
                  <a:lnTo>
                    <a:pt x="23215" y="40881"/>
                  </a:lnTo>
                  <a:lnTo>
                    <a:pt x="22948" y="49085"/>
                  </a:lnTo>
                  <a:lnTo>
                    <a:pt x="21031" y="55562"/>
                  </a:lnTo>
                  <a:lnTo>
                    <a:pt x="14020" y="65087"/>
                  </a:lnTo>
                  <a:lnTo>
                    <a:pt x="8204" y="68859"/>
                  </a:lnTo>
                  <a:lnTo>
                    <a:pt x="0" y="71640"/>
                  </a:lnTo>
                  <a:lnTo>
                    <a:pt x="7937" y="88506"/>
                  </a:lnTo>
                  <a:lnTo>
                    <a:pt x="39090" y="64033"/>
                  </a:lnTo>
                  <a:lnTo>
                    <a:pt x="44246" y="29171"/>
                  </a:lnTo>
                  <a:lnTo>
                    <a:pt x="442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1" name="object 531"/>
          <p:cNvGrpSpPr/>
          <p:nvPr/>
        </p:nvGrpSpPr>
        <p:grpSpPr>
          <a:xfrm>
            <a:off x="13223468" y="7029856"/>
            <a:ext cx="501015" cy="217804"/>
            <a:chOff x="13223468" y="7029856"/>
            <a:chExt cx="501015" cy="217804"/>
          </a:xfrm>
        </p:grpSpPr>
        <p:pic>
          <p:nvPicPr>
            <p:cNvPr id="532" name="object 532"/>
            <p:cNvPicPr/>
            <p:nvPr/>
          </p:nvPicPr>
          <p:blipFill>
            <a:blip r:embed="rId322" cstate="print"/>
            <a:stretch>
              <a:fillRect/>
            </a:stretch>
          </p:blipFill>
          <p:spPr>
            <a:xfrm>
              <a:off x="13223468" y="7085215"/>
              <a:ext cx="145249" cy="161925"/>
            </a:xfrm>
            <a:prstGeom prst="rect">
              <a:avLst/>
            </a:prstGeom>
          </p:spPr>
        </p:pic>
        <p:pic>
          <p:nvPicPr>
            <p:cNvPr id="533" name="object 533"/>
            <p:cNvPicPr/>
            <p:nvPr/>
          </p:nvPicPr>
          <p:blipFill>
            <a:blip r:embed="rId323" cstate="print"/>
            <a:stretch>
              <a:fillRect/>
            </a:stretch>
          </p:blipFill>
          <p:spPr>
            <a:xfrm>
              <a:off x="13399770" y="7085215"/>
              <a:ext cx="141084" cy="158356"/>
            </a:xfrm>
            <a:prstGeom prst="rect">
              <a:avLst/>
            </a:prstGeom>
          </p:spPr>
        </p:pic>
        <p:pic>
          <p:nvPicPr>
            <p:cNvPr id="534" name="object 534"/>
            <p:cNvPicPr/>
            <p:nvPr/>
          </p:nvPicPr>
          <p:blipFill>
            <a:blip r:embed="rId324" cstate="print"/>
            <a:stretch>
              <a:fillRect/>
            </a:stretch>
          </p:blipFill>
          <p:spPr>
            <a:xfrm>
              <a:off x="13573418" y="7029856"/>
              <a:ext cx="150938" cy="217284"/>
            </a:xfrm>
            <a:prstGeom prst="rect">
              <a:avLst/>
            </a:prstGeom>
          </p:spPr>
        </p:pic>
      </p:grpSp>
      <p:grpSp>
        <p:nvGrpSpPr>
          <p:cNvPr id="535" name="object 535"/>
          <p:cNvGrpSpPr/>
          <p:nvPr/>
        </p:nvGrpSpPr>
        <p:grpSpPr>
          <a:xfrm>
            <a:off x="13846505" y="7029856"/>
            <a:ext cx="731520" cy="273050"/>
            <a:chOff x="13846505" y="7029856"/>
            <a:chExt cx="731520" cy="273050"/>
          </a:xfrm>
        </p:grpSpPr>
        <p:pic>
          <p:nvPicPr>
            <p:cNvPr id="536" name="object 536"/>
            <p:cNvPicPr/>
            <p:nvPr/>
          </p:nvPicPr>
          <p:blipFill>
            <a:blip r:embed="rId325" cstate="print"/>
            <a:stretch>
              <a:fillRect/>
            </a:stretch>
          </p:blipFill>
          <p:spPr>
            <a:xfrm>
              <a:off x="13846505" y="7085215"/>
              <a:ext cx="151003" cy="217297"/>
            </a:xfrm>
            <a:prstGeom prst="rect">
              <a:avLst/>
            </a:prstGeom>
          </p:spPr>
        </p:pic>
        <p:sp>
          <p:nvSpPr>
            <p:cNvPr id="537" name="object 537"/>
            <p:cNvSpPr/>
            <p:nvPr/>
          </p:nvSpPr>
          <p:spPr>
            <a:xfrm>
              <a:off x="14029994" y="70298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8" name="object 538"/>
            <p:cNvPicPr/>
            <p:nvPr/>
          </p:nvPicPr>
          <p:blipFill>
            <a:blip r:embed="rId326" cstate="print"/>
            <a:stretch>
              <a:fillRect/>
            </a:stretch>
          </p:blipFill>
          <p:spPr>
            <a:xfrm>
              <a:off x="14102207" y="7085215"/>
              <a:ext cx="145249" cy="161925"/>
            </a:xfrm>
            <a:prstGeom prst="rect">
              <a:avLst/>
            </a:prstGeom>
          </p:spPr>
        </p:pic>
        <p:pic>
          <p:nvPicPr>
            <p:cNvPr id="539" name="object 539"/>
            <p:cNvPicPr/>
            <p:nvPr/>
          </p:nvPicPr>
          <p:blipFill>
            <a:blip r:embed="rId327" cstate="print"/>
            <a:stretch>
              <a:fillRect/>
            </a:stretch>
          </p:blipFill>
          <p:spPr>
            <a:xfrm>
              <a:off x="14269770" y="7085215"/>
              <a:ext cx="307644" cy="161925"/>
            </a:xfrm>
            <a:prstGeom prst="rect">
              <a:avLst/>
            </a:prstGeom>
          </p:spPr>
        </p:pic>
      </p:grp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  <p:grpSp>
        <p:nvGrpSpPr>
          <p:cNvPr id="540" name="object 540"/>
          <p:cNvGrpSpPr/>
          <p:nvPr/>
        </p:nvGrpSpPr>
        <p:grpSpPr>
          <a:xfrm>
            <a:off x="14673935" y="7029856"/>
            <a:ext cx="749935" cy="217804"/>
            <a:chOff x="14673935" y="7029856"/>
            <a:chExt cx="749935" cy="217804"/>
          </a:xfrm>
        </p:grpSpPr>
        <p:pic>
          <p:nvPicPr>
            <p:cNvPr id="541" name="object 541"/>
            <p:cNvPicPr/>
            <p:nvPr/>
          </p:nvPicPr>
          <p:blipFill>
            <a:blip r:embed="rId328" cstate="print"/>
            <a:stretch>
              <a:fillRect/>
            </a:stretch>
          </p:blipFill>
          <p:spPr>
            <a:xfrm>
              <a:off x="14673935" y="7085215"/>
              <a:ext cx="320420" cy="161925"/>
            </a:xfrm>
            <a:prstGeom prst="rect">
              <a:avLst/>
            </a:prstGeom>
          </p:spPr>
        </p:pic>
        <p:sp>
          <p:nvSpPr>
            <p:cNvPr id="542" name="object 542"/>
            <p:cNvSpPr/>
            <p:nvPr/>
          </p:nvSpPr>
          <p:spPr>
            <a:xfrm>
              <a:off x="15025725" y="70298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94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94" y="213715"/>
                  </a:lnTo>
                  <a:lnTo>
                    <a:pt x="4089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3" name="object 543"/>
            <p:cNvPicPr/>
            <p:nvPr/>
          </p:nvPicPr>
          <p:blipFill>
            <a:blip r:embed="rId329" cstate="print"/>
            <a:stretch>
              <a:fillRect/>
            </a:stretch>
          </p:blipFill>
          <p:spPr>
            <a:xfrm>
              <a:off x="15107894" y="7088796"/>
              <a:ext cx="140715" cy="158343"/>
            </a:xfrm>
            <a:prstGeom prst="rect">
              <a:avLst/>
            </a:prstGeom>
          </p:spPr>
        </p:pic>
        <p:pic>
          <p:nvPicPr>
            <p:cNvPr id="544" name="object 544"/>
            <p:cNvPicPr/>
            <p:nvPr/>
          </p:nvPicPr>
          <p:blipFill>
            <a:blip r:embed="rId330" cstate="print"/>
            <a:stretch>
              <a:fillRect/>
            </a:stretch>
          </p:blipFill>
          <p:spPr>
            <a:xfrm>
              <a:off x="15279090" y="7085215"/>
              <a:ext cx="144398" cy="161925"/>
            </a:xfrm>
            <a:prstGeom prst="rect">
              <a:avLst/>
            </a:prstGeom>
          </p:spPr>
        </p:pic>
      </p:grpSp>
      <p:pic>
        <p:nvPicPr>
          <p:cNvPr id="545" name="object 545"/>
          <p:cNvPicPr/>
          <p:nvPr/>
        </p:nvPicPr>
        <p:blipFill>
          <a:blip r:embed="rId331" cstate="print"/>
          <a:stretch>
            <a:fillRect/>
          </a:stretch>
        </p:blipFill>
        <p:spPr>
          <a:xfrm>
            <a:off x="2187966" y="7453324"/>
            <a:ext cx="266468" cy="212915"/>
          </a:xfrm>
          <a:prstGeom prst="rect">
            <a:avLst/>
          </a:prstGeom>
        </p:spPr>
      </p:pic>
      <p:grpSp>
        <p:nvGrpSpPr>
          <p:cNvPr id="546" name="object 546"/>
          <p:cNvGrpSpPr/>
          <p:nvPr/>
        </p:nvGrpSpPr>
        <p:grpSpPr>
          <a:xfrm>
            <a:off x="2568251" y="7448956"/>
            <a:ext cx="1045844" cy="273050"/>
            <a:chOff x="2568251" y="7448956"/>
            <a:chExt cx="1045844" cy="273050"/>
          </a:xfrm>
        </p:grpSpPr>
        <p:pic>
          <p:nvPicPr>
            <p:cNvPr id="547" name="object 547"/>
            <p:cNvPicPr/>
            <p:nvPr/>
          </p:nvPicPr>
          <p:blipFill>
            <a:blip r:embed="rId332" cstate="print"/>
            <a:stretch>
              <a:fillRect/>
            </a:stretch>
          </p:blipFill>
          <p:spPr>
            <a:xfrm>
              <a:off x="2568251" y="7504315"/>
              <a:ext cx="150998" cy="217297"/>
            </a:xfrm>
            <a:prstGeom prst="rect">
              <a:avLst/>
            </a:prstGeom>
          </p:spPr>
        </p:pic>
        <p:pic>
          <p:nvPicPr>
            <p:cNvPr id="548" name="object 548"/>
            <p:cNvPicPr/>
            <p:nvPr/>
          </p:nvPicPr>
          <p:blipFill>
            <a:blip r:embed="rId333" cstate="print"/>
            <a:stretch>
              <a:fillRect/>
            </a:stretch>
          </p:blipFill>
          <p:spPr>
            <a:xfrm>
              <a:off x="2749960" y="7504315"/>
              <a:ext cx="441130" cy="161925"/>
            </a:xfrm>
            <a:prstGeom prst="rect">
              <a:avLst/>
            </a:prstGeom>
          </p:spPr>
        </p:pic>
        <p:sp>
          <p:nvSpPr>
            <p:cNvPr id="549" name="object 549"/>
            <p:cNvSpPr/>
            <p:nvPr/>
          </p:nvSpPr>
          <p:spPr>
            <a:xfrm>
              <a:off x="3216173" y="74489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0" name="object 550"/>
            <p:cNvPicPr/>
            <p:nvPr/>
          </p:nvPicPr>
          <p:blipFill>
            <a:blip r:embed="rId334" cstate="print"/>
            <a:stretch>
              <a:fillRect/>
            </a:stretch>
          </p:blipFill>
          <p:spPr>
            <a:xfrm>
              <a:off x="3290050" y="7448956"/>
              <a:ext cx="150925" cy="217284"/>
            </a:xfrm>
            <a:prstGeom prst="rect">
              <a:avLst/>
            </a:prstGeom>
          </p:spPr>
        </p:pic>
        <p:pic>
          <p:nvPicPr>
            <p:cNvPr id="551" name="object 551"/>
            <p:cNvPicPr/>
            <p:nvPr/>
          </p:nvPicPr>
          <p:blipFill>
            <a:blip r:embed="rId335" cstate="print"/>
            <a:stretch>
              <a:fillRect/>
            </a:stretch>
          </p:blipFill>
          <p:spPr>
            <a:xfrm>
              <a:off x="3469500" y="7504315"/>
              <a:ext cx="144462" cy="161925"/>
            </a:xfrm>
            <a:prstGeom prst="rect">
              <a:avLst/>
            </a:prstGeom>
          </p:spPr>
        </p:pic>
      </p:grpSp>
      <p:pic>
        <p:nvPicPr>
          <p:cNvPr id="552" name="object 552"/>
          <p:cNvPicPr/>
          <p:nvPr/>
        </p:nvPicPr>
        <p:blipFill>
          <a:blip r:embed="rId336" cstate="print"/>
          <a:stretch>
            <a:fillRect/>
          </a:stretch>
        </p:blipFill>
        <p:spPr>
          <a:xfrm>
            <a:off x="3713441" y="7448956"/>
            <a:ext cx="1153909" cy="276618"/>
          </a:xfrm>
          <a:prstGeom prst="rect">
            <a:avLst/>
          </a:prstGeom>
        </p:spPr>
      </p:pic>
      <p:grpSp>
        <p:nvGrpSpPr>
          <p:cNvPr id="553" name="object 553"/>
          <p:cNvGrpSpPr/>
          <p:nvPr/>
        </p:nvGrpSpPr>
        <p:grpSpPr>
          <a:xfrm>
            <a:off x="4989499" y="7448956"/>
            <a:ext cx="1186815" cy="273050"/>
            <a:chOff x="4989499" y="7448956"/>
            <a:chExt cx="1186815" cy="273050"/>
          </a:xfrm>
        </p:grpSpPr>
        <p:pic>
          <p:nvPicPr>
            <p:cNvPr id="554" name="object 554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989499" y="7504315"/>
              <a:ext cx="151003" cy="217297"/>
            </a:xfrm>
            <a:prstGeom prst="rect">
              <a:avLst/>
            </a:prstGeom>
          </p:spPr>
        </p:pic>
        <p:pic>
          <p:nvPicPr>
            <p:cNvPr id="555" name="object 555"/>
            <p:cNvPicPr/>
            <p:nvPr/>
          </p:nvPicPr>
          <p:blipFill>
            <a:blip r:embed="rId337" cstate="print"/>
            <a:stretch>
              <a:fillRect/>
            </a:stretch>
          </p:blipFill>
          <p:spPr>
            <a:xfrm>
              <a:off x="5171211" y="7504315"/>
              <a:ext cx="252475" cy="161925"/>
            </a:xfrm>
            <a:prstGeom prst="rect">
              <a:avLst/>
            </a:prstGeom>
          </p:spPr>
        </p:pic>
        <p:pic>
          <p:nvPicPr>
            <p:cNvPr id="556" name="object 556"/>
            <p:cNvPicPr/>
            <p:nvPr/>
          </p:nvPicPr>
          <p:blipFill>
            <a:blip r:embed="rId338" cstate="print"/>
            <a:stretch>
              <a:fillRect/>
            </a:stretch>
          </p:blipFill>
          <p:spPr>
            <a:xfrm>
              <a:off x="5446001" y="7453324"/>
              <a:ext cx="249326" cy="212915"/>
            </a:xfrm>
            <a:prstGeom prst="rect">
              <a:avLst/>
            </a:prstGeom>
          </p:spPr>
        </p:pic>
        <p:sp>
          <p:nvSpPr>
            <p:cNvPr id="557" name="object 557"/>
            <p:cNvSpPr/>
            <p:nvPr/>
          </p:nvSpPr>
          <p:spPr>
            <a:xfrm>
              <a:off x="5720499" y="74489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5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8" name="object 558"/>
            <p:cNvPicPr/>
            <p:nvPr/>
          </p:nvPicPr>
          <p:blipFill>
            <a:blip r:embed="rId339" cstate="print"/>
            <a:stretch>
              <a:fillRect/>
            </a:stretch>
          </p:blipFill>
          <p:spPr>
            <a:xfrm>
              <a:off x="5794286" y="7504315"/>
              <a:ext cx="307670" cy="161925"/>
            </a:xfrm>
            <a:prstGeom prst="rect">
              <a:avLst/>
            </a:prstGeom>
          </p:spPr>
        </p:pic>
        <p:sp>
          <p:nvSpPr>
            <p:cNvPr id="559" name="object 559"/>
            <p:cNvSpPr/>
            <p:nvPr/>
          </p:nvSpPr>
          <p:spPr>
            <a:xfrm>
              <a:off x="6135382" y="7621790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40868" y="0"/>
                  </a:moveTo>
                  <a:lnTo>
                    <a:pt x="0" y="0"/>
                  </a:lnTo>
                  <a:lnTo>
                    <a:pt x="0" y="40881"/>
                  </a:lnTo>
                  <a:lnTo>
                    <a:pt x="40868" y="40881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60" name="object 56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44747" y="7940281"/>
            <a:ext cx="73818" cy="73825"/>
          </a:xfrm>
          <a:prstGeom prst="rect">
            <a:avLst/>
          </a:prstGeom>
        </p:spPr>
      </p:pic>
      <p:grpSp>
        <p:nvGrpSpPr>
          <p:cNvPr id="561" name="object 561"/>
          <p:cNvGrpSpPr/>
          <p:nvPr/>
        </p:nvGrpSpPr>
        <p:grpSpPr>
          <a:xfrm>
            <a:off x="2287950" y="7868056"/>
            <a:ext cx="1715770" cy="276860"/>
            <a:chOff x="2287950" y="7868056"/>
            <a:chExt cx="1715770" cy="276860"/>
          </a:xfrm>
        </p:grpSpPr>
        <p:pic>
          <p:nvPicPr>
            <p:cNvPr id="562" name="object 562"/>
            <p:cNvPicPr/>
            <p:nvPr/>
          </p:nvPicPr>
          <p:blipFill>
            <a:blip r:embed="rId340" cstate="print"/>
            <a:stretch>
              <a:fillRect/>
            </a:stretch>
          </p:blipFill>
          <p:spPr>
            <a:xfrm>
              <a:off x="2287950" y="7868056"/>
              <a:ext cx="355031" cy="276618"/>
            </a:xfrm>
            <a:prstGeom prst="rect">
              <a:avLst/>
            </a:prstGeom>
          </p:spPr>
        </p:pic>
        <p:pic>
          <p:nvPicPr>
            <p:cNvPr id="563" name="object 563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2668868" y="7923415"/>
              <a:ext cx="141089" cy="158356"/>
            </a:xfrm>
            <a:prstGeom prst="rect">
              <a:avLst/>
            </a:prstGeom>
          </p:spPr>
        </p:pic>
        <p:pic>
          <p:nvPicPr>
            <p:cNvPr id="564" name="object 564"/>
            <p:cNvPicPr/>
            <p:nvPr/>
          </p:nvPicPr>
          <p:blipFill>
            <a:blip r:embed="rId341" cstate="print"/>
            <a:stretch>
              <a:fillRect/>
            </a:stretch>
          </p:blipFill>
          <p:spPr>
            <a:xfrm>
              <a:off x="2840854" y="7923415"/>
              <a:ext cx="145258" cy="161925"/>
            </a:xfrm>
            <a:prstGeom prst="rect">
              <a:avLst/>
            </a:prstGeom>
          </p:spPr>
        </p:pic>
        <p:pic>
          <p:nvPicPr>
            <p:cNvPr id="565" name="object 565"/>
            <p:cNvPicPr/>
            <p:nvPr/>
          </p:nvPicPr>
          <p:blipFill>
            <a:blip r:embed="rId279" cstate="print"/>
            <a:stretch>
              <a:fillRect/>
            </a:stretch>
          </p:blipFill>
          <p:spPr>
            <a:xfrm>
              <a:off x="3014573" y="7923415"/>
              <a:ext cx="227609" cy="158356"/>
            </a:xfrm>
            <a:prstGeom prst="rect">
              <a:avLst/>
            </a:prstGeom>
          </p:spPr>
        </p:pic>
        <p:sp>
          <p:nvSpPr>
            <p:cNvPr id="566" name="object 566"/>
            <p:cNvSpPr/>
            <p:nvPr/>
          </p:nvSpPr>
          <p:spPr>
            <a:xfrm>
              <a:off x="3282924" y="78680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7" name="object 567"/>
            <p:cNvPicPr/>
            <p:nvPr/>
          </p:nvPicPr>
          <p:blipFill>
            <a:blip r:embed="rId342" cstate="print"/>
            <a:stretch>
              <a:fillRect/>
            </a:stretch>
          </p:blipFill>
          <p:spPr>
            <a:xfrm>
              <a:off x="3356711" y="7923415"/>
              <a:ext cx="309651" cy="161925"/>
            </a:xfrm>
            <a:prstGeom prst="rect">
              <a:avLst/>
            </a:prstGeom>
          </p:spPr>
        </p:pic>
        <p:sp>
          <p:nvSpPr>
            <p:cNvPr id="568" name="object 568"/>
            <p:cNvSpPr/>
            <p:nvPr/>
          </p:nvSpPr>
          <p:spPr>
            <a:xfrm>
              <a:off x="3697808" y="7868056"/>
              <a:ext cx="123825" cy="213995"/>
            </a:xfrm>
            <a:custGeom>
              <a:avLst/>
              <a:gdLst/>
              <a:ahLst/>
              <a:cxnLst/>
              <a:rect l="l" t="t" r="r" b="b"/>
              <a:pathLst>
                <a:path w="123825" h="213995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  <a:path w="123825" h="213995">
                  <a:moveTo>
                    <a:pt x="123799" y="0"/>
                  </a:moveTo>
                  <a:lnTo>
                    <a:pt x="82918" y="0"/>
                  </a:lnTo>
                  <a:lnTo>
                    <a:pt x="82918" y="213715"/>
                  </a:lnTo>
                  <a:lnTo>
                    <a:pt x="123799" y="213715"/>
                  </a:lnTo>
                  <a:lnTo>
                    <a:pt x="12379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9" name="object 569"/>
            <p:cNvPicPr/>
            <p:nvPr/>
          </p:nvPicPr>
          <p:blipFill>
            <a:blip r:embed="rId343" cstate="print"/>
            <a:stretch>
              <a:fillRect/>
            </a:stretch>
          </p:blipFill>
          <p:spPr>
            <a:xfrm>
              <a:off x="3844201" y="7926996"/>
              <a:ext cx="159143" cy="217677"/>
            </a:xfrm>
            <a:prstGeom prst="rect">
              <a:avLst/>
            </a:prstGeom>
          </p:spPr>
        </p:pic>
      </p:grpSp>
      <p:grpSp>
        <p:nvGrpSpPr>
          <p:cNvPr id="570" name="object 570"/>
          <p:cNvGrpSpPr/>
          <p:nvPr/>
        </p:nvGrpSpPr>
        <p:grpSpPr>
          <a:xfrm>
            <a:off x="4101833" y="7868056"/>
            <a:ext cx="1019810" cy="276860"/>
            <a:chOff x="4101833" y="7868056"/>
            <a:chExt cx="1019810" cy="276860"/>
          </a:xfrm>
        </p:grpSpPr>
        <p:pic>
          <p:nvPicPr>
            <p:cNvPr id="571" name="object 571"/>
            <p:cNvPicPr/>
            <p:nvPr/>
          </p:nvPicPr>
          <p:blipFill>
            <a:blip r:embed="rId344" cstate="print"/>
            <a:stretch>
              <a:fillRect/>
            </a:stretch>
          </p:blipFill>
          <p:spPr>
            <a:xfrm>
              <a:off x="4101833" y="7923415"/>
              <a:ext cx="145249" cy="161925"/>
            </a:xfrm>
            <a:prstGeom prst="rect">
              <a:avLst/>
            </a:prstGeom>
          </p:spPr>
        </p:pic>
        <p:pic>
          <p:nvPicPr>
            <p:cNvPr id="572" name="object 572"/>
            <p:cNvPicPr/>
            <p:nvPr/>
          </p:nvPicPr>
          <p:blipFill>
            <a:blip r:embed="rId345" cstate="print"/>
            <a:stretch>
              <a:fillRect/>
            </a:stretch>
          </p:blipFill>
          <p:spPr>
            <a:xfrm>
              <a:off x="4269474" y="7868056"/>
              <a:ext cx="150938" cy="217284"/>
            </a:xfrm>
            <a:prstGeom prst="rect">
              <a:avLst/>
            </a:prstGeom>
          </p:spPr>
        </p:pic>
        <p:sp>
          <p:nvSpPr>
            <p:cNvPr id="573" name="object 573"/>
            <p:cNvSpPr/>
            <p:nvPr/>
          </p:nvSpPr>
          <p:spPr>
            <a:xfrm>
              <a:off x="4425708" y="7868056"/>
              <a:ext cx="75565" cy="276860"/>
            </a:xfrm>
            <a:custGeom>
              <a:avLst/>
              <a:gdLst/>
              <a:ahLst/>
              <a:cxnLst/>
              <a:rect l="l" t="t" r="r" b="b"/>
              <a:pathLst>
                <a:path w="75564" h="276859">
                  <a:moveTo>
                    <a:pt x="75209" y="0"/>
                  </a:moveTo>
                  <a:lnTo>
                    <a:pt x="34328" y="0"/>
                  </a:lnTo>
                  <a:lnTo>
                    <a:pt x="34328" y="37896"/>
                  </a:lnTo>
                  <a:lnTo>
                    <a:pt x="75209" y="37896"/>
                  </a:lnTo>
                  <a:lnTo>
                    <a:pt x="75209" y="0"/>
                  </a:lnTo>
                  <a:close/>
                </a:path>
                <a:path w="75564" h="276859">
                  <a:moveTo>
                    <a:pt x="7150" y="237134"/>
                  </a:moveTo>
                  <a:lnTo>
                    <a:pt x="0" y="272059"/>
                  </a:lnTo>
                  <a:lnTo>
                    <a:pt x="5422" y="273646"/>
                  </a:lnTo>
                  <a:lnTo>
                    <a:pt x="10987" y="274883"/>
                  </a:lnTo>
                  <a:lnTo>
                    <a:pt x="11287" y="274883"/>
                  </a:lnTo>
                  <a:lnTo>
                    <a:pt x="15087" y="275424"/>
                  </a:lnTo>
                  <a:lnTo>
                    <a:pt x="19850" y="276225"/>
                  </a:lnTo>
                  <a:lnTo>
                    <a:pt x="24282" y="276618"/>
                  </a:lnTo>
                  <a:lnTo>
                    <a:pt x="28384" y="276618"/>
                  </a:lnTo>
                  <a:lnTo>
                    <a:pt x="35778" y="276225"/>
                  </a:lnTo>
                  <a:lnTo>
                    <a:pt x="36301" y="276225"/>
                  </a:lnTo>
                  <a:lnTo>
                    <a:pt x="71246" y="250621"/>
                  </a:lnTo>
                  <a:lnTo>
                    <a:pt x="73639" y="238518"/>
                  </a:lnTo>
                  <a:lnTo>
                    <a:pt x="15073" y="238518"/>
                  </a:lnTo>
                  <a:lnTo>
                    <a:pt x="10985" y="237858"/>
                  </a:lnTo>
                  <a:lnTo>
                    <a:pt x="9487" y="237591"/>
                  </a:lnTo>
                  <a:lnTo>
                    <a:pt x="7150" y="237134"/>
                  </a:lnTo>
                  <a:close/>
                </a:path>
                <a:path w="75564" h="276859">
                  <a:moveTo>
                    <a:pt x="75209" y="58940"/>
                  </a:moveTo>
                  <a:lnTo>
                    <a:pt x="34328" y="58940"/>
                  </a:lnTo>
                  <a:lnTo>
                    <a:pt x="34328" y="219138"/>
                  </a:lnTo>
                  <a:lnTo>
                    <a:pt x="33870" y="226682"/>
                  </a:lnTo>
                  <a:lnTo>
                    <a:pt x="32943" y="229196"/>
                  </a:lnTo>
                  <a:lnTo>
                    <a:pt x="32016" y="231838"/>
                  </a:lnTo>
                  <a:lnTo>
                    <a:pt x="30225" y="234022"/>
                  </a:lnTo>
                  <a:lnTo>
                    <a:pt x="27584" y="235737"/>
                  </a:lnTo>
                  <a:lnTo>
                    <a:pt x="24942" y="237591"/>
                  </a:lnTo>
                  <a:lnTo>
                    <a:pt x="21501" y="238518"/>
                  </a:lnTo>
                  <a:lnTo>
                    <a:pt x="73639" y="238518"/>
                  </a:lnTo>
                  <a:lnTo>
                    <a:pt x="74218" y="234154"/>
                  </a:lnTo>
                  <a:lnTo>
                    <a:pt x="74961" y="222645"/>
                  </a:lnTo>
                  <a:lnTo>
                    <a:pt x="75209" y="208953"/>
                  </a:lnTo>
                  <a:lnTo>
                    <a:pt x="75209" y="5894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4" name="object 574"/>
            <p:cNvPicPr/>
            <p:nvPr/>
          </p:nvPicPr>
          <p:blipFill>
            <a:blip r:embed="rId346" cstate="print"/>
            <a:stretch>
              <a:fillRect/>
            </a:stretch>
          </p:blipFill>
          <p:spPr>
            <a:xfrm>
              <a:off x="4542955" y="7926996"/>
              <a:ext cx="140690" cy="158343"/>
            </a:xfrm>
            <a:prstGeom prst="rect">
              <a:avLst/>
            </a:prstGeom>
          </p:spPr>
        </p:pic>
        <p:pic>
          <p:nvPicPr>
            <p:cNvPr id="575" name="object 575"/>
            <p:cNvPicPr/>
            <p:nvPr/>
          </p:nvPicPr>
          <p:blipFill>
            <a:blip r:embed="rId347" cstate="print"/>
            <a:stretch>
              <a:fillRect/>
            </a:stretch>
          </p:blipFill>
          <p:spPr>
            <a:xfrm>
              <a:off x="4711573" y="7872424"/>
              <a:ext cx="410032" cy="212915"/>
            </a:xfrm>
            <a:prstGeom prst="rect">
              <a:avLst/>
            </a:prstGeom>
          </p:spPr>
        </p:pic>
      </p:grpSp>
      <p:grpSp>
        <p:nvGrpSpPr>
          <p:cNvPr id="576" name="object 576"/>
          <p:cNvGrpSpPr/>
          <p:nvPr/>
        </p:nvGrpSpPr>
        <p:grpSpPr>
          <a:xfrm>
            <a:off x="5232196" y="7868056"/>
            <a:ext cx="1210310" cy="273050"/>
            <a:chOff x="5232196" y="7868056"/>
            <a:chExt cx="1210310" cy="273050"/>
          </a:xfrm>
        </p:grpSpPr>
        <p:pic>
          <p:nvPicPr>
            <p:cNvPr id="577" name="object 577"/>
            <p:cNvPicPr/>
            <p:nvPr/>
          </p:nvPicPr>
          <p:blipFill>
            <a:blip r:embed="rId348" cstate="print"/>
            <a:stretch>
              <a:fillRect/>
            </a:stretch>
          </p:blipFill>
          <p:spPr>
            <a:xfrm>
              <a:off x="5421833" y="7926996"/>
              <a:ext cx="140703" cy="158343"/>
            </a:xfrm>
            <a:prstGeom prst="rect">
              <a:avLst/>
            </a:prstGeom>
          </p:spPr>
        </p:pic>
        <p:pic>
          <p:nvPicPr>
            <p:cNvPr id="578" name="object 578"/>
            <p:cNvPicPr/>
            <p:nvPr/>
          </p:nvPicPr>
          <p:blipFill>
            <a:blip r:embed="rId349" cstate="print"/>
            <a:stretch>
              <a:fillRect/>
            </a:stretch>
          </p:blipFill>
          <p:spPr>
            <a:xfrm>
              <a:off x="5232196" y="7923415"/>
              <a:ext cx="150215" cy="217297"/>
            </a:xfrm>
            <a:prstGeom prst="rect">
              <a:avLst/>
            </a:prstGeom>
          </p:spPr>
        </p:pic>
        <p:pic>
          <p:nvPicPr>
            <p:cNvPr id="579" name="object 579"/>
            <p:cNvPicPr/>
            <p:nvPr/>
          </p:nvPicPr>
          <p:blipFill>
            <a:blip r:embed="rId350" cstate="print"/>
            <a:stretch>
              <a:fillRect/>
            </a:stretch>
          </p:blipFill>
          <p:spPr>
            <a:xfrm>
              <a:off x="5593029" y="7872424"/>
              <a:ext cx="418096" cy="212915"/>
            </a:xfrm>
            <a:prstGeom prst="rect">
              <a:avLst/>
            </a:prstGeom>
          </p:spPr>
        </p:pic>
        <p:sp>
          <p:nvSpPr>
            <p:cNvPr id="580" name="object 580"/>
            <p:cNvSpPr/>
            <p:nvPr/>
          </p:nvSpPr>
          <p:spPr>
            <a:xfrm>
              <a:off x="6036284" y="78680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1" name="object 581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6109678" y="7923415"/>
              <a:ext cx="159753" cy="161925"/>
            </a:xfrm>
            <a:prstGeom prst="rect">
              <a:avLst/>
            </a:prstGeom>
          </p:spPr>
        </p:pic>
        <p:pic>
          <p:nvPicPr>
            <p:cNvPr id="582" name="object 582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6301117" y="7923415"/>
              <a:ext cx="141084" cy="158356"/>
            </a:xfrm>
            <a:prstGeom prst="rect">
              <a:avLst/>
            </a:prstGeom>
          </p:spPr>
        </p:pic>
      </p:grpSp>
      <p:grpSp>
        <p:nvGrpSpPr>
          <p:cNvPr id="583" name="object 583"/>
          <p:cNvGrpSpPr/>
          <p:nvPr/>
        </p:nvGrpSpPr>
        <p:grpSpPr>
          <a:xfrm>
            <a:off x="6557684" y="7864487"/>
            <a:ext cx="1226820" cy="280670"/>
            <a:chOff x="6557684" y="7864487"/>
            <a:chExt cx="1226820" cy="280670"/>
          </a:xfrm>
        </p:grpSpPr>
        <p:pic>
          <p:nvPicPr>
            <p:cNvPr id="584" name="object 584"/>
            <p:cNvPicPr/>
            <p:nvPr/>
          </p:nvPicPr>
          <p:blipFill>
            <a:blip r:embed="rId351" cstate="print"/>
            <a:stretch>
              <a:fillRect/>
            </a:stretch>
          </p:blipFill>
          <p:spPr>
            <a:xfrm>
              <a:off x="6557684" y="7868056"/>
              <a:ext cx="150938" cy="217284"/>
            </a:xfrm>
            <a:prstGeom prst="rect">
              <a:avLst/>
            </a:prstGeom>
          </p:spPr>
        </p:pic>
        <p:sp>
          <p:nvSpPr>
            <p:cNvPr id="585" name="object 585"/>
            <p:cNvSpPr/>
            <p:nvPr/>
          </p:nvSpPr>
          <p:spPr>
            <a:xfrm>
              <a:off x="6749047" y="7868055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68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68" y="213715"/>
                  </a:lnTo>
                  <a:lnTo>
                    <a:pt x="40868" y="58940"/>
                  </a:lnTo>
                  <a:close/>
                </a:path>
                <a:path w="41275" h="213995">
                  <a:moveTo>
                    <a:pt x="40868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68" y="37896"/>
                  </a:lnTo>
                  <a:lnTo>
                    <a:pt x="408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6" name="object 586"/>
            <p:cNvPicPr/>
            <p:nvPr/>
          </p:nvPicPr>
          <p:blipFill>
            <a:blip r:embed="rId352" cstate="print"/>
            <a:stretch>
              <a:fillRect/>
            </a:stretch>
          </p:blipFill>
          <p:spPr>
            <a:xfrm>
              <a:off x="6814096" y="7864487"/>
              <a:ext cx="257505" cy="217284"/>
            </a:xfrm>
            <a:prstGeom prst="rect">
              <a:avLst/>
            </a:prstGeom>
          </p:spPr>
        </p:pic>
        <p:pic>
          <p:nvPicPr>
            <p:cNvPr id="587" name="object 587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7104519" y="7923415"/>
              <a:ext cx="146050" cy="161925"/>
            </a:xfrm>
            <a:prstGeom prst="rect">
              <a:avLst/>
            </a:prstGeom>
          </p:spPr>
        </p:pic>
        <p:pic>
          <p:nvPicPr>
            <p:cNvPr id="588" name="object 588"/>
            <p:cNvPicPr/>
            <p:nvPr/>
          </p:nvPicPr>
          <p:blipFill>
            <a:blip r:embed="rId319" cstate="print"/>
            <a:stretch>
              <a:fillRect/>
            </a:stretch>
          </p:blipFill>
          <p:spPr>
            <a:xfrm>
              <a:off x="7278839" y="7926996"/>
              <a:ext cx="140690" cy="158343"/>
            </a:xfrm>
            <a:prstGeom prst="rect">
              <a:avLst/>
            </a:prstGeom>
          </p:spPr>
        </p:pic>
        <p:sp>
          <p:nvSpPr>
            <p:cNvPr id="589" name="object 589"/>
            <p:cNvSpPr/>
            <p:nvPr/>
          </p:nvSpPr>
          <p:spPr>
            <a:xfrm>
              <a:off x="7461935" y="78680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0" name="object 590"/>
            <p:cNvPicPr/>
            <p:nvPr/>
          </p:nvPicPr>
          <p:blipFill>
            <a:blip r:embed="rId353" cstate="print"/>
            <a:stretch>
              <a:fillRect/>
            </a:stretch>
          </p:blipFill>
          <p:spPr>
            <a:xfrm>
              <a:off x="7527988" y="7872424"/>
              <a:ext cx="255943" cy="272249"/>
            </a:xfrm>
            <a:prstGeom prst="rect">
              <a:avLst/>
            </a:prstGeom>
          </p:spPr>
        </p:pic>
      </p:grpSp>
      <p:grpSp>
        <p:nvGrpSpPr>
          <p:cNvPr id="591" name="object 591"/>
          <p:cNvGrpSpPr/>
          <p:nvPr/>
        </p:nvGrpSpPr>
        <p:grpSpPr>
          <a:xfrm>
            <a:off x="7882420" y="7868056"/>
            <a:ext cx="501015" cy="217804"/>
            <a:chOff x="7882420" y="7868056"/>
            <a:chExt cx="501015" cy="217804"/>
          </a:xfrm>
        </p:grpSpPr>
        <p:pic>
          <p:nvPicPr>
            <p:cNvPr id="592" name="object 592"/>
            <p:cNvPicPr/>
            <p:nvPr/>
          </p:nvPicPr>
          <p:blipFill>
            <a:blip r:embed="rId354" cstate="print"/>
            <a:stretch>
              <a:fillRect/>
            </a:stretch>
          </p:blipFill>
          <p:spPr>
            <a:xfrm>
              <a:off x="7882420" y="7923415"/>
              <a:ext cx="145262" cy="161925"/>
            </a:xfrm>
            <a:prstGeom prst="rect">
              <a:avLst/>
            </a:prstGeom>
          </p:spPr>
        </p:pic>
        <p:pic>
          <p:nvPicPr>
            <p:cNvPr id="593" name="object 593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8058721" y="7923415"/>
              <a:ext cx="141097" cy="158356"/>
            </a:xfrm>
            <a:prstGeom prst="rect">
              <a:avLst/>
            </a:prstGeom>
          </p:spPr>
        </p:pic>
        <p:pic>
          <p:nvPicPr>
            <p:cNvPr id="594" name="object 594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8232382" y="7868056"/>
              <a:ext cx="150925" cy="217284"/>
            </a:xfrm>
            <a:prstGeom prst="rect">
              <a:avLst/>
            </a:prstGeom>
          </p:spPr>
        </p:pic>
      </p:grpSp>
      <p:grpSp>
        <p:nvGrpSpPr>
          <p:cNvPr id="595" name="object 595"/>
          <p:cNvGrpSpPr/>
          <p:nvPr/>
        </p:nvGrpSpPr>
        <p:grpSpPr>
          <a:xfrm>
            <a:off x="8506650" y="7868056"/>
            <a:ext cx="1120775" cy="276860"/>
            <a:chOff x="8506650" y="7868056"/>
            <a:chExt cx="1120775" cy="276860"/>
          </a:xfrm>
        </p:grpSpPr>
        <p:sp>
          <p:nvSpPr>
            <p:cNvPr id="596" name="object 596"/>
            <p:cNvSpPr/>
            <p:nvPr/>
          </p:nvSpPr>
          <p:spPr>
            <a:xfrm>
              <a:off x="8506650" y="78680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7" name="object 597"/>
            <p:cNvPicPr/>
            <p:nvPr/>
          </p:nvPicPr>
          <p:blipFill>
            <a:blip r:embed="rId335" cstate="print"/>
            <a:stretch>
              <a:fillRect/>
            </a:stretch>
          </p:blipFill>
          <p:spPr>
            <a:xfrm>
              <a:off x="8577668" y="7923415"/>
              <a:ext cx="144462" cy="161925"/>
            </a:xfrm>
            <a:prstGeom prst="rect">
              <a:avLst/>
            </a:prstGeom>
          </p:spPr>
        </p:pic>
        <p:pic>
          <p:nvPicPr>
            <p:cNvPr id="598" name="object 598"/>
            <p:cNvPicPr/>
            <p:nvPr/>
          </p:nvPicPr>
          <p:blipFill>
            <a:blip r:embed="rId355" cstate="print"/>
            <a:stretch>
              <a:fillRect/>
            </a:stretch>
          </p:blipFill>
          <p:spPr>
            <a:xfrm>
              <a:off x="8744839" y="7923415"/>
              <a:ext cx="145249" cy="161925"/>
            </a:xfrm>
            <a:prstGeom prst="rect">
              <a:avLst/>
            </a:prstGeom>
          </p:spPr>
        </p:pic>
        <p:pic>
          <p:nvPicPr>
            <p:cNvPr id="599" name="object 599"/>
            <p:cNvPicPr/>
            <p:nvPr/>
          </p:nvPicPr>
          <p:blipFill>
            <a:blip r:embed="rId356" cstate="print"/>
            <a:stretch>
              <a:fillRect/>
            </a:stretch>
          </p:blipFill>
          <p:spPr>
            <a:xfrm>
              <a:off x="8919756" y="7923415"/>
              <a:ext cx="258610" cy="158356"/>
            </a:xfrm>
            <a:prstGeom prst="rect">
              <a:avLst/>
            </a:prstGeom>
          </p:spPr>
        </p:pic>
        <p:sp>
          <p:nvSpPr>
            <p:cNvPr id="600" name="object 600"/>
            <p:cNvSpPr/>
            <p:nvPr/>
          </p:nvSpPr>
          <p:spPr>
            <a:xfrm>
              <a:off x="9219984" y="78680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1" name="object 601"/>
            <p:cNvPicPr/>
            <p:nvPr/>
          </p:nvPicPr>
          <p:blipFill>
            <a:blip r:embed="rId357" cstate="print"/>
            <a:stretch>
              <a:fillRect/>
            </a:stretch>
          </p:blipFill>
          <p:spPr>
            <a:xfrm>
              <a:off x="9302508" y="7923415"/>
              <a:ext cx="141084" cy="158356"/>
            </a:xfrm>
            <a:prstGeom prst="rect">
              <a:avLst/>
            </a:prstGeom>
          </p:spPr>
        </p:pic>
        <p:pic>
          <p:nvPicPr>
            <p:cNvPr id="602" name="object 602"/>
            <p:cNvPicPr/>
            <p:nvPr/>
          </p:nvPicPr>
          <p:blipFill>
            <a:blip r:embed="rId358" cstate="print"/>
            <a:stretch>
              <a:fillRect/>
            </a:stretch>
          </p:blipFill>
          <p:spPr>
            <a:xfrm>
              <a:off x="9476079" y="7923415"/>
              <a:ext cx="151015" cy="221259"/>
            </a:xfrm>
            <a:prstGeom prst="rect">
              <a:avLst/>
            </a:prstGeom>
          </p:spPr>
        </p:pic>
      </p:grpSp>
      <p:grpSp>
        <p:nvGrpSpPr>
          <p:cNvPr id="603" name="object 603"/>
          <p:cNvGrpSpPr/>
          <p:nvPr/>
        </p:nvGrpSpPr>
        <p:grpSpPr>
          <a:xfrm>
            <a:off x="9749243" y="7868056"/>
            <a:ext cx="1325880" cy="276860"/>
            <a:chOff x="9749243" y="7868056"/>
            <a:chExt cx="1325880" cy="276860"/>
          </a:xfrm>
        </p:grpSpPr>
        <p:pic>
          <p:nvPicPr>
            <p:cNvPr id="604" name="object 604"/>
            <p:cNvPicPr/>
            <p:nvPr/>
          </p:nvPicPr>
          <p:blipFill>
            <a:blip r:embed="rId359" cstate="print"/>
            <a:stretch>
              <a:fillRect/>
            </a:stretch>
          </p:blipFill>
          <p:spPr>
            <a:xfrm>
              <a:off x="9749243" y="7923415"/>
              <a:ext cx="150990" cy="217297"/>
            </a:xfrm>
            <a:prstGeom prst="rect">
              <a:avLst/>
            </a:prstGeom>
          </p:spPr>
        </p:pic>
        <p:pic>
          <p:nvPicPr>
            <p:cNvPr id="605" name="object 605"/>
            <p:cNvPicPr/>
            <p:nvPr/>
          </p:nvPicPr>
          <p:blipFill>
            <a:blip r:embed="rId360" cstate="print"/>
            <a:stretch>
              <a:fillRect/>
            </a:stretch>
          </p:blipFill>
          <p:spPr>
            <a:xfrm>
              <a:off x="9922014" y="7872424"/>
              <a:ext cx="250926" cy="212915"/>
            </a:xfrm>
            <a:prstGeom prst="rect">
              <a:avLst/>
            </a:prstGeom>
          </p:spPr>
        </p:pic>
        <p:pic>
          <p:nvPicPr>
            <p:cNvPr id="606" name="object 606"/>
            <p:cNvPicPr/>
            <p:nvPr/>
          </p:nvPicPr>
          <p:blipFill>
            <a:blip r:embed="rId361" cstate="print"/>
            <a:stretch>
              <a:fillRect/>
            </a:stretch>
          </p:blipFill>
          <p:spPr>
            <a:xfrm>
              <a:off x="10197909" y="7868056"/>
              <a:ext cx="140881" cy="213715"/>
            </a:xfrm>
            <a:prstGeom prst="rect">
              <a:avLst/>
            </a:prstGeom>
          </p:spPr>
        </p:pic>
        <p:sp>
          <p:nvSpPr>
            <p:cNvPr id="607" name="object 607"/>
            <p:cNvSpPr/>
            <p:nvPr/>
          </p:nvSpPr>
          <p:spPr>
            <a:xfrm>
              <a:off x="10360368" y="7923415"/>
              <a:ext cx="714375" cy="221615"/>
            </a:xfrm>
            <a:custGeom>
              <a:avLst/>
              <a:gdLst/>
              <a:ahLst/>
              <a:cxnLst/>
              <a:rect l="l" t="t" r="r" b="b"/>
              <a:pathLst>
                <a:path w="714375" h="221615">
                  <a:moveTo>
                    <a:pt x="230581" y="3581"/>
                  </a:moveTo>
                  <a:lnTo>
                    <a:pt x="190296" y="3581"/>
                  </a:lnTo>
                  <a:lnTo>
                    <a:pt x="160731" y="104978"/>
                  </a:lnTo>
                  <a:lnTo>
                    <a:pt x="134937" y="3581"/>
                  </a:lnTo>
                  <a:lnTo>
                    <a:pt x="95453" y="3581"/>
                  </a:lnTo>
                  <a:lnTo>
                    <a:pt x="68656" y="104978"/>
                  </a:lnTo>
                  <a:lnTo>
                    <a:pt x="39687" y="3581"/>
                  </a:lnTo>
                  <a:lnTo>
                    <a:pt x="0" y="3581"/>
                  </a:lnTo>
                  <a:lnTo>
                    <a:pt x="48818" y="158356"/>
                  </a:lnTo>
                  <a:lnTo>
                    <a:pt x="88696" y="158356"/>
                  </a:lnTo>
                  <a:lnTo>
                    <a:pt x="114896" y="58737"/>
                  </a:lnTo>
                  <a:lnTo>
                    <a:pt x="141490" y="158356"/>
                  </a:lnTo>
                  <a:lnTo>
                    <a:pt x="180975" y="158356"/>
                  </a:lnTo>
                  <a:lnTo>
                    <a:pt x="230581" y="3581"/>
                  </a:lnTo>
                  <a:close/>
                </a:path>
                <a:path w="714375" h="221615">
                  <a:moveTo>
                    <a:pt x="386727" y="158356"/>
                  </a:moveTo>
                  <a:lnTo>
                    <a:pt x="383159" y="150952"/>
                  </a:lnTo>
                  <a:lnTo>
                    <a:pt x="380707" y="144068"/>
                  </a:lnTo>
                  <a:lnTo>
                    <a:pt x="380326" y="142278"/>
                  </a:lnTo>
                  <a:lnTo>
                    <a:pt x="380288" y="142062"/>
                  </a:lnTo>
                  <a:lnTo>
                    <a:pt x="380161" y="141490"/>
                  </a:lnTo>
                  <a:lnTo>
                    <a:pt x="377532" y="117614"/>
                  </a:lnTo>
                  <a:lnTo>
                    <a:pt x="377583" y="83947"/>
                  </a:lnTo>
                  <a:lnTo>
                    <a:pt x="377710" y="69557"/>
                  </a:lnTo>
                  <a:lnTo>
                    <a:pt x="377723" y="57353"/>
                  </a:lnTo>
                  <a:lnTo>
                    <a:pt x="368668" y="16408"/>
                  </a:lnTo>
                  <a:lnTo>
                    <a:pt x="325513" y="419"/>
                  </a:lnTo>
                  <a:lnTo>
                    <a:pt x="312712" y="0"/>
                  </a:lnTo>
                  <a:lnTo>
                    <a:pt x="298538" y="685"/>
                  </a:lnTo>
                  <a:lnTo>
                    <a:pt x="259994" y="17018"/>
                  </a:lnTo>
                  <a:lnTo>
                    <a:pt x="245630" y="44056"/>
                  </a:lnTo>
                  <a:lnTo>
                    <a:pt x="282740" y="50800"/>
                  </a:lnTo>
                  <a:lnTo>
                    <a:pt x="285254" y="43662"/>
                  </a:lnTo>
                  <a:lnTo>
                    <a:pt x="288569" y="38633"/>
                  </a:lnTo>
                  <a:lnTo>
                    <a:pt x="296760" y="32816"/>
                  </a:lnTo>
                  <a:lnTo>
                    <a:pt x="302450" y="31356"/>
                  </a:lnTo>
                  <a:lnTo>
                    <a:pt x="320573" y="31356"/>
                  </a:lnTo>
                  <a:lnTo>
                    <a:pt x="327926" y="33070"/>
                  </a:lnTo>
                  <a:lnTo>
                    <a:pt x="331762" y="36512"/>
                  </a:lnTo>
                  <a:lnTo>
                    <a:pt x="335597" y="39827"/>
                  </a:lnTo>
                  <a:lnTo>
                    <a:pt x="337515" y="45440"/>
                  </a:lnTo>
                  <a:lnTo>
                    <a:pt x="337515" y="57353"/>
                  </a:lnTo>
                  <a:lnTo>
                    <a:pt x="337515" y="83947"/>
                  </a:lnTo>
                  <a:lnTo>
                    <a:pt x="337515" y="102069"/>
                  </a:lnTo>
                  <a:lnTo>
                    <a:pt x="337185" y="106095"/>
                  </a:lnTo>
                  <a:lnTo>
                    <a:pt x="337083" y="107353"/>
                  </a:lnTo>
                  <a:lnTo>
                    <a:pt x="336981" y="108686"/>
                  </a:lnTo>
                  <a:lnTo>
                    <a:pt x="335927" y="112115"/>
                  </a:lnTo>
                  <a:lnTo>
                    <a:pt x="334454" y="117119"/>
                  </a:lnTo>
                  <a:lnTo>
                    <a:pt x="334276" y="117614"/>
                  </a:lnTo>
                  <a:lnTo>
                    <a:pt x="331101" y="122047"/>
                  </a:lnTo>
                  <a:lnTo>
                    <a:pt x="319455" y="130505"/>
                  </a:lnTo>
                  <a:lnTo>
                    <a:pt x="312445" y="132956"/>
                  </a:lnTo>
                  <a:lnTo>
                    <a:pt x="298551" y="132956"/>
                  </a:lnTo>
                  <a:lnTo>
                    <a:pt x="293065" y="130911"/>
                  </a:lnTo>
                  <a:lnTo>
                    <a:pt x="288696" y="126809"/>
                  </a:lnTo>
                  <a:lnTo>
                    <a:pt x="284467" y="122567"/>
                  </a:lnTo>
                  <a:lnTo>
                    <a:pt x="282346" y="117614"/>
                  </a:lnTo>
                  <a:lnTo>
                    <a:pt x="282346" y="106095"/>
                  </a:lnTo>
                  <a:lnTo>
                    <a:pt x="312712" y="90297"/>
                  </a:lnTo>
                  <a:lnTo>
                    <a:pt x="320649" y="88557"/>
                  </a:lnTo>
                  <a:lnTo>
                    <a:pt x="327431" y="86918"/>
                  </a:lnTo>
                  <a:lnTo>
                    <a:pt x="333057" y="85382"/>
                  </a:lnTo>
                  <a:lnTo>
                    <a:pt x="337515" y="83947"/>
                  </a:lnTo>
                  <a:lnTo>
                    <a:pt x="337515" y="57353"/>
                  </a:lnTo>
                  <a:lnTo>
                    <a:pt x="330860" y="59778"/>
                  </a:lnTo>
                  <a:lnTo>
                    <a:pt x="322021" y="62268"/>
                  </a:lnTo>
                  <a:lnTo>
                    <a:pt x="311010" y="64846"/>
                  </a:lnTo>
                  <a:lnTo>
                    <a:pt x="287820" y="69557"/>
                  </a:lnTo>
                  <a:lnTo>
                    <a:pt x="279069" y="71843"/>
                  </a:lnTo>
                  <a:lnTo>
                    <a:pt x="243522" y="99555"/>
                  </a:lnTo>
                  <a:lnTo>
                    <a:pt x="241465" y="107353"/>
                  </a:lnTo>
                  <a:lnTo>
                    <a:pt x="241554" y="117119"/>
                  </a:lnTo>
                  <a:lnTo>
                    <a:pt x="262648" y="154686"/>
                  </a:lnTo>
                  <a:lnTo>
                    <a:pt x="292862" y="161925"/>
                  </a:lnTo>
                  <a:lnTo>
                    <a:pt x="299504" y="161607"/>
                  </a:lnTo>
                  <a:lnTo>
                    <a:pt x="335394" y="146253"/>
                  </a:lnTo>
                  <a:lnTo>
                    <a:pt x="340690" y="141490"/>
                  </a:lnTo>
                  <a:lnTo>
                    <a:pt x="340969" y="142062"/>
                  </a:lnTo>
                  <a:lnTo>
                    <a:pt x="341083" y="142278"/>
                  </a:lnTo>
                  <a:lnTo>
                    <a:pt x="341617" y="143865"/>
                  </a:lnTo>
                  <a:lnTo>
                    <a:pt x="342277" y="146253"/>
                  </a:lnTo>
                  <a:lnTo>
                    <a:pt x="343865" y="151549"/>
                  </a:lnTo>
                  <a:lnTo>
                    <a:pt x="345186" y="155575"/>
                  </a:lnTo>
                  <a:lnTo>
                    <a:pt x="346240" y="158356"/>
                  </a:lnTo>
                  <a:lnTo>
                    <a:pt x="386727" y="158356"/>
                  </a:lnTo>
                  <a:close/>
                </a:path>
                <a:path w="714375" h="221615">
                  <a:moveTo>
                    <a:pt x="557872" y="3581"/>
                  </a:moveTo>
                  <a:lnTo>
                    <a:pt x="515607" y="3581"/>
                  </a:lnTo>
                  <a:lnTo>
                    <a:pt x="479285" y="113512"/>
                  </a:lnTo>
                  <a:lnTo>
                    <a:pt x="442379" y="3581"/>
                  </a:lnTo>
                  <a:lnTo>
                    <a:pt x="398716" y="3581"/>
                  </a:lnTo>
                  <a:lnTo>
                    <a:pt x="457657" y="158750"/>
                  </a:lnTo>
                  <a:lnTo>
                    <a:pt x="455282" y="167487"/>
                  </a:lnTo>
                  <a:lnTo>
                    <a:pt x="451764" y="174625"/>
                  </a:lnTo>
                  <a:lnTo>
                    <a:pt x="442645" y="185737"/>
                  </a:lnTo>
                  <a:lnTo>
                    <a:pt x="435635" y="188518"/>
                  </a:lnTo>
                  <a:lnTo>
                    <a:pt x="420941" y="188518"/>
                  </a:lnTo>
                  <a:lnTo>
                    <a:pt x="415124" y="187858"/>
                  </a:lnTo>
                  <a:lnTo>
                    <a:pt x="408647" y="186537"/>
                  </a:lnTo>
                  <a:lnTo>
                    <a:pt x="412419" y="218681"/>
                  </a:lnTo>
                  <a:lnTo>
                    <a:pt x="419950" y="220395"/>
                  </a:lnTo>
                  <a:lnTo>
                    <a:pt x="427621" y="221259"/>
                  </a:lnTo>
                  <a:lnTo>
                    <a:pt x="443242" y="221259"/>
                  </a:lnTo>
                  <a:lnTo>
                    <a:pt x="479882" y="204990"/>
                  </a:lnTo>
                  <a:lnTo>
                    <a:pt x="493572" y="179387"/>
                  </a:lnTo>
                  <a:lnTo>
                    <a:pt x="557872" y="3581"/>
                  </a:lnTo>
                  <a:close/>
                </a:path>
                <a:path w="714375" h="221615">
                  <a:moveTo>
                    <a:pt x="714324" y="109943"/>
                  </a:moveTo>
                  <a:lnTo>
                    <a:pt x="693737" y="74345"/>
                  </a:lnTo>
                  <a:lnTo>
                    <a:pt x="641108" y="57785"/>
                  </a:lnTo>
                  <a:lnTo>
                    <a:pt x="629831" y="54673"/>
                  </a:lnTo>
                  <a:lnTo>
                    <a:pt x="621957" y="52019"/>
                  </a:lnTo>
                  <a:lnTo>
                    <a:pt x="617486" y="49809"/>
                  </a:lnTo>
                  <a:lnTo>
                    <a:pt x="614845" y="47688"/>
                  </a:lnTo>
                  <a:lnTo>
                    <a:pt x="613524" y="45186"/>
                  </a:lnTo>
                  <a:lnTo>
                    <a:pt x="613524" y="38963"/>
                  </a:lnTo>
                  <a:lnTo>
                    <a:pt x="615035" y="36245"/>
                  </a:lnTo>
                  <a:lnTo>
                    <a:pt x="622719" y="31089"/>
                  </a:lnTo>
                  <a:lnTo>
                    <a:pt x="630453" y="29565"/>
                  </a:lnTo>
                  <a:lnTo>
                    <a:pt x="649770" y="29565"/>
                  </a:lnTo>
                  <a:lnTo>
                    <a:pt x="656310" y="31153"/>
                  </a:lnTo>
                  <a:lnTo>
                    <a:pt x="665581" y="37503"/>
                  </a:lnTo>
                  <a:lnTo>
                    <a:pt x="668756" y="42138"/>
                  </a:lnTo>
                  <a:lnTo>
                    <a:pt x="670471" y="48221"/>
                  </a:lnTo>
                  <a:lnTo>
                    <a:pt x="708964" y="41084"/>
                  </a:lnTo>
                  <a:lnTo>
                    <a:pt x="678967" y="5918"/>
                  </a:lnTo>
                  <a:lnTo>
                    <a:pt x="640511" y="0"/>
                  </a:lnTo>
                  <a:lnTo>
                    <a:pt x="624928" y="876"/>
                  </a:lnTo>
                  <a:lnTo>
                    <a:pt x="584339" y="21145"/>
                  </a:lnTo>
                  <a:lnTo>
                    <a:pt x="575424" y="47625"/>
                  </a:lnTo>
                  <a:lnTo>
                    <a:pt x="576554" y="58140"/>
                  </a:lnTo>
                  <a:lnTo>
                    <a:pt x="602589" y="87045"/>
                  </a:lnTo>
                  <a:lnTo>
                    <a:pt x="663727" y="103987"/>
                  </a:lnTo>
                  <a:lnTo>
                    <a:pt x="668286" y="105765"/>
                  </a:lnTo>
                  <a:lnTo>
                    <a:pt x="672261" y="109867"/>
                  </a:lnTo>
                  <a:lnTo>
                    <a:pt x="673252" y="112445"/>
                  </a:lnTo>
                  <a:lnTo>
                    <a:pt x="673252" y="120129"/>
                  </a:lnTo>
                  <a:lnTo>
                    <a:pt x="671398" y="123761"/>
                  </a:lnTo>
                  <a:lnTo>
                    <a:pt x="662406" y="130378"/>
                  </a:lnTo>
                  <a:lnTo>
                    <a:pt x="654469" y="132359"/>
                  </a:lnTo>
                  <a:lnTo>
                    <a:pt x="634225" y="132359"/>
                  </a:lnTo>
                  <a:lnTo>
                    <a:pt x="626745" y="130314"/>
                  </a:lnTo>
                  <a:lnTo>
                    <a:pt x="616165" y="121970"/>
                  </a:lnTo>
                  <a:lnTo>
                    <a:pt x="612597" y="115887"/>
                  </a:lnTo>
                  <a:lnTo>
                    <a:pt x="610743" y="107950"/>
                  </a:lnTo>
                  <a:lnTo>
                    <a:pt x="569671" y="114109"/>
                  </a:lnTo>
                  <a:lnTo>
                    <a:pt x="593877" y="149034"/>
                  </a:lnTo>
                  <a:lnTo>
                    <a:pt x="643877" y="161925"/>
                  </a:lnTo>
                  <a:lnTo>
                    <a:pt x="660260" y="160972"/>
                  </a:lnTo>
                  <a:lnTo>
                    <a:pt x="696468" y="146646"/>
                  </a:lnTo>
                  <a:lnTo>
                    <a:pt x="713206" y="120205"/>
                  </a:lnTo>
                  <a:lnTo>
                    <a:pt x="714324" y="109943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8" name="object 608"/>
          <p:cNvGrpSpPr/>
          <p:nvPr/>
        </p:nvGrpSpPr>
        <p:grpSpPr>
          <a:xfrm>
            <a:off x="11191633" y="7868056"/>
            <a:ext cx="824230" cy="217804"/>
            <a:chOff x="11191633" y="7868056"/>
            <a:chExt cx="824230" cy="217804"/>
          </a:xfrm>
        </p:grpSpPr>
        <p:pic>
          <p:nvPicPr>
            <p:cNvPr id="609" name="object 609"/>
            <p:cNvPicPr/>
            <p:nvPr/>
          </p:nvPicPr>
          <p:blipFill>
            <a:blip r:embed="rId362" cstate="print"/>
            <a:stretch>
              <a:fillRect/>
            </a:stretch>
          </p:blipFill>
          <p:spPr>
            <a:xfrm>
              <a:off x="11191633" y="7868056"/>
              <a:ext cx="151091" cy="217284"/>
            </a:xfrm>
            <a:prstGeom prst="rect">
              <a:avLst/>
            </a:prstGeom>
          </p:spPr>
        </p:pic>
        <p:pic>
          <p:nvPicPr>
            <p:cNvPr id="610" name="object 610"/>
            <p:cNvPicPr/>
            <p:nvPr/>
          </p:nvPicPr>
          <p:blipFill>
            <a:blip r:embed="rId363" cstate="print"/>
            <a:stretch>
              <a:fillRect/>
            </a:stretch>
          </p:blipFill>
          <p:spPr>
            <a:xfrm>
              <a:off x="11365014" y="7923415"/>
              <a:ext cx="306870" cy="161925"/>
            </a:xfrm>
            <a:prstGeom prst="rect">
              <a:avLst/>
            </a:prstGeom>
          </p:spPr>
        </p:pic>
        <p:pic>
          <p:nvPicPr>
            <p:cNvPr id="611" name="object 611"/>
            <p:cNvPicPr/>
            <p:nvPr/>
          </p:nvPicPr>
          <p:blipFill>
            <a:blip r:embed="rId364" cstate="print"/>
            <a:stretch>
              <a:fillRect/>
            </a:stretch>
          </p:blipFill>
          <p:spPr>
            <a:xfrm>
              <a:off x="11695785" y="7923415"/>
              <a:ext cx="144462" cy="161925"/>
            </a:xfrm>
            <a:prstGeom prst="rect">
              <a:avLst/>
            </a:prstGeom>
          </p:spPr>
        </p:pic>
        <p:pic>
          <p:nvPicPr>
            <p:cNvPr id="612" name="object 612"/>
            <p:cNvPicPr/>
            <p:nvPr/>
          </p:nvPicPr>
          <p:blipFill>
            <a:blip r:embed="rId365" cstate="print"/>
            <a:stretch>
              <a:fillRect/>
            </a:stretch>
          </p:blipFill>
          <p:spPr>
            <a:xfrm>
              <a:off x="11864620" y="7868056"/>
              <a:ext cx="150938" cy="217284"/>
            </a:xfrm>
            <a:prstGeom prst="rect">
              <a:avLst/>
            </a:prstGeom>
          </p:spPr>
        </p:pic>
      </p:grpSp>
      <p:grpSp>
        <p:nvGrpSpPr>
          <p:cNvPr id="613" name="object 613"/>
          <p:cNvGrpSpPr/>
          <p:nvPr/>
        </p:nvGrpSpPr>
        <p:grpSpPr>
          <a:xfrm>
            <a:off x="12129375" y="7923415"/>
            <a:ext cx="332740" cy="161925"/>
            <a:chOff x="12129375" y="7923415"/>
            <a:chExt cx="332740" cy="161925"/>
          </a:xfrm>
        </p:grpSpPr>
        <p:pic>
          <p:nvPicPr>
            <p:cNvPr id="614" name="object 614"/>
            <p:cNvPicPr/>
            <p:nvPr/>
          </p:nvPicPr>
          <p:blipFill>
            <a:blip r:embed="rId366" cstate="print"/>
            <a:stretch>
              <a:fillRect/>
            </a:stretch>
          </p:blipFill>
          <p:spPr>
            <a:xfrm>
              <a:off x="12129375" y="7923415"/>
              <a:ext cx="159740" cy="161925"/>
            </a:xfrm>
            <a:prstGeom prst="rect">
              <a:avLst/>
            </a:prstGeom>
          </p:spPr>
        </p:pic>
        <p:pic>
          <p:nvPicPr>
            <p:cNvPr id="615" name="object 615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12320803" y="7923415"/>
              <a:ext cx="141097" cy="158356"/>
            </a:xfrm>
            <a:prstGeom prst="rect">
              <a:avLst/>
            </a:prstGeom>
          </p:spPr>
        </p:pic>
      </p:grpSp>
      <p:grpSp>
        <p:nvGrpSpPr>
          <p:cNvPr id="616" name="object 616"/>
          <p:cNvGrpSpPr/>
          <p:nvPr/>
        </p:nvGrpSpPr>
        <p:grpSpPr>
          <a:xfrm>
            <a:off x="12574523" y="7868056"/>
            <a:ext cx="650875" cy="217804"/>
            <a:chOff x="12574523" y="7868056"/>
            <a:chExt cx="650875" cy="217804"/>
          </a:xfrm>
        </p:grpSpPr>
        <p:pic>
          <p:nvPicPr>
            <p:cNvPr id="617" name="object 617"/>
            <p:cNvPicPr/>
            <p:nvPr/>
          </p:nvPicPr>
          <p:blipFill>
            <a:blip r:embed="rId367" cstate="print"/>
            <a:stretch>
              <a:fillRect/>
            </a:stretch>
          </p:blipFill>
          <p:spPr>
            <a:xfrm>
              <a:off x="12574523" y="7923415"/>
              <a:ext cx="144462" cy="161925"/>
            </a:xfrm>
            <a:prstGeom prst="rect">
              <a:avLst/>
            </a:prstGeom>
          </p:spPr>
        </p:pic>
        <p:pic>
          <p:nvPicPr>
            <p:cNvPr id="618" name="object 618"/>
            <p:cNvPicPr/>
            <p:nvPr/>
          </p:nvPicPr>
          <p:blipFill>
            <a:blip r:embed="rId368" cstate="print"/>
            <a:stretch>
              <a:fillRect/>
            </a:stretch>
          </p:blipFill>
          <p:spPr>
            <a:xfrm>
              <a:off x="12741694" y="7923415"/>
              <a:ext cx="145262" cy="161925"/>
            </a:xfrm>
            <a:prstGeom prst="rect">
              <a:avLst/>
            </a:prstGeom>
          </p:spPr>
        </p:pic>
        <p:pic>
          <p:nvPicPr>
            <p:cNvPr id="619" name="object 619"/>
            <p:cNvPicPr/>
            <p:nvPr/>
          </p:nvPicPr>
          <p:blipFill>
            <a:blip r:embed="rId369" cstate="print"/>
            <a:stretch>
              <a:fillRect/>
            </a:stretch>
          </p:blipFill>
          <p:spPr>
            <a:xfrm>
              <a:off x="12909270" y="7923415"/>
              <a:ext cx="146050" cy="161925"/>
            </a:xfrm>
            <a:prstGeom prst="rect">
              <a:avLst/>
            </a:prstGeom>
          </p:spPr>
        </p:pic>
        <p:pic>
          <p:nvPicPr>
            <p:cNvPr id="620" name="object 620"/>
            <p:cNvPicPr/>
            <p:nvPr/>
          </p:nvPicPr>
          <p:blipFill>
            <a:blip r:embed="rId370" cstate="print"/>
            <a:stretch>
              <a:fillRect/>
            </a:stretch>
          </p:blipFill>
          <p:spPr>
            <a:xfrm>
              <a:off x="13084187" y="7868056"/>
              <a:ext cx="140881" cy="213715"/>
            </a:xfrm>
            <a:prstGeom prst="rect">
              <a:avLst/>
            </a:prstGeom>
          </p:spPr>
        </p:pic>
      </p:grpSp>
      <p:grpSp>
        <p:nvGrpSpPr>
          <p:cNvPr id="621" name="object 621"/>
          <p:cNvGrpSpPr/>
          <p:nvPr/>
        </p:nvGrpSpPr>
        <p:grpSpPr>
          <a:xfrm>
            <a:off x="13335114" y="7868056"/>
            <a:ext cx="1305560" cy="217804"/>
            <a:chOff x="13335114" y="7868056"/>
            <a:chExt cx="1305560" cy="217804"/>
          </a:xfrm>
        </p:grpSpPr>
        <p:pic>
          <p:nvPicPr>
            <p:cNvPr id="622" name="object 622"/>
            <p:cNvPicPr/>
            <p:nvPr/>
          </p:nvPicPr>
          <p:blipFill>
            <a:blip r:embed="rId371" cstate="print"/>
            <a:stretch>
              <a:fillRect/>
            </a:stretch>
          </p:blipFill>
          <p:spPr>
            <a:xfrm>
              <a:off x="13335114" y="7872424"/>
              <a:ext cx="254685" cy="212915"/>
            </a:xfrm>
            <a:prstGeom prst="rect">
              <a:avLst/>
            </a:prstGeom>
          </p:spPr>
        </p:pic>
        <p:pic>
          <p:nvPicPr>
            <p:cNvPr id="623" name="object 623"/>
            <p:cNvPicPr/>
            <p:nvPr/>
          </p:nvPicPr>
          <p:blipFill>
            <a:blip r:embed="rId372" cstate="print"/>
            <a:stretch>
              <a:fillRect/>
            </a:stretch>
          </p:blipFill>
          <p:spPr>
            <a:xfrm>
              <a:off x="13614171" y="7926996"/>
              <a:ext cx="140703" cy="158343"/>
            </a:xfrm>
            <a:prstGeom prst="rect">
              <a:avLst/>
            </a:prstGeom>
          </p:spPr>
        </p:pic>
        <p:pic>
          <p:nvPicPr>
            <p:cNvPr id="624" name="object 624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13788226" y="7868056"/>
              <a:ext cx="150938" cy="217284"/>
            </a:xfrm>
            <a:prstGeom prst="rect">
              <a:avLst/>
            </a:prstGeom>
          </p:spPr>
        </p:pic>
        <p:pic>
          <p:nvPicPr>
            <p:cNvPr id="625" name="object 625"/>
            <p:cNvPicPr/>
            <p:nvPr/>
          </p:nvPicPr>
          <p:blipFill>
            <a:blip r:embed="rId373" cstate="print"/>
            <a:stretch>
              <a:fillRect/>
            </a:stretch>
          </p:blipFill>
          <p:spPr>
            <a:xfrm>
              <a:off x="13967676" y="7923415"/>
              <a:ext cx="144462" cy="161925"/>
            </a:xfrm>
            <a:prstGeom prst="rect">
              <a:avLst/>
            </a:prstGeom>
          </p:spPr>
        </p:pic>
        <p:pic>
          <p:nvPicPr>
            <p:cNvPr id="626" name="object 626"/>
            <p:cNvPicPr/>
            <p:nvPr/>
          </p:nvPicPr>
          <p:blipFill>
            <a:blip r:embed="rId357" cstate="print"/>
            <a:stretch>
              <a:fillRect/>
            </a:stretch>
          </p:blipFill>
          <p:spPr>
            <a:xfrm>
              <a:off x="14145171" y="7923415"/>
              <a:ext cx="141084" cy="158356"/>
            </a:xfrm>
            <a:prstGeom prst="rect">
              <a:avLst/>
            </a:prstGeom>
          </p:spPr>
        </p:pic>
        <p:pic>
          <p:nvPicPr>
            <p:cNvPr id="627" name="object 627"/>
            <p:cNvPicPr/>
            <p:nvPr/>
          </p:nvPicPr>
          <p:blipFill>
            <a:blip r:embed="rId374" cstate="print"/>
            <a:stretch>
              <a:fillRect/>
            </a:stretch>
          </p:blipFill>
          <p:spPr>
            <a:xfrm>
              <a:off x="14311008" y="7872424"/>
              <a:ext cx="91020" cy="212915"/>
            </a:xfrm>
            <a:prstGeom prst="rect">
              <a:avLst/>
            </a:prstGeom>
          </p:spPr>
        </p:pic>
        <p:sp>
          <p:nvSpPr>
            <p:cNvPr id="628" name="object 628"/>
            <p:cNvSpPr/>
            <p:nvPr/>
          </p:nvSpPr>
          <p:spPr>
            <a:xfrm>
              <a:off x="14422857" y="7868843"/>
              <a:ext cx="44450" cy="88900"/>
            </a:xfrm>
            <a:custGeom>
              <a:avLst/>
              <a:gdLst/>
              <a:ahLst/>
              <a:cxnLst/>
              <a:rect l="l" t="t" r="r" b="b"/>
              <a:pathLst>
                <a:path w="44450" h="88900">
                  <a:moveTo>
                    <a:pt x="44322" y="0"/>
                  </a:moveTo>
                  <a:lnTo>
                    <a:pt x="3428" y="0"/>
                  </a:lnTo>
                  <a:lnTo>
                    <a:pt x="3428" y="40881"/>
                  </a:lnTo>
                  <a:lnTo>
                    <a:pt x="23240" y="40881"/>
                  </a:lnTo>
                  <a:lnTo>
                    <a:pt x="22986" y="49085"/>
                  </a:lnTo>
                  <a:lnTo>
                    <a:pt x="21081" y="55562"/>
                  </a:lnTo>
                  <a:lnTo>
                    <a:pt x="14096" y="65087"/>
                  </a:lnTo>
                  <a:lnTo>
                    <a:pt x="8254" y="68859"/>
                  </a:lnTo>
                  <a:lnTo>
                    <a:pt x="0" y="71640"/>
                  </a:lnTo>
                  <a:lnTo>
                    <a:pt x="8000" y="88506"/>
                  </a:lnTo>
                  <a:lnTo>
                    <a:pt x="39115" y="64096"/>
                  </a:lnTo>
                  <a:lnTo>
                    <a:pt x="44322" y="29171"/>
                  </a:lnTo>
                  <a:lnTo>
                    <a:pt x="4432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9" name="object 629"/>
            <p:cNvPicPr/>
            <p:nvPr/>
          </p:nvPicPr>
          <p:blipFill>
            <a:blip r:embed="rId375" cstate="print"/>
            <a:stretch>
              <a:fillRect/>
            </a:stretch>
          </p:blipFill>
          <p:spPr>
            <a:xfrm>
              <a:off x="14495627" y="7923415"/>
              <a:ext cx="144780" cy="161925"/>
            </a:xfrm>
            <a:prstGeom prst="rect">
              <a:avLst/>
            </a:prstGeom>
          </p:spPr>
        </p:pic>
      </p:grpSp>
      <p:pic>
        <p:nvPicPr>
          <p:cNvPr id="630" name="object 630"/>
          <p:cNvPicPr/>
          <p:nvPr/>
        </p:nvPicPr>
        <p:blipFill>
          <a:blip r:embed="rId376" cstate="print"/>
          <a:stretch>
            <a:fillRect/>
          </a:stretch>
        </p:blipFill>
        <p:spPr>
          <a:xfrm>
            <a:off x="2203643" y="8283587"/>
            <a:ext cx="1775647" cy="276224"/>
          </a:xfrm>
          <a:prstGeom prst="rect">
            <a:avLst/>
          </a:prstGeom>
        </p:spPr>
      </p:pic>
      <p:grpSp>
        <p:nvGrpSpPr>
          <p:cNvPr id="631" name="object 631"/>
          <p:cNvGrpSpPr/>
          <p:nvPr/>
        </p:nvGrpSpPr>
        <p:grpSpPr>
          <a:xfrm>
            <a:off x="4084929" y="8287156"/>
            <a:ext cx="501015" cy="217804"/>
            <a:chOff x="4084929" y="8287156"/>
            <a:chExt cx="501015" cy="217804"/>
          </a:xfrm>
        </p:grpSpPr>
        <p:pic>
          <p:nvPicPr>
            <p:cNvPr id="632" name="object 632"/>
            <p:cNvPicPr/>
            <p:nvPr/>
          </p:nvPicPr>
          <p:blipFill>
            <a:blip r:embed="rId377" cstate="print"/>
            <a:stretch>
              <a:fillRect/>
            </a:stretch>
          </p:blipFill>
          <p:spPr>
            <a:xfrm>
              <a:off x="4084929" y="8342515"/>
              <a:ext cx="145249" cy="161925"/>
            </a:xfrm>
            <a:prstGeom prst="rect">
              <a:avLst/>
            </a:prstGeom>
          </p:spPr>
        </p:pic>
        <p:pic>
          <p:nvPicPr>
            <p:cNvPr id="633" name="object 633"/>
            <p:cNvPicPr/>
            <p:nvPr/>
          </p:nvPicPr>
          <p:blipFill>
            <a:blip r:embed="rId378" cstate="print"/>
            <a:stretch>
              <a:fillRect/>
            </a:stretch>
          </p:blipFill>
          <p:spPr>
            <a:xfrm>
              <a:off x="4261231" y="8342515"/>
              <a:ext cx="141084" cy="158356"/>
            </a:xfrm>
            <a:prstGeom prst="rect">
              <a:avLst/>
            </a:prstGeom>
          </p:spPr>
        </p:pic>
        <p:pic>
          <p:nvPicPr>
            <p:cNvPr id="634" name="object 634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4434879" y="8287156"/>
              <a:ext cx="150938" cy="217284"/>
            </a:xfrm>
            <a:prstGeom prst="rect">
              <a:avLst/>
            </a:prstGeom>
          </p:spPr>
        </p:pic>
      </p:grpSp>
      <p:grpSp>
        <p:nvGrpSpPr>
          <p:cNvPr id="635" name="object 635"/>
          <p:cNvGrpSpPr/>
          <p:nvPr/>
        </p:nvGrpSpPr>
        <p:grpSpPr>
          <a:xfrm>
            <a:off x="4709147" y="8287156"/>
            <a:ext cx="1120775" cy="276860"/>
            <a:chOff x="4709147" y="8287156"/>
            <a:chExt cx="1120775" cy="276860"/>
          </a:xfrm>
        </p:grpSpPr>
        <p:sp>
          <p:nvSpPr>
            <p:cNvPr id="636" name="object 636"/>
            <p:cNvSpPr/>
            <p:nvPr/>
          </p:nvSpPr>
          <p:spPr>
            <a:xfrm>
              <a:off x="4709147" y="82871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7" name="object 637"/>
            <p:cNvPicPr/>
            <p:nvPr/>
          </p:nvPicPr>
          <p:blipFill>
            <a:blip r:embed="rId373" cstate="print"/>
            <a:stretch>
              <a:fillRect/>
            </a:stretch>
          </p:blipFill>
          <p:spPr>
            <a:xfrm>
              <a:off x="4780165" y="8342515"/>
              <a:ext cx="144462" cy="161925"/>
            </a:xfrm>
            <a:prstGeom prst="rect">
              <a:avLst/>
            </a:prstGeom>
          </p:spPr>
        </p:pic>
        <p:pic>
          <p:nvPicPr>
            <p:cNvPr id="638" name="object 638"/>
            <p:cNvPicPr/>
            <p:nvPr/>
          </p:nvPicPr>
          <p:blipFill>
            <a:blip r:embed="rId379" cstate="print"/>
            <a:stretch>
              <a:fillRect/>
            </a:stretch>
          </p:blipFill>
          <p:spPr>
            <a:xfrm>
              <a:off x="4947335" y="8342515"/>
              <a:ext cx="145262" cy="161925"/>
            </a:xfrm>
            <a:prstGeom prst="rect">
              <a:avLst/>
            </a:prstGeom>
          </p:spPr>
        </p:pic>
        <p:pic>
          <p:nvPicPr>
            <p:cNvPr id="639" name="object 639"/>
            <p:cNvPicPr/>
            <p:nvPr/>
          </p:nvPicPr>
          <p:blipFill>
            <a:blip r:embed="rId380" cstate="print"/>
            <a:stretch>
              <a:fillRect/>
            </a:stretch>
          </p:blipFill>
          <p:spPr>
            <a:xfrm>
              <a:off x="5122253" y="8342515"/>
              <a:ext cx="258622" cy="158356"/>
            </a:xfrm>
            <a:prstGeom prst="rect">
              <a:avLst/>
            </a:prstGeom>
          </p:spPr>
        </p:pic>
        <p:sp>
          <p:nvSpPr>
            <p:cNvPr id="640" name="object 640"/>
            <p:cNvSpPr/>
            <p:nvPr/>
          </p:nvSpPr>
          <p:spPr>
            <a:xfrm>
              <a:off x="5422481" y="8287156"/>
              <a:ext cx="41275" cy="213995"/>
            </a:xfrm>
            <a:custGeom>
              <a:avLst/>
              <a:gdLst/>
              <a:ahLst/>
              <a:cxnLst/>
              <a:rect l="l" t="t" r="r" b="b"/>
              <a:pathLst>
                <a:path w="41275" h="213995">
                  <a:moveTo>
                    <a:pt x="40881" y="58940"/>
                  </a:moveTo>
                  <a:lnTo>
                    <a:pt x="0" y="58940"/>
                  </a:lnTo>
                  <a:lnTo>
                    <a:pt x="0" y="213715"/>
                  </a:lnTo>
                  <a:lnTo>
                    <a:pt x="40881" y="213715"/>
                  </a:lnTo>
                  <a:lnTo>
                    <a:pt x="40881" y="58940"/>
                  </a:lnTo>
                  <a:close/>
                </a:path>
                <a:path w="41275" h="213995">
                  <a:moveTo>
                    <a:pt x="40881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40881" y="37896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1" name="object 641"/>
            <p:cNvPicPr/>
            <p:nvPr/>
          </p:nvPicPr>
          <p:blipFill>
            <a:blip r:embed="rId381" cstate="print"/>
            <a:stretch>
              <a:fillRect/>
            </a:stretch>
          </p:blipFill>
          <p:spPr>
            <a:xfrm>
              <a:off x="5505005" y="8342515"/>
              <a:ext cx="141084" cy="158356"/>
            </a:xfrm>
            <a:prstGeom prst="rect">
              <a:avLst/>
            </a:prstGeom>
          </p:spPr>
        </p:pic>
        <p:pic>
          <p:nvPicPr>
            <p:cNvPr id="642" name="object 642"/>
            <p:cNvPicPr/>
            <p:nvPr/>
          </p:nvPicPr>
          <p:blipFill>
            <a:blip r:embed="rId382" cstate="print"/>
            <a:stretch>
              <a:fillRect/>
            </a:stretch>
          </p:blipFill>
          <p:spPr>
            <a:xfrm>
              <a:off x="5678576" y="8342515"/>
              <a:ext cx="151015" cy="221259"/>
            </a:xfrm>
            <a:prstGeom prst="rect">
              <a:avLst/>
            </a:prstGeom>
          </p:spPr>
        </p:pic>
      </p:grpSp>
      <p:pic>
        <p:nvPicPr>
          <p:cNvPr id="643" name="object 643"/>
          <p:cNvPicPr/>
          <p:nvPr/>
        </p:nvPicPr>
        <p:blipFill>
          <a:blip r:embed="rId383" cstate="print"/>
          <a:stretch>
            <a:fillRect/>
          </a:stretch>
        </p:blipFill>
        <p:spPr>
          <a:xfrm>
            <a:off x="5951740" y="8342515"/>
            <a:ext cx="1242529" cy="221259"/>
          </a:xfrm>
          <a:prstGeom prst="rect">
            <a:avLst/>
          </a:prstGeom>
        </p:spPr>
      </p:pic>
      <p:sp>
        <p:nvSpPr>
          <p:cNvPr id="645" name="object 645"/>
          <p:cNvSpPr txBox="1"/>
          <p:nvPr/>
        </p:nvSpPr>
        <p:spPr>
          <a:xfrm>
            <a:off x="5086220" y="8617864"/>
            <a:ext cx="767905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b="1">
                <a:latin typeface="Arial"/>
                <a:cs typeface="Arial"/>
              </a:rPr>
              <a:t>IT22224316</a:t>
            </a:r>
            <a:r>
              <a:rPr dirty="0" sz="2900" spc="-4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|</a:t>
            </a:r>
            <a:r>
              <a:rPr dirty="0" sz="2900" spc="-4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Dhananjani</a:t>
            </a:r>
            <a:r>
              <a:rPr dirty="0" sz="2900" spc="-4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G.A.U.</a:t>
            </a:r>
            <a:r>
              <a:rPr dirty="0" sz="2900" spc="-4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|</a:t>
            </a:r>
            <a:r>
              <a:rPr dirty="0" sz="2900" spc="-45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R26-IT-</a:t>
            </a:r>
            <a:r>
              <a:rPr dirty="0" sz="2900" spc="-25" b="1">
                <a:latin typeface="Arial"/>
                <a:cs typeface="Arial"/>
              </a:rPr>
              <a:t>138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786409" cy="3374193"/>
          </a:xfrm>
          <a:prstGeom prst="rect">
            <a:avLst/>
          </a:prstGeom>
        </p:spPr>
      </p:pic>
      <p:sp>
        <p:nvSpPr>
          <p:cNvPr id="550" name="object 55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199" rIns="0" bIns="0" rtlCol="0" vert="horz">
            <a:spAutoFit/>
          </a:bodyPr>
          <a:lstStyle/>
          <a:p>
            <a:pPr marL="1531620">
              <a:lnSpc>
                <a:spcPct val="100000"/>
              </a:lnSpc>
              <a:spcBef>
                <a:spcPts val="100"/>
              </a:spcBef>
            </a:pPr>
            <a:r>
              <a:rPr dirty="0" u="none" sz="3850"/>
              <a:t>Personalized</a:t>
            </a:r>
            <a:r>
              <a:rPr dirty="0" u="none" sz="3850" spc="-70"/>
              <a:t> </a:t>
            </a:r>
            <a:r>
              <a:rPr dirty="0" u="none" sz="3850"/>
              <a:t>Math</a:t>
            </a:r>
            <a:r>
              <a:rPr dirty="0" u="none" sz="3850" spc="-70"/>
              <a:t> </a:t>
            </a:r>
            <a:r>
              <a:rPr dirty="0" u="none" sz="3850"/>
              <a:t>Learning</a:t>
            </a:r>
            <a:r>
              <a:rPr dirty="0" u="none" sz="3850" spc="-65"/>
              <a:t> </a:t>
            </a:r>
            <a:r>
              <a:rPr dirty="0" u="none" sz="3850" spc="-10"/>
              <a:t>Engine</a:t>
            </a:r>
            <a:endParaRPr sz="3850"/>
          </a:p>
        </p:txBody>
      </p:sp>
      <p:grpSp>
        <p:nvGrpSpPr>
          <p:cNvPr id="6" name="object 6"/>
          <p:cNvGrpSpPr/>
          <p:nvPr/>
        </p:nvGrpSpPr>
        <p:grpSpPr>
          <a:xfrm>
            <a:off x="3814842" y="1145552"/>
            <a:ext cx="593090" cy="323850"/>
            <a:chOff x="3814842" y="1145552"/>
            <a:chExt cx="593090" cy="32385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4842" y="1145552"/>
              <a:ext cx="176716" cy="2542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8084" y="1210436"/>
              <a:ext cx="176809" cy="2585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38244" y="1210436"/>
              <a:ext cx="169075" cy="18931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543602" y="1145552"/>
            <a:ext cx="1018540" cy="254635"/>
            <a:chOff x="4543602" y="1145552"/>
            <a:chExt cx="1018540" cy="254635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43602" y="1145552"/>
              <a:ext cx="209550" cy="2500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84509" y="1210436"/>
              <a:ext cx="186931" cy="1893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05387" y="1210436"/>
              <a:ext cx="266496" cy="18514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06987" y="1210436"/>
              <a:ext cx="170065" cy="1893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13730" y="1145552"/>
              <a:ext cx="48018" cy="250024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610555" y="1210436"/>
            <a:ext cx="164909" cy="18514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75873" y="1721827"/>
            <a:ext cx="86320" cy="86321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3181185" y="1637296"/>
            <a:ext cx="398780" cy="254635"/>
          </a:xfrm>
          <a:custGeom>
            <a:avLst/>
            <a:gdLst/>
            <a:ahLst/>
            <a:cxnLst/>
            <a:rect l="l" t="t" r="r" b="b"/>
            <a:pathLst>
              <a:path w="398779" h="254635">
                <a:moveTo>
                  <a:pt x="190093" y="207378"/>
                </a:moveTo>
                <a:lnTo>
                  <a:pt x="50393" y="207378"/>
                </a:lnTo>
                <a:lnTo>
                  <a:pt x="50393" y="140068"/>
                </a:lnTo>
                <a:lnTo>
                  <a:pt x="176009" y="140068"/>
                </a:lnTo>
                <a:lnTo>
                  <a:pt x="176009" y="98158"/>
                </a:lnTo>
                <a:lnTo>
                  <a:pt x="50393" y="98158"/>
                </a:lnTo>
                <a:lnTo>
                  <a:pt x="50393" y="42278"/>
                </a:lnTo>
                <a:lnTo>
                  <a:pt x="185331" y="42278"/>
                </a:lnTo>
                <a:lnTo>
                  <a:pt x="185331" y="368"/>
                </a:lnTo>
                <a:lnTo>
                  <a:pt x="0" y="368"/>
                </a:lnTo>
                <a:lnTo>
                  <a:pt x="0" y="42278"/>
                </a:lnTo>
                <a:lnTo>
                  <a:pt x="0" y="98158"/>
                </a:lnTo>
                <a:lnTo>
                  <a:pt x="0" y="140068"/>
                </a:lnTo>
                <a:lnTo>
                  <a:pt x="0" y="207378"/>
                </a:lnTo>
                <a:lnTo>
                  <a:pt x="0" y="250558"/>
                </a:lnTo>
                <a:lnTo>
                  <a:pt x="190093" y="250558"/>
                </a:lnTo>
                <a:lnTo>
                  <a:pt x="190093" y="207378"/>
                </a:lnTo>
                <a:close/>
              </a:path>
              <a:path w="398779" h="254635">
                <a:moveTo>
                  <a:pt x="398640" y="0"/>
                </a:moveTo>
                <a:lnTo>
                  <a:pt x="351015" y="0"/>
                </a:lnTo>
                <a:lnTo>
                  <a:pt x="351015" y="160134"/>
                </a:lnTo>
                <a:lnTo>
                  <a:pt x="350278" y="173266"/>
                </a:lnTo>
                <a:lnTo>
                  <a:pt x="333235" y="208381"/>
                </a:lnTo>
                <a:lnTo>
                  <a:pt x="311327" y="216293"/>
                </a:lnTo>
                <a:lnTo>
                  <a:pt x="301777" y="215163"/>
                </a:lnTo>
                <a:lnTo>
                  <a:pt x="301561" y="215163"/>
                </a:lnTo>
                <a:lnTo>
                  <a:pt x="272821" y="180530"/>
                </a:lnTo>
                <a:lnTo>
                  <a:pt x="270840" y="155575"/>
                </a:lnTo>
                <a:lnTo>
                  <a:pt x="271564" y="142925"/>
                </a:lnTo>
                <a:lnTo>
                  <a:pt x="295173" y="104876"/>
                </a:lnTo>
                <a:lnTo>
                  <a:pt x="310921" y="101396"/>
                </a:lnTo>
                <a:lnTo>
                  <a:pt x="319278" y="102273"/>
                </a:lnTo>
                <a:lnTo>
                  <a:pt x="348183" y="133350"/>
                </a:lnTo>
                <a:lnTo>
                  <a:pt x="350939" y="158750"/>
                </a:lnTo>
                <a:lnTo>
                  <a:pt x="351015" y="160134"/>
                </a:lnTo>
                <a:lnTo>
                  <a:pt x="351015" y="0"/>
                </a:lnTo>
                <a:lnTo>
                  <a:pt x="350812" y="0"/>
                </a:lnTo>
                <a:lnTo>
                  <a:pt x="350812" y="90093"/>
                </a:lnTo>
                <a:lnTo>
                  <a:pt x="339191" y="79070"/>
                </a:lnTo>
                <a:lnTo>
                  <a:pt x="326555" y="71196"/>
                </a:lnTo>
                <a:lnTo>
                  <a:pt x="312902" y="66471"/>
                </a:lnTo>
                <a:lnTo>
                  <a:pt x="298221" y="64884"/>
                </a:lnTo>
                <a:lnTo>
                  <a:pt x="281571" y="66471"/>
                </a:lnTo>
                <a:lnTo>
                  <a:pt x="282130" y="66471"/>
                </a:lnTo>
                <a:lnTo>
                  <a:pt x="267957" y="70891"/>
                </a:lnTo>
                <a:lnTo>
                  <a:pt x="234556" y="101396"/>
                </a:lnTo>
                <a:lnTo>
                  <a:pt x="222021" y="155575"/>
                </a:lnTo>
                <a:lnTo>
                  <a:pt x="221919" y="160134"/>
                </a:lnTo>
                <a:lnTo>
                  <a:pt x="223215" y="180035"/>
                </a:lnTo>
                <a:lnTo>
                  <a:pt x="244055" y="228993"/>
                </a:lnTo>
                <a:lnTo>
                  <a:pt x="282524" y="252628"/>
                </a:lnTo>
                <a:lnTo>
                  <a:pt x="297624" y="254203"/>
                </a:lnTo>
                <a:lnTo>
                  <a:pt x="305257" y="253733"/>
                </a:lnTo>
                <a:lnTo>
                  <a:pt x="342074" y="236994"/>
                </a:lnTo>
                <a:lnTo>
                  <a:pt x="354190" y="223443"/>
                </a:lnTo>
                <a:lnTo>
                  <a:pt x="354190" y="250024"/>
                </a:lnTo>
                <a:lnTo>
                  <a:pt x="398640" y="250024"/>
                </a:lnTo>
                <a:lnTo>
                  <a:pt x="398640" y="223443"/>
                </a:lnTo>
                <a:lnTo>
                  <a:pt x="398640" y="216293"/>
                </a:lnTo>
                <a:lnTo>
                  <a:pt x="398640" y="101396"/>
                </a:lnTo>
                <a:lnTo>
                  <a:pt x="398640" y="90093"/>
                </a:lnTo>
                <a:lnTo>
                  <a:pt x="398640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3626075" y="1637296"/>
            <a:ext cx="1485265" cy="254635"/>
            <a:chOff x="3626075" y="1637296"/>
            <a:chExt cx="1485265" cy="254635"/>
          </a:xfrm>
        </p:grpSpPr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26075" y="1706156"/>
              <a:ext cx="164703" cy="18534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29888" y="1702181"/>
              <a:ext cx="170853" cy="18931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22140" y="1642262"/>
              <a:ext cx="293852" cy="24923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345178" y="1637296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60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31093" y="1702181"/>
              <a:ext cx="186931" cy="18931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55349" y="1702181"/>
              <a:ext cx="164896" cy="1851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856378" y="1702181"/>
              <a:ext cx="170052" cy="18931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063108" y="1637296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89">
                  <a:moveTo>
                    <a:pt x="48031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31" y="250024"/>
                  </a:lnTo>
                  <a:lnTo>
                    <a:pt x="480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5257368" y="1637296"/>
            <a:ext cx="720725" cy="254635"/>
            <a:chOff x="5257368" y="1637296"/>
            <a:chExt cx="720725" cy="254635"/>
          </a:xfrm>
        </p:grpSpPr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57368" y="1637296"/>
              <a:ext cx="209550" cy="2500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96890" y="1642262"/>
              <a:ext cx="480593" cy="249237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110998" y="1637296"/>
            <a:ext cx="241300" cy="250024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6402121" y="1637296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60" h="250189">
                <a:moveTo>
                  <a:pt x="48018" y="68859"/>
                </a:moveTo>
                <a:lnTo>
                  <a:pt x="0" y="68859"/>
                </a:lnTo>
                <a:lnTo>
                  <a:pt x="0" y="250024"/>
                </a:lnTo>
                <a:lnTo>
                  <a:pt x="48018" y="250024"/>
                </a:lnTo>
                <a:lnTo>
                  <a:pt x="48018" y="68859"/>
                </a:lnTo>
                <a:close/>
              </a:path>
              <a:path w="48260" h="250189">
                <a:moveTo>
                  <a:pt x="48018" y="0"/>
                </a:moveTo>
                <a:lnTo>
                  <a:pt x="0" y="0"/>
                </a:lnTo>
                <a:lnTo>
                  <a:pt x="0" y="44450"/>
                </a:lnTo>
                <a:lnTo>
                  <a:pt x="48018" y="44450"/>
                </a:lnTo>
                <a:lnTo>
                  <a:pt x="4801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498958" y="1702180"/>
            <a:ext cx="164896" cy="185140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6712484" y="1637296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59" h="250189">
                <a:moveTo>
                  <a:pt x="48031" y="68859"/>
                </a:moveTo>
                <a:lnTo>
                  <a:pt x="0" y="68859"/>
                </a:lnTo>
                <a:lnTo>
                  <a:pt x="0" y="250024"/>
                </a:lnTo>
                <a:lnTo>
                  <a:pt x="48031" y="250024"/>
                </a:lnTo>
                <a:lnTo>
                  <a:pt x="48031" y="68859"/>
                </a:lnTo>
                <a:close/>
              </a:path>
              <a:path w="48259" h="250189">
                <a:moveTo>
                  <a:pt x="48031" y="0"/>
                </a:moveTo>
                <a:lnTo>
                  <a:pt x="0" y="0"/>
                </a:lnTo>
                <a:lnTo>
                  <a:pt x="0" y="44450"/>
                </a:lnTo>
                <a:lnTo>
                  <a:pt x="48031" y="44450"/>
                </a:lnTo>
                <a:lnTo>
                  <a:pt x="48031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" name="object 35"/>
          <p:cNvGrpSpPr/>
          <p:nvPr/>
        </p:nvGrpSpPr>
        <p:grpSpPr>
          <a:xfrm>
            <a:off x="6809320" y="1702180"/>
            <a:ext cx="379730" cy="259079"/>
            <a:chOff x="6809320" y="1702180"/>
            <a:chExt cx="379730" cy="259079"/>
          </a:xfrm>
        </p:grpSpPr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809320" y="1702180"/>
              <a:ext cx="164896" cy="18514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012139" y="1702180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5" h="259080">
                  <a:moveTo>
                    <a:pt x="6350" y="197053"/>
                  </a:moveTo>
                  <a:lnTo>
                    <a:pt x="17074" y="234418"/>
                  </a:lnTo>
                  <a:lnTo>
                    <a:pt x="51344" y="254601"/>
                  </a:lnTo>
                  <a:lnTo>
                    <a:pt x="90690" y="258572"/>
                  </a:lnTo>
                  <a:lnTo>
                    <a:pt x="102358" y="258248"/>
                  </a:lnTo>
                  <a:lnTo>
                    <a:pt x="145402" y="247403"/>
                  </a:lnTo>
                  <a:lnTo>
                    <a:pt x="168489" y="222059"/>
                  </a:lnTo>
                  <a:lnTo>
                    <a:pt x="79108" y="222059"/>
                  </a:lnTo>
                  <a:lnTo>
                    <a:pt x="71970" y="220332"/>
                  </a:lnTo>
                  <a:lnTo>
                    <a:pt x="67462" y="216890"/>
                  </a:lnTo>
                  <a:lnTo>
                    <a:pt x="64160" y="214515"/>
                  </a:lnTo>
                  <a:lnTo>
                    <a:pt x="62039" y="210146"/>
                  </a:lnTo>
                  <a:lnTo>
                    <a:pt x="61169" y="204190"/>
                  </a:lnTo>
                  <a:lnTo>
                    <a:pt x="61112" y="203796"/>
                  </a:lnTo>
                  <a:lnTo>
                    <a:pt x="6350" y="197053"/>
                  </a:lnTo>
                  <a:close/>
                </a:path>
                <a:path w="177165" h="259080">
                  <a:moveTo>
                    <a:pt x="176809" y="155778"/>
                  </a:moveTo>
                  <a:lnTo>
                    <a:pt x="128790" y="155778"/>
                  </a:lnTo>
                  <a:lnTo>
                    <a:pt x="128790" y="192887"/>
                  </a:lnTo>
                  <a:lnTo>
                    <a:pt x="128147" y="199301"/>
                  </a:lnTo>
                  <a:lnTo>
                    <a:pt x="88900" y="222059"/>
                  </a:lnTo>
                  <a:lnTo>
                    <a:pt x="168494" y="222059"/>
                  </a:lnTo>
                  <a:lnTo>
                    <a:pt x="176473" y="181550"/>
                  </a:lnTo>
                  <a:lnTo>
                    <a:pt x="176761" y="168627"/>
                  </a:lnTo>
                  <a:lnTo>
                    <a:pt x="176809" y="155778"/>
                  </a:lnTo>
                  <a:close/>
                </a:path>
                <a:path w="177165" h="259080">
                  <a:moveTo>
                    <a:pt x="76403" y="0"/>
                  </a:moveTo>
                  <a:lnTo>
                    <a:pt x="33499" y="13507"/>
                  </a:lnTo>
                  <a:lnTo>
                    <a:pt x="5457" y="53428"/>
                  </a:lnTo>
                  <a:lnTo>
                    <a:pt x="175" y="90893"/>
                  </a:lnTo>
                  <a:lnTo>
                    <a:pt x="100" y="92075"/>
                  </a:lnTo>
                  <a:lnTo>
                    <a:pt x="9370" y="141329"/>
                  </a:lnTo>
                  <a:lnTo>
                    <a:pt x="41865" y="177404"/>
                  </a:lnTo>
                  <a:lnTo>
                    <a:pt x="57561" y="183306"/>
                  </a:lnTo>
                  <a:lnTo>
                    <a:pt x="58189" y="183306"/>
                  </a:lnTo>
                  <a:lnTo>
                    <a:pt x="74612" y="185140"/>
                  </a:lnTo>
                  <a:lnTo>
                    <a:pt x="90278" y="183306"/>
                  </a:lnTo>
                  <a:lnTo>
                    <a:pt x="104530" y="177803"/>
                  </a:lnTo>
                  <a:lnTo>
                    <a:pt x="117367" y="168627"/>
                  </a:lnTo>
                  <a:lnTo>
                    <a:pt x="128790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06" y="145625"/>
                  </a:lnTo>
                  <a:lnTo>
                    <a:pt x="51992" y="115841"/>
                  </a:lnTo>
                  <a:lnTo>
                    <a:pt x="49983" y="104740"/>
                  </a:lnTo>
                  <a:lnTo>
                    <a:pt x="49907" y="104321"/>
                  </a:lnTo>
                  <a:lnTo>
                    <a:pt x="49355" y="93662"/>
                  </a:lnTo>
                  <a:lnTo>
                    <a:pt x="49273" y="92075"/>
                  </a:lnTo>
                  <a:lnTo>
                    <a:pt x="49212" y="90893"/>
                  </a:lnTo>
                  <a:lnTo>
                    <a:pt x="49859" y="78892"/>
                  </a:lnTo>
                  <a:lnTo>
                    <a:pt x="60202" y="50203"/>
                  </a:lnTo>
                  <a:lnTo>
                    <a:pt x="60325" y="50012"/>
                  </a:lnTo>
                  <a:lnTo>
                    <a:pt x="66150" y="44217"/>
                  </a:lnTo>
                  <a:lnTo>
                    <a:pt x="72889" y="39938"/>
                  </a:lnTo>
                  <a:lnTo>
                    <a:pt x="80409" y="37369"/>
                  </a:lnTo>
                  <a:lnTo>
                    <a:pt x="88696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15" y="16523"/>
                  </a:lnTo>
                  <a:lnTo>
                    <a:pt x="107007" y="7343"/>
                  </a:lnTo>
                  <a:lnTo>
                    <a:pt x="92436" y="1835"/>
                  </a:lnTo>
                  <a:lnTo>
                    <a:pt x="76403" y="0"/>
                  </a:lnTo>
                  <a:close/>
                </a:path>
                <a:path w="177165" h="259080">
                  <a:moveTo>
                    <a:pt x="176809" y="36512"/>
                  </a:moveTo>
                  <a:lnTo>
                    <a:pt x="88696" y="36512"/>
                  </a:lnTo>
                  <a:lnTo>
                    <a:pt x="97144" y="37369"/>
                  </a:lnTo>
                  <a:lnTo>
                    <a:pt x="104821" y="39938"/>
                  </a:lnTo>
                  <a:lnTo>
                    <a:pt x="128846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17475" y="132753"/>
                  </a:lnTo>
                  <a:lnTo>
                    <a:pt x="103860" y="143132"/>
                  </a:lnTo>
                  <a:lnTo>
                    <a:pt x="103720" y="143132"/>
                  </a:lnTo>
                  <a:lnTo>
                    <a:pt x="96224" y="145625"/>
                  </a:lnTo>
                  <a:lnTo>
                    <a:pt x="96048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5" h="259080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9" name="object 3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75873" y="2213571"/>
            <a:ext cx="86320" cy="8632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180589" y="2129040"/>
            <a:ext cx="241301" cy="250024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3459213" y="2129040"/>
            <a:ext cx="565785" cy="254635"/>
            <a:chOff x="3459213" y="2129040"/>
            <a:chExt cx="565785" cy="254635"/>
          </a:xfrm>
        </p:grpSpPr>
        <p:pic>
          <p:nvPicPr>
            <p:cNvPr id="41" name="object 4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59213" y="2193925"/>
              <a:ext cx="170060" cy="18931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55433" y="2193925"/>
              <a:ext cx="170855" cy="18931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859987" y="2129040"/>
              <a:ext cx="164896" cy="250024"/>
            </a:xfrm>
            <a:prstGeom prst="rect">
              <a:avLst/>
            </a:prstGeom>
          </p:spPr>
        </p:pic>
      </p:grpSp>
      <p:sp>
        <p:nvSpPr>
          <p:cNvPr id="44" name="object 44"/>
          <p:cNvSpPr/>
          <p:nvPr/>
        </p:nvSpPr>
        <p:spPr>
          <a:xfrm>
            <a:off x="4073525" y="2129040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60" h="250189">
                <a:moveTo>
                  <a:pt x="48018" y="68859"/>
                </a:moveTo>
                <a:lnTo>
                  <a:pt x="0" y="68859"/>
                </a:lnTo>
                <a:lnTo>
                  <a:pt x="0" y="250024"/>
                </a:lnTo>
                <a:lnTo>
                  <a:pt x="48018" y="250024"/>
                </a:lnTo>
                <a:lnTo>
                  <a:pt x="48018" y="68859"/>
                </a:lnTo>
                <a:close/>
              </a:path>
              <a:path w="48260" h="250189">
                <a:moveTo>
                  <a:pt x="48018" y="0"/>
                </a:moveTo>
                <a:lnTo>
                  <a:pt x="0" y="0"/>
                </a:lnTo>
                <a:lnTo>
                  <a:pt x="0" y="44450"/>
                </a:lnTo>
                <a:lnTo>
                  <a:pt x="48018" y="44450"/>
                </a:lnTo>
                <a:lnTo>
                  <a:pt x="4801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/>
          <p:cNvGrpSpPr/>
          <p:nvPr/>
        </p:nvGrpSpPr>
        <p:grpSpPr>
          <a:xfrm>
            <a:off x="4170349" y="2193925"/>
            <a:ext cx="368935" cy="189865"/>
            <a:chOff x="4170349" y="2193925"/>
            <a:chExt cx="368935" cy="189865"/>
          </a:xfrm>
        </p:grpSpPr>
        <p:pic>
          <p:nvPicPr>
            <p:cNvPr id="46" name="object 4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170349" y="2193925"/>
              <a:ext cx="164909" cy="18514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369993" y="2193925"/>
              <a:ext cx="169075" cy="189318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4676940" y="2130425"/>
            <a:ext cx="901065" cy="253365"/>
            <a:chOff x="4676940" y="2130425"/>
            <a:chExt cx="901065" cy="253365"/>
          </a:xfrm>
        </p:grpSpPr>
        <p:sp>
          <p:nvSpPr>
            <p:cNvPr id="49" name="object 49"/>
            <p:cNvSpPr/>
            <p:nvPr/>
          </p:nvSpPr>
          <p:spPr>
            <a:xfrm>
              <a:off x="4676940" y="2130424"/>
              <a:ext cx="176530" cy="248920"/>
            </a:xfrm>
            <a:custGeom>
              <a:avLst/>
              <a:gdLst/>
              <a:ahLst/>
              <a:cxnLst/>
              <a:rect l="l" t="t" r="r" b="b"/>
              <a:pathLst>
                <a:path w="176529" h="248919">
                  <a:moveTo>
                    <a:pt x="176009" y="207010"/>
                  </a:moveTo>
                  <a:lnTo>
                    <a:pt x="50406" y="207010"/>
                  </a:lnTo>
                  <a:lnTo>
                    <a:pt x="50406" y="0"/>
                  </a:lnTo>
                  <a:lnTo>
                    <a:pt x="0" y="0"/>
                  </a:lnTo>
                  <a:lnTo>
                    <a:pt x="0" y="207010"/>
                  </a:lnTo>
                  <a:lnTo>
                    <a:pt x="0" y="248920"/>
                  </a:lnTo>
                  <a:lnTo>
                    <a:pt x="176009" y="248920"/>
                  </a:lnTo>
                  <a:lnTo>
                    <a:pt x="176009" y="20701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874602" y="2193925"/>
              <a:ext cx="169062" cy="18931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070220" y="2193925"/>
              <a:ext cx="170065" cy="18931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274983" y="2193925"/>
              <a:ext cx="117271" cy="18514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412676" y="2193925"/>
              <a:ext cx="164896" cy="185140"/>
            </a:xfrm>
            <a:prstGeom prst="rect">
              <a:avLst/>
            </a:prstGeom>
          </p:spPr>
        </p:pic>
      </p:grpSp>
      <p:sp>
        <p:nvSpPr>
          <p:cNvPr id="54" name="object 54"/>
          <p:cNvSpPr/>
          <p:nvPr/>
        </p:nvSpPr>
        <p:spPr>
          <a:xfrm>
            <a:off x="5626214" y="2129040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60" h="250189">
                <a:moveTo>
                  <a:pt x="48018" y="68859"/>
                </a:moveTo>
                <a:lnTo>
                  <a:pt x="0" y="68859"/>
                </a:lnTo>
                <a:lnTo>
                  <a:pt x="0" y="250024"/>
                </a:lnTo>
                <a:lnTo>
                  <a:pt x="48018" y="250024"/>
                </a:lnTo>
                <a:lnTo>
                  <a:pt x="48018" y="68859"/>
                </a:lnTo>
                <a:close/>
              </a:path>
              <a:path w="48260" h="250189">
                <a:moveTo>
                  <a:pt x="48018" y="0"/>
                </a:moveTo>
                <a:lnTo>
                  <a:pt x="0" y="0"/>
                </a:lnTo>
                <a:lnTo>
                  <a:pt x="0" y="44450"/>
                </a:lnTo>
                <a:lnTo>
                  <a:pt x="48018" y="44450"/>
                </a:lnTo>
                <a:lnTo>
                  <a:pt x="4801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" name="object 55"/>
          <p:cNvGrpSpPr/>
          <p:nvPr/>
        </p:nvGrpSpPr>
        <p:grpSpPr>
          <a:xfrm>
            <a:off x="5723039" y="2193925"/>
            <a:ext cx="379730" cy="259079"/>
            <a:chOff x="5723039" y="2193925"/>
            <a:chExt cx="379730" cy="259079"/>
          </a:xfrm>
        </p:grpSpPr>
        <p:pic>
          <p:nvPicPr>
            <p:cNvPr id="56" name="object 5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723039" y="2193925"/>
              <a:ext cx="164909" cy="18514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925858" y="2193925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4" h="259080">
                  <a:moveTo>
                    <a:pt x="6350" y="197053"/>
                  </a:moveTo>
                  <a:lnTo>
                    <a:pt x="17076" y="234418"/>
                  </a:lnTo>
                  <a:lnTo>
                    <a:pt x="51349" y="254601"/>
                  </a:lnTo>
                  <a:lnTo>
                    <a:pt x="90690" y="258572"/>
                  </a:lnTo>
                  <a:lnTo>
                    <a:pt x="102359" y="258248"/>
                  </a:lnTo>
                  <a:lnTo>
                    <a:pt x="145408" y="247403"/>
                  </a:lnTo>
                  <a:lnTo>
                    <a:pt x="168489" y="222059"/>
                  </a:lnTo>
                  <a:lnTo>
                    <a:pt x="79108" y="222059"/>
                  </a:lnTo>
                  <a:lnTo>
                    <a:pt x="71970" y="220332"/>
                  </a:lnTo>
                  <a:lnTo>
                    <a:pt x="67475" y="216890"/>
                  </a:lnTo>
                  <a:lnTo>
                    <a:pt x="64160" y="214515"/>
                  </a:lnTo>
                  <a:lnTo>
                    <a:pt x="62052" y="210146"/>
                  </a:lnTo>
                  <a:lnTo>
                    <a:pt x="61182" y="204190"/>
                  </a:lnTo>
                  <a:lnTo>
                    <a:pt x="61125" y="203796"/>
                  </a:lnTo>
                  <a:lnTo>
                    <a:pt x="6350" y="197053"/>
                  </a:lnTo>
                  <a:close/>
                </a:path>
                <a:path w="177164" h="259080">
                  <a:moveTo>
                    <a:pt x="176809" y="155778"/>
                  </a:moveTo>
                  <a:lnTo>
                    <a:pt x="128790" y="155778"/>
                  </a:lnTo>
                  <a:lnTo>
                    <a:pt x="128790" y="192887"/>
                  </a:lnTo>
                  <a:lnTo>
                    <a:pt x="128158" y="199301"/>
                  </a:lnTo>
                  <a:lnTo>
                    <a:pt x="88900" y="222059"/>
                  </a:lnTo>
                  <a:lnTo>
                    <a:pt x="168494" y="222059"/>
                  </a:lnTo>
                  <a:lnTo>
                    <a:pt x="176475" y="181550"/>
                  </a:lnTo>
                  <a:lnTo>
                    <a:pt x="176762" y="168627"/>
                  </a:lnTo>
                  <a:lnTo>
                    <a:pt x="176809" y="155778"/>
                  </a:lnTo>
                  <a:close/>
                </a:path>
                <a:path w="177164" h="259080">
                  <a:moveTo>
                    <a:pt x="76403" y="0"/>
                  </a:moveTo>
                  <a:lnTo>
                    <a:pt x="33501" y="13512"/>
                  </a:lnTo>
                  <a:lnTo>
                    <a:pt x="5457" y="53428"/>
                  </a:lnTo>
                  <a:lnTo>
                    <a:pt x="175" y="90893"/>
                  </a:lnTo>
                  <a:lnTo>
                    <a:pt x="100" y="92075"/>
                  </a:lnTo>
                  <a:lnTo>
                    <a:pt x="9381" y="141329"/>
                  </a:lnTo>
                  <a:lnTo>
                    <a:pt x="41876" y="177404"/>
                  </a:lnTo>
                  <a:lnTo>
                    <a:pt x="57568" y="183306"/>
                  </a:lnTo>
                  <a:lnTo>
                    <a:pt x="58196" y="183306"/>
                  </a:lnTo>
                  <a:lnTo>
                    <a:pt x="74612" y="185140"/>
                  </a:lnTo>
                  <a:lnTo>
                    <a:pt x="90278" y="183306"/>
                  </a:lnTo>
                  <a:lnTo>
                    <a:pt x="104530" y="177803"/>
                  </a:lnTo>
                  <a:lnTo>
                    <a:pt x="117367" y="168627"/>
                  </a:lnTo>
                  <a:lnTo>
                    <a:pt x="128790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13" y="145625"/>
                  </a:lnTo>
                  <a:lnTo>
                    <a:pt x="51992" y="115841"/>
                  </a:lnTo>
                  <a:lnTo>
                    <a:pt x="49983" y="104740"/>
                  </a:lnTo>
                  <a:lnTo>
                    <a:pt x="49907" y="104321"/>
                  </a:lnTo>
                  <a:lnTo>
                    <a:pt x="49355" y="93662"/>
                  </a:lnTo>
                  <a:lnTo>
                    <a:pt x="49273" y="92075"/>
                  </a:lnTo>
                  <a:lnTo>
                    <a:pt x="49212" y="90893"/>
                  </a:lnTo>
                  <a:lnTo>
                    <a:pt x="49859" y="78892"/>
                  </a:lnTo>
                  <a:lnTo>
                    <a:pt x="60202" y="50203"/>
                  </a:lnTo>
                  <a:lnTo>
                    <a:pt x="60325" y="50012"/>
                  </a:lnTo>
                  <a:lnTo>
                    <a:pt x="66155" y="44217"/>
                  </a:lnTo>
                  <a:lnTo>
                    <a:pt x="72895" y="39938"/>
                  </a:lnTo>
                  <a:lnTo>
                    <a:pt x="80416" y="37369"/>
                  </a:lnTo>
                  <a:lnTo>
                    <a:pt x="88709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15" y="16523"/>
                  </a:lnTo>
                  <a:lnTo>
                    <a:pt x="107007" y="7343"/>
                  </a:lnTo>
                  <a:lnTo>
                    <a:pt x="92436" y="1835"/>
                  </a:lnTo>
                  <a:lnTo>
                    <a:pt x="76403" y="0"/>
                  </a:lnTo>
                  <a:close/>
                </a:path>
                <a:path w="177164" h="259080">
                  <a:moveTo>
                    <a:pt x="176809" y="36512"/>
                  </a:moveTo>
                  <a:lnTo>
                    <a:pt x="88709" y="36512"/>
                  </a:lnTo>
                  <a:lnTo>
                    <a:pt x="97154" y="37369"/>
                  </a:lnTo>
                  <a:lnTo>
                    <a:pt x="104828" y="39938"/>
                  </a:lnTo>
                  <a:lnTo>
                    <a:pt x="128847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28847" y="104321"/>
                  </a:lnTo>
                  <a:lnTo>
                    <a:pt x="128822" y="104740"/>
                  </a:lnTo>
                  <a:lnTo>
                    <a:pt x="111090" y="138746"/>
                  </a:lnTo>
                  <a:lnTo>
                    <a:pt x="103865" y="143132"/>
                  </a:lnTo>
                  <a:lnTo>
                    <a:pt x="103725" y="143132"/>
                  </a:lnTo>
                  <a:lnTo>
                    <a:pt x="96229" y="145625"/>
                  </a:lnTo>
                  <a:lnTo>
                    <a:pt x="96053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4" h="259080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/>
          <p:nvPr/>
        </p:nvSpPr>
        <p:spPr>
          <a:xfrm>
            <a:off x="6246939" y="2129040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60" h="250189">
                <a:moveTo>
                  <a:pt x="48031" y="68859"/>
                </a:moveTo>
                <a:lnTo>
                  <a:pt x="0" y="68859"/>
                </a:lnTo>
                <a:lnTo>
                  <a:pt x="0" y="250024"/>
                </a:lnTo>
                <a:lnTo>
                  <a:pt x="48031" y="250024"/>
                </a:lnTo>
                <a:lnTo>
                  <a:pt x="48031" y="68859"/>
                </a:lnTo>
                <a:close/>
              </a:path>
              <a:path w="48260" h="250189">
                <a:moveTo>
                  <a:pt x="48031" y="0"/>
                </a:moveTo>
                <a:lnTo>
                  <a:pt x="0" y="0"/>
                </a:lnTo>
                <a:lnTo>
                  <a:pt x="0" y="44450"/>
                </a:lnTo>
                <a:lnTo>
                  <a:pt x="48031" y="44450"/>
                </a:lnTo>
                <a:lnTo>
                  <a:pt x="48031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9" name="object 5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343777" y="2193925"/>
            <a:ext cx="164896" cy="185140"/>
          </a:xfrm>
          <a:prstGeom prst="rect">
            <a:avLst/>
          </a:prstGeom>
        </p:spPr>
      </p:pic>
      <p:sp>
        <p:nvSpPr>
          <p:cNvPr id="60" name="object 60"/>
          <p:cNvSpPr/>
          <p:nvPr/>
        </p:nvSpPr>
        <p:spPr>
          <a:xfrm>
            <a:off x="6653148" y="2129040"/>
            <a:ext cx="50800" cy="250190"/>
          </a:xfrm>
          <a:custGeom>
            <a:avLst/>
            <a:gdLst/>
            <a:ahLst/>
            <a:cxnLst/>
            <a:rect l="l" t="t" r="r" b="b"/>
            <a:pathLst>
              <a:path w="50800" h="250189">
                <a:moveTo>
                  <a:pt x="50596" y="0"/>
                </a:moveTo>
                <a:lnTo>
                  <a:pt x="0" y="0"/>
                </a:lnTo>
                <a:lnTo>
                  <a:pt x="0" y="250024"/>
                </a:lnTo>
                <a:lnTo>
                  <a:pt x="50596" y="250024"/>
                </a:lnTo>
                <a:lnTo>
                  <a:pt x="50596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" name="object 61"/>
          <p:cNvGrpSpPr/>
          <p:nvPr/>
        </p:nvGrpSpPr>
        <p:grpSpPr>
          <a:xfrm>
            <a:off x="6751167" y="2129040"/>
            <a:ext cx="572135" cy="254635"/>
            <a:chOff x="6751167" y="2129040"/>
            <a:chExt cx="572135" cy="254635"/>
          </a:xfrm>
        </p:grpSpPr>
        <p:pic>
          <p:nvPicPr>
            <p:cNvPr id="62" name="object 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751167" y="2193925"/>
              <a:ext cx="164909" cy="18514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945058" y="2134006"/>
              <a:ext cx="291122" cy="24923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75245" y="2129040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/>
          <p:nvPr/>
        </p:nvSpPr>
        <p:spPr>
          <a:xfrm>
            <a:off x="7372274" y="2129040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59" h="250189">
                <a:moveTo>
                  <a:pt x="48018" y="0"/>
                </a:moveTo>
                <a:lnTo>
                  <a:pt x="0" y="0"/>
                </a:lnTo>
                <a:lnTo>
                  <a:pt x="0" y="250024"/>
                </a:lnTo>
                <a:lnTo>
                  <a:pt x="48018" y="250024"/>
                </a:lnTo>
                <a:lnTo>
                  <a:pt x="4801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" name="object 66"/>
          <p:cNvGrpSpPr/>
          <p:nvPr/>
        </p:nvGrpSpPr>
        <p:grpSpPr>
          <a:xfrm>
            <a:off x="7469301" y="2129040"/>
            <a:ext cx="805180" cy="323850"/>
            <a:chOff x="7469301" y="2129040"/>
            <a:chExt cx="805180" cy="323850"/>
          </a:xfrm>
        </p:grpSpPr>
        <p:sp>
          <p:nvSpPr>
            <p:cNvPr id="67" name="object 67"/>
            <p:cNvSpPr/>
            <p:nvPr/>
          </p:nvSpPr>
          <p:spPr>
            <a:xfrm>
              <a:off x="7469301" y="2129040"/>
              <a:ext cx="263525" cy="323850"/>
            </a:xfrm>
            <a:custGeom>
              <a:avLst/>
              <a:gdLst/>
              <a:ahLst/>
              <a:cxnLst/>
              <a:rect l="l" t="t" r="r" b="b"/>
              <a:pathLst>
                <a:path w="263525" h="323850">
                  <a:moveTo>
                    <a:pt x="48031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31" y="250024"/>
                  </a:lnTo>
                  <a:lnTo>
                    <a:pt x="48031" y="68859"/>
                  </a:lnTo>
                  <a:close/>
                </a:path>
                <a:path w="263525" h="323850">
                  <a:moveTo>
                    <a:pt x="48031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31" y="44450"/>
                  </a:lnTo>
                  <a:lnTo>
                    <a:pt x="48031" y="0"/>
                  </a:lnTo>
                  <a:close/>
                </a:path>
                <a:path w="263525" h="323850">
                  <a:moveTo>
                    <a:pt x="263131" y="68859"/>
                  </a:moveTo>
                  <a:lnTo>
                    <a:pt x="218084" y="68859"/>
                  </a:lnTo>
                  <a:lnTo>
                    <a:pt x="218084" y="94259"/>
                  </a:lnTo>
                  <a:lnTo>
                    <a:pt x="215823" y="91770"/>
                  </a:lnTo>
                  <a:lnTo>
                    <a:pt x="215823" y="155778"/>
                  </a:lnTo>
                  <a:lnTo>
                    <a:pt x="215798" y="158546"/>
                  </a:lnTo>
                  <a:lnTo>
                    <a:pt x="203796" y="197637"/>
                  </a:lnTo>
                  <a:lnTo>
                    <a:pt x="190169" y="208026"/>
                  </a:lnTo>
                  <a:lnTo>
                    <a:pt x="190030" y="208026"/>
                  </a:lnTo>
                  <a:lnTo>
                    <a:pt x="182537" y="210515"/>
                  </a:lnTo>
                  <a:lnTo>
                    <a:pt x="182359" y="210515"/>
                  </a:lnTo>
                  <a:lnTo>
                    <a:pt x="174231" y="211340"/>
                  </a:lnTo>
                  <a:lnTo>
                    <a:pt x="166319" y="210515"/>
                  </a:lnTo>
                  <a:lnTo>
                    <a:pt x="138303" y="180733"/>
                  </a:lnTo>
                  <a:lnTo>
                    <a:pt x="136296" y="169633"/>
                  </a:lnTo>
                  <a:lnTo>
                    <a:pt x="136220" y="169214"/>
                  </a:lnTo>
                  <a:lnTo>
                    <a:pt x="135674" y="158546"/>
                  </a:lnTo>
                  <a:lnTo>
                    <a:pt x="135585" y="156959"/>
                  </a:lnTo>
                  <a:lnTo>
                    <a:pt x="135534" y="155778"/>
                  </a:lnTo>
                  <a:lnTo>
                    <a:pt x="136169" y="143776"/>
                  </a:lnTo>
                  <a:lnTo>
                    <a:pt x="136220" y="142887"/>
                  </a:lnTo>
                  <a:lnTo>
                    <a:pt x="138188" y="132410"/>
                  </a:lnTo>
                  <a:lnTo>
                    <a:pt x="138303" y="131775"/>
                  </a:lnTo>
                  <a:lnTo>
                    <a:pt x="166725" y="102260"/>
                  </a:lnTo>
                  <a:lnTo>
                    <a:pt x="175018" y="101396"/>
                  </a:lnTo>
                  <a:lnTo>
                    <a:pt x="183464" y="102260"/>
                  </a:lnTo>
                  <a:lnTo>
                    <a:pt x="212966" y="132410"/>
                  </a:lnTo>
                  <a:lnTo>
                    <a:pt x="215823" y="155778"/>
                  </a:lnTo>
                  <a:lnTo>
                    <a:pt x="215823" y="91770"/>
                  </a:lnTo>
                  <a:lnTo>
                    <a:pt x="206425" y="81419"/>
                  </a:lnTo>
                  <a:lnTo>
                    <a:pt x="193319" y="72237"/>
                  </a:lnTo>
                  <a:lnTo>
                    <a:pt x="178752" y="66725"/>
                  </a:lnTo>
                  <a:lnTo>
                    <a:pt x="162712" y="64884"/>
                  </a:lnTo>
                  <a:lnTo>
                    <a:pt x="147091" y="66395"/>
                  </a:lnTo>
                  <a:lnTo>
                    <a:pt x="108153" y="88900"/>
                  </a:lnTo>
                  <a:lnTo>
                    <a:pt x="87680" y="137083"/>
                  </a:lnTo>
                  <a:lnTo>
                    <a:pt x="86487" y="155778"/>
                  </a:lnTo>
                  <a:lnTo>
                    <a:pt x="86410" y="156959"/>
                  </a:lnTo>
                  <a:lnTo>
                    <a:pt x="95681" y="206222"/>
                  </a:lnTo>
                  <a:lnTo>
                    <a:pt x="128181" y="242290"/>
                  </a:lnTo>
                  <a:lnTo>
                    <a:pt x="143878" y="248196"/>
                  </a:lnTo>
                  <a:lnTo>
                    <a:pt x="144500" y="248196"/>
                  </a:lnTo>
                  <a:lnTo>
                    <a:pt x="160934" y="250024"/>
                  </a:lnTo>
                  <a:lnTo>
                    <a:pt x="176593" y="248196"/>
                  </a:lnTo>
                  <a:lnTo>
                    <a:pt x="190842" y="242697"/>
                  </a:lnTo>
                  <a:lnTo>
                    <a:pt x="203669" y="233514"/>
                  </a:lnTo>
                  <a:lnTo>
                    <a:pt x="215099" y="220662"/>
                  </a:lnTo>
                  <a:lnTo>
                    <a:pt x="215099" y="257771"/>
                  </a:lnTo>
                  <a:lnTo>
                    <a:pt x="214464" y="264185"/>
                  </a:lnTo>
                  <a:lnTo>
                    <a:pt x="214376" y="265112"/>
                  </a:lnTo>
                  <a:lnTo>
                    <a:pt x="212928" y="269074"/>
                  </a:lnTo>
                  <a:lnTo>
                    <a:pt x="175221" y="286943"/>
                  </a:lnTo>
                  <a:lnTo>
                    <a:pt x="165430" y="286943"/>
                  </a:lnTo>
                  <a:lnTo>
                    <a:pt x="158280" y="285216"/>
                  </a:lnTo>
                  <a:lnTo>
                    <a:pt x="153784" y="281774"/>
                  </a:lnTo>
                  <a:lnTo>
                    <a:pt x="150482" y="279400"/>
                  </a:lnTo>
                  <a:lnTo>
                    <a:pt x="148361" y="275031"/>
                  </a:lnTo>
                  <a:lnTo>
                    <a:pt x="147485" y="269074"/>
                  </a:lnTo>
                  <a:lnTo>
                    <a:pt x="147434" y="268681"/>
                  </a:lnTo>
                  <a:lnTo>
                    <a:pt x="92671" y="261937"/>
                  </a:lnTo>
                  <a:lnTo>
                    <a:pt x="103390" y="299313"/>
                  </a:lnTo>
                  <a:lnTo>
                    <a:pt x="137655" y="319493"/>
                  </a:lnTo>
                  <a:lnTo>
                    <a:pt x="176999" y="323456"/>
                  </a:lnTo>
                  <a:lnTo>
                    <a:pt x="188671" y="323138"/>
                  </a:lnTo>
                  <a:lnTo>
                    <a:pt x="231724" y="312293"/>
                  </a:lnTo>
                  <a:lnTo>
                    <a:pt x="254800" y="286943"/>
                  </a:lnTo>
                  <a:lnTo>
                    <a:pt x="262788" y="246443"/>
                  </a:lnTo>
                  <a:lnTo>
                    <a:pt x="263131" y="220662"/>
                  </a:lnTo>
                  <a:lnTo>
                    <a:pt x="263131" y="211340"/>
                  </a:lnTo>
                  <a:lnTo>
                    <a:pt x="263131" y="101396"/>
                  </a:lnTo>
                  <a:lnTo>
                    <a:pt x="263131" y="94259"/>
                  </a:lnTo>
                  <a:lnTo>
                    <a:pt x="263131" y="68859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765782" y="2193925"/>
              <a:ext cx="169062" cy="18931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973707" y="2193925"/>
              <a:ext cx="164909" cy="18514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167598" y="2134006"/>
              <a:ext cx="106756" cy="249237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8383117" y="2129040"/>
            <a:ext cx="958215" cy="254635"/>
            <a:chOff x="8383117" y="2129040"/>
            <a:chExt cx="958215" cy="254635"/>
          </a:xfrm>
        </p:grpSpPr>
        <p:sp>
          <p:nvSpPr>
            <p:cNvPr id="72" name="object 72"/>
            <p:cNvSpPr/>
            <p:nvPr/>
          </p:nvSpPr>
          <p:spPr>
            <a:xfrm>
              <a:off x="8383118" y="2129154"/>
              <a:ext cx="198755" cy="250190"/>
            </a:xfrm>
            <a:custGeom>
              <a:avLst/>
              <a:gdLst/>
              <a:ahLst/>
              <a:cxnLst/>
              <a:rect l="l" t="t" r="r" b="b"/>
              <a:pathLst>
                <a:path w="198754" h="250189">
                  <a:moveTo>
                    <a:pt x="198628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4206" y="41910"/>
                  </a:lnTo>
                  <a:lnTo>
                    <a:pt x="74206" y="250190"/>
                  </a:lnTo>
                  <a:lnTo>
                    <a:pt x="124612" y="250190"/>
                  </a:lnTo>
                  <a:lnTo>
                    <a:pt x="124612" y="41910"/>
                  </a:lnTo>
                  <a:lnTo>
                    <a:pt x="198628" y="41910"/>
                  </a:lnTo>
                  <a:lnTo>
                    <a:pt x="19862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612924" y="2197900"/>
              <a:ext cx="164693" cy="185343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807602" y="2134006"/>
              <a:ext cx="311759" cy="249237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154896" y="2193925"/>
              <a:ext cx="117271" cy="18514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9292793" y="2129040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" name="object 77"/>
          <p:cNvGrpSpPr/>
          <p:nvPr/>
        </p:nvGrpSpPr>
        <p:grpSpPr>
          <a:xfrm>
            <a:off x="9389630" y="2193925"/>
            <a:ext cx="379730" cy="259079"/>
            <a:chOff x="9389630" y="2193925"/>
            <a:chExt cx="379730" cy="259079"/>
          </a:xfrm>
        </p:grpSpPr>
        <p:pic>
          <p:nvPicPr>
            <p:cNvPr id="78" name="object 7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389630" y="2193925"/>
              <a:ext cx="164896" cy="185140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9592449" y="2193925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5" h="259080">
                  <a:moveTo>
                    <a:pt x="6350" y="197053"/>
                  </a:moveTo>
                  <a:lnTo>
                    <a:pt x="17069" y="234418"/>
                  </a:lnTo>
                  <a:lnTo>
                    <a:pt x="51342" y="254601"/>
                  </a:lnTo>
                  <a:lnTo>
                    <a:pt x="90678" y="258572"/>
                  </a:lnTo>
                  <a:lnTo>
                    <a:pt x="102353" y="258248"/>
                  </a:lnTo>
                  <a:lnTo>
                    <a:pt x="145402" y="247403"/>
                  </a:lnTo>
                  <a:lnTo>
                    <a:pt x="168484" y="222059"/>
                  </a:lnTo>
                  <a:lnTo>
                    <a:pt x="79108" y="222059"/>
                  </a:lnTo>
                  <a:lnTo>
                    <a:pt x="71958" y="220332"/>
                  </a:lnTo>
                  <a:lnTo>
                    <a:pt x="67462" y="216890"/>
                  </a:lnTo>
                  <a:lnTo>
                    <a:pt x="64160" y="214515"/>
                  </a:lnTo>
                  <a:lnTo>
                    <a:pt x="62039" y="210146"/>
                  </a:lnTo>
                  <a:lnTo>
                    <a:pt x="61169" y="204190"/>
                  </a:lnTo>
                  <a:lnTo>
                    <a:pt x="61112" y="203796"/>
                  </a:lnTo>
                  <a:lnTo>
                    <a:pt x="6350" y="197053"/>
                  </a:lnTo>
                  <a:close/>
                </a:path>
                <a:path w="177165" h="259080">
                  <a:moveTo>
                    <a:pt x="176809" y="155778"/>
                  </a:moveTo>
                  <a:lnTo>
                    <a:pt x="128778" y="155778"/>
                  </a:lnTo>
                  <a:lnTo>
                    <a:pt x="128778" y="192887"/>
                  </a:lnTo>
                  <a:lnTo>
                    <a:pt x="128145" y="199301"/>
                  </a:lnTo>
                  <a:lnTo>
                    <a:pt x="88900" y="222059"/>
                  </a:lnTo>
                  <a:lnTo>
                    <a:pt x="168489" y="222059"/>
                  </a:lnTo>
                  <a:lnTo>
                    <a:pt x="176473" y="181550"/>
                  </a:lnTo>
                  <a:lnTo>
                    <a:pt x="176761" y="168627"/>
                  </a:lnTo>
                  <a:lnTo>
                    <a:pt x="176809" y="155778"/>
                  </a:lnTo>
                  <a:close/>
                </a:path>
                <a:path w="177165" h="259080">
                  <a:moveTo>
                    <a:pt x="76390" y="0"/>
                  </a:moveTo>
                  <a:lnTo>
                    <a:pt x="33494" y="13512"/>
                  </a:lnTo>
                  <a:lnTo>
                    <a:pt x="5456" y="53428"/>
                  </a:lnTo>
                  <a:lnTo>
                    <a:pt x="175" y="90893"/>
                  </a:lnTo>
                  <a:lnTo>
                    <a:pt x="100" y="92075"/>
                  </a:lnTo>
                  <a:lnTo>
                    <a:pt x="9370" y="141329"/>
                  </a:lnTo>
                  <a:lnTo>
                    <a:pt x="41865" y="177404"/>
                  </a:lnTo>
                  <a:lnTo>
                    <a:pt x="57561" y="183306"/>
                  </a:lnTo>
                  <a:lnTo>
                    <a:pt x="58189" y="183306"/>
                  </a:lnTo>
                  <a:lnTo>
                    <a:pt x="74612" y="185140"/>
                  </a:lnTo>
                  <a:lnTo>
                    <a:pt x="90271" y="183306"/>
                  </a:lnTo>
                  <a:lnTo>
                    <a:pt x="104519" y="177803"/>
                  </a:lnTo>
                  <a:lnTo>
                    <a:pt x="117355" y="168627"/>
                  </a:lnTo>
                  <a:lnTo>
                    <a:pt x="128778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06" y="145625"/>
                  </a:lnTo>
                  <a:lnTo>
                    <a:pt x="51987" y="115841"/>
                  </a:lnTo>
                  <a:lnTo>
                    <a:pt x="49355" y="93662"/>
                  </a:lnTo>
                  <a:lnTo>
                    <a:pt x="49273" y="92075"/>
                  </a:lnTo>
                  <a:lnTo>
                    <a:pt x="49212" y="90893"/>
                  </a:lnTo>
                  <a:lnTo>
                    <a:pt x="49857" y="78892"/>
                  </a:lnTo>
                  <a:lnTo>
                    <a:pt x="49905" y="77994"/>
                  </a:lnTo>
                  <a:lnTo>
                    <a:pt x="51867" y="67519"/>
                  </a:lnTo>
                  <a:lnTo>
                    <a:pt x="51987" y="66881"/>
                  </a:lnTo>
                  <a:lnTo>
                    <a:pt x="80409" y="37369"/>
                  </a:lnTo>
                  <a:lnTo>
                    <a:pt x="88696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15" y="16523"/>
                  </a:lnTo>
                  <a:lnTo>
                    <a:pt x="107005" y="7343"/>
                  </a:lnTo>
                  <a:lnTo>
                    <a:pt x="92430" y="1835"/>
                  </a:lnTo>
                  <a:lnTo>
                    <a:pt x="76390" y="0"/>
                  </a:lnTo>
                  <a:close/>
                </a:path>
                <a:path w="177165" h="259080">
                  <a:moveTo>
                    <a:pt x="176809" y="36512"/>
                  </a:moveTo>
                  <a:lnTo>
                    <a:pt x="88696" y="36512"/>
                  </a:lnTo>
                  <a:lnTo>
                    <a:pt x="97144" y="37369"/>
                  </a:lnTo>
                  <a:lnTo>
                    <a:pt x="104821" y="39938"/>
                  </a:lnTo>
                  <a:lnTo>
                    <a:pt x="128846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17475" y="132753"/>
                  </a:lnTo>
                  <a:lnTo>
                    <a:pt x="103855" y="143132"/>
                  </a:lnTo>
                  <a:lnTo>
                    <a:pt x="103715" y="143132"/>
                  </a:lnTo>
                  <a:lnTo>
                    <a:pt x="96222" y="145625"/>
                  </a:lnTo>
                  <a:lnTo>
                    <a:pt x="96046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5" h="259080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" name="object 80"/>
          <p:cNvGrpSpPr/>
          <p:nvPr/>
        </p:nvGrpSpPr>
        <p:grpSpPr>
          <a:xfrm>
            <a:off x="9901225" y="2124875"/>
            <a:ext cx="1407795" cy="327660"/>
            <a:chOff x="9901225" y="2124875"/>
            <a:chExt cx="1407795" cy="327660"/>
          </a:xfrm>
        </p:grpSpPr>
        <p:sp>
          <p:nvSpPr>
            <p:cNvPr id="81" name="object 81"/>
            <p:cNvSpPr/>
            <p:nvPr/>
          </p:nvSpPr>
          <p:spPr>
            <a:xfrm>
              <a:off x="9901225" y="2124874"/>
              <a:ext cx="408940" cy="327660"/>
            </a:xfrm>
            <a:custGeom>
              <a:avLst/>
              <a:gdLst/>
              <a:ahLst/>
              <a:cxnLst/>
              <a:rect l="l" t="t" r="r" b="b"/>
              <a:pathLst>
                <a:path w="408940" h="327660">
                  <a:moveTo>
                    <a:pt x="203200" y="181368"/>
                  </a:moveTo>
                  <a:lnTo>
                    <a:pt x="193078" y="141681"/>
                  </a:lnTo>
                  <a:lnTo>
                    <a:pt x="155549" y="111480"/>
                  </a:lnTo>
                  <a:lnTo>
                    <a:pt x="94373" y="93903"/>
                  </a:lnTo>
                  <a:lnTo>
                    <a:pt x="81051" y="89649"/>
                  </a:lnTo>
                  <a:lnTo>
                    <a:pt x="71158" y="85471"/>
                  </a:lnTo>
                  <a:lnTo>
                    <a:pt x="64693" y="81356"/>
                  </a:lnTo>
                  <a:lnTo>
                    <a:pt x="59664" y="77254"/>
                  </a:lnTo>
                  <a:lnTo>
                    <a:pt x="57150" y="72224"/>
                  </a:lnTo>
                  <a:lnTo>
                    <a:pt x="57150" y="59791"/>
                  </a:lnTo>
                  <a:lnTo>
                    <a:pt x="99618" y="41668"/>
                  </a:lnTo>
                  <a:lnTo>
                    <a:pt x="109639" y="42214"/>
                  </a:lnTo>
                  <a:lnTo>
                    <a:pt x="143510" y="68846"/>
                  </a:lnTo>
                  <a:lnTo>
                    <a:pt x="145656" y="77787"/>
                  </a:lnTo>
                  <a:lnTo>
                    <a:pt x="196049" y="75603"/>
                  </a:lnTo>
                  <a:lnTo>
                    <a:pt x="181546" y="31813"/>
                  </a:lnTo>
                  <a:lnTo>
                    <a:pt x="141427" y="5156"/>
                  </a:lnTo>
                  <a:lnTo>
                    <a:pt x="100215" y="0"/>
                  </a:lnTo>
                  <a:lnTo>
                    <a:pt x="86334" y="546"/>
                  </a:lnTo>
                  <a:lnTo>
                    <a:pt x="41376" y="13512"/>
                  </a:lnTo>
                  <a:lnTo>
                    <a:pt x="14947" y="42418"/>
                  </a:lnTo>
                  <a:lnTo>
                    <a:pt x="8928" y="69646"/>
                  </a:lnTo>
                  <a:lnTo>
                    <a:pt x="10363" y="83972"/>
                  </a:lnTo>
                  <a:lnTo>
                    <a:pt x="31953" y="120053"/>
                  </a:lnTo>
                  <a:lnTo>
                    <a:pt x="70154" y="139407"/>
                  </a:lnTo>
                  <a:lnTo>
                    <a:pt x="114795" y="151358"/>
                  </a:lnTo>
                  <a:lnTo>
                    <a:pt x="129374" y="155575"/>
                  </a:lnTo>
                  <a:lnTo>
                    <a:pt x="137985" y="158610"/>
                  </a:lnTo>
                  <a:lnTo>
                    <a:pt x="143992" y="162255"/>
                  </a:lnTo>
                  <a:lnTo>
                    <a:pt x="151015" y="170586"/>
                  </a:lnTo>
                  <a:lnTo>
                    <a:pt x="152793" y="175615"/>
                  </a:lnTo>
                  <a:lnTo>
                    <a:pt x="152793" y="181571"/>
                  </a:lnTo>
                  <a:lnTo>
                    <a:pt x="124955" y="213372"/>
                  </a:lnTo>
                  <a:lnTo>
                    <a:pt x="103581" y="215900"/>
                  </a:lnTo>
                  <a:lnTo>
                    <a:pt x="92646" y="215188"/>
                  </a:lnTo>
                  <a:lnTo>
                    <a:pt x="55651" y="189560"/>
                  </a:lnTo>
                  <a:lnTo>
                    <a:pt x="49009" y="168071"/>
                  </a:lnTo>
                  <a:lnTo>
                    <a:pt x="0" y="172834"/>
                  </a:lnTo>
                  <a:lnTo>
                    <a:pt x="10058" y="209753"/>
                  </a:lnTo>
                  <a:lnTo>
                    <a:pt x="44437" y="246291"/>
                  </a:lnTo>
                  <a:lnTo>
                    <a:pt x="103187" y="258559"/>
                  </a:lnTo>
                  <a:lnTo>
                    <a:pt x="118783" y="258000"/>
                  </a:lnTo>
                  <a:lnTo>
                    <a:pt x="157556" y="249428"/>
                  </a:lnTo>
                  <a:lnTo>
                    <a:pt x="191287" y="221653"/>
                  </a:lnTo>
                  <a:lnTo>
                    <a:pt x="202450" y="191935"/>
                  </a:lnTo>
                  <a:lnTo>
                    <a:pt x="203200" y="181368"/>
                  </a:lnTo>
                  <a:close/>
                </a:path>
                <a:path w="408940" h="327660">
                  <a:moveTo>
                    <a:pt x="408762" y="73025"/>
                  </a:moveTo>
                  <a:lnTo>
                    <a:pt x="359156" y="73025"/>
                  </a:lnTo>
                  <a:lnTo>
                    <a:pt x="316877" y="201612"/>
                  </a:lnTo>
                  <a:lnTo>
                    <a:pt x="273621" y="73025"/>
                  </a:lnTo>
                  <a:lnTo>
                    <a:pt x="222631" y="73025"/>
                  </a:lnTo>
                  <a:lnTo>
                    <a:pt x="291477" y="254787"/>
                  </a:lnTo>
                  <a:lnTo>
                    <a:pt x="289140" y="262001"/>
                  </a:lnTo>
                  <a:lnTo>
                    <a:pt x="254571" y="289521"/>
                  </a:lnTo>
                  <a:lnTo>
                    <a:pt x="248488" y="289521"/>
                  </a:lnTo>
                  <a:lnTo>
                    <a:pt x="241681" y="288785"/>
                  </a:lnTo>
                  <a:lnTo>
                    <a:pt x="234137" y="287337"/>
                  </a:lnTo>
                  <a:lnTo>
                    <a:pt x="238506" y="324840"/>
                  </a:lnTo>
                  <a:lnTo>
                    <a:pt x="245173" y="326059"/>
                  </a:lnTo>
                  <a:lnTo>
                    <a:pt x="251929" y="326936"/>
                  </a:lnTo>
                  <a:lnTo>
                    <a:pt x="258775" y="327456"/>
                  </a:lnTo>
                  <a:lnTo>
                    <a:pt x="274688" y="327621"/>
                  </a:lnTo>
                  <a:lnTo>
                    <a:pt x="282752" y="326631"/>
                  </a:lnTo>
                  <a:lnTo>
                    <a:pt x="317614" y="308762"/>
                  </a:lnTo>
                  <a:lnTo>
                    <a:pt x="344868" y="247446"/>
                  </a:lnTo>
                  <a:lnTo>
                    <a:pt x="408762" y="7302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323843" y="2193925"/>
              <a:ext cx="169265" cy="189318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515295" y="2134006"/>
              <a:ext cx="291134" cy="249237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10841914" y="2193925"/>
              <a:ext cx="266700" cy="185420"/>
            </a:xfrm>
            <a:custGeom>
              <a:avLst/>
              <a:gdLst/>
              <a:ahLst/>
              <a:cxnLst/>
              <a:rect l="l" t="t" r="r" b="b"/>
              <a:pathLst>
                <a:path w="266700" h="185419">
                  <a:moveTo>
                    <a:pt x="207162" y="0"/>
                  </a:moveTo>
                  <a:lnTo>
                    <a:pt x="164204" y="16130"/>
                  </a:lnTo>
                  <a:lnTo>
                    <a:pt x="151803" y="28778"/>
                  </a:lnTo>
                  <a:lnTo>
                    <a:pt x="147438" y="21996"/>
                  </a:lnTo>
                  <a:lnTo>
                    <a:pt x="109038" y="447"/>
                  </a:lnTo>
                  <a:lnTo>
                    <a:pt x="100609" y="0"/>
                  </a:lnTo>
                  <a:lnTo>
                    <a:pt x="84807" y="1799"/>
                  </a:lnTo>
                  <a:lnTo>
                    <a:pt x="70146" y="7197"/>
                  </a:lnTo>
                  <a:lnTo>
                    <a:pt x="56627" y="16191"/>
                  </a:lnTo>
                  <a:lnTo>
                    <a:pt x="44246" y="28778"/>
                  </a:lnTo>
                  <a:lnTo>
                    <a:pt x="44246" y="3975"/>
                  </a:lnTo>
                  <a:lnTo>
                    <a:pt x="0" y="3975"/>
                  </a:lnTo>
                  <a:lnTo>
                    <a:pt x="0" y="185140"/>
                  </a:lnTo>
                  <a:lnTo>
                    <a:pt x="48018" y="185140"/>
                  </a:lnTo>
                  <a:lnTo>
                    <a:pt x="48018" y="97243"/>
                  </a:lnTo>
                  <a:lnTo>
                    <a:pt x="48254" y="85088"/>
                  </a:lnTo>
                  <a:lnTo>
                    <a:pt x="58534" y="46634"/>
                  </a:lnTo>
                  <a:lnTo>
                    <a:pt x="77127" y="36512"/>
                  </a:lnTo>
                  <a:lnTo>
                    <a:pt x="90614" y="36512"/>
                  </a:lnTo>
                  <a:lnTo>
                    <a:pt x="109375" y="73900"/>
                  </a:lnTo>
                  <a:lnTo>
                    <a:pt x="109537" y="85928"/>
                  </a:lnTo>
                  <a:lnTo>
                    <a:pt x="109537" y="185140"/>
                  </a:lnTo>
                  <a:lnTo>
                    <a:pt x="157353" y="185140"/>
                  </a:lnTo>
                  <a:lnTo>
                    <a:pt x="157353" y="98234"/>
                  </a:lnTo>
                  <a:lnTo>
                    <a:pt x="157600" y="86289"/>
                  </a:lnTo>
                  <a:lnTo>
                    <a:pt x="168198" y="46774"/>
                  </a:lnTo>
                  <a:lnTo>
                    <a:pt x="186334" y="36512"/>
                  </a:lnTo>
                  <a:lnTo>
                    <a:pt x="202336" y="36512"/>
                  </a:lnTo>
                  <a:lnTo>
                    <a:pt x="218478" y="81559"/>
                  </a:lnTo>
                  <a:lnTo>
                    <a:pt x="218478" y="185140"/>
                  </a:lnTo>
                  <a:lnTo>
                    <a:pt x="266496" y="185140"/>
                  </a:lnTo>
                  <a:lnTo>
                    <a:pt x="266496" y="69253"/>
                  </a:lnTo>
                  <a:lnTo>
                    <a:pt x="266187" y="57237"/>
                  </a:lnTo>
                  <a:lnTo>
                    <a:pt x="252855" y="18011"/>
                  </a:lnTo>
                  <a:lnTo>
                    <a:pt x="216701" y="509"/>
                  </a:lnTo>
                  <a:lnTo>
                    <a:pt x="207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1139157" y="2193925"/>
              <a:ext cx="169265" cy="189318"/>
            </a:xfrm>
            <a:prstGeom prst="rect">
              <a:avLst/>
            </a:prstGeom>
          </p:spPr>
        </p:pic>
      </p:grpSp>
      <p:pic>
        <p:nvPicPr>
          <p:cNvPr id="86" name="object 8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75873" y="2705315"/>
            <a:ext cx="86320" cy="86321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3155784" y="2620784"/>
            <a:ext cx="1461135" cy="319405"/>
            <a:chOff x="3155784" y="2620784"/>
            <a:chExt cx="1461135" cy="319405"/>
          </a:xfrm>
        </p:grpSpPr>
        <p:pic>
          <p:nvPicPr>
            <p:cNvPr id="88" name="object 8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155784" y="2620784"/>
              <a:ext cx="250824" cy="250024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3422378" y="2620784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4" h="254635">
                  <a:moveTo>
                    <a:pt x="76307" y="64884"/>
                  </a:moveTo>
                  <a:lnTo>
                    <a:pt x="59656" y="66460"/>
                  </a:lnTo>
                  <a:lnTo>
                    <a:pt x="60214" y="66460"/>
                  </a:lnTo>
                  <a:lnTo>
                    <a:pt x="46045" y="70886"/>
                  </a:lnTo>
                  <a:lnTo>
                    <a:pt x="12644" y="101396"/>
                  </a:lnTo>
                  <a:lnTo>
                    <a:pt x="108" y="155575"/>
                  </a:lnTo>
                  <a:lnTo>
                    <a:pt x="0" y="160134"/>
                  </a:lnTo>
                  <a:lnTo>
                    <a:pt x="1298" y="180028"/>
                  </a:lnTo>
                  <a:lnTo>
                    <a:pt x="22134" y="228993"/>
                  </a:lnTo>
                  <a:lnTo>
                    <a:pt x="60606" y="252627"/>
                  </a:lnTo>
                  <a:lnTo>
                    <a:pt x="75712" y="254203"/>
                  </a:lnTo>
                  <a:lnTo>
                    <a:pt x="83339" y="253731"/>
                  </a:lnTo>
                  <a:lnTo>
                    <a:pt x="120162" y="236985"/>
                  </a:lnTo>
                  <a:lnTo>
                    <a:pt x="132267" y="223443"/>
                  </a:lnTo>
                  <a:lnTo>
                    <a:pt x="176717" y="223443"/>
                  </a:lnTo>
                  <a:lnTo>
                    <a:pt x="176717" y="216293"/>
                  </a:lnTo>
                  <a:lnTo>
                    <a:pt x="89405" y="216293"/>
                  </a:lnTo>
                  <a:lnTo>
                    <a:pt x="79862" y="215151"/>
                  </a:lnTo>
                  <a:lnTo>
                    <a:pt x="79647" y="215151"/>
                  </a:lnTo>
                  <a:lnTo>
                    <a:pt x="70851" y="211580"/>
                  </a:lnTo>
                  <a:lnTo>
                    <a:pt x="49420" y="169057"/>
                  </a:lnTo>
                  <a:lnTo>
                    <a:pt x="48924" y="155575"/>
                  </a:lnTo>
                  <a:lnTo>
                    <a:pt x="49643" y="142923"/>
                  </a:lnTo>
                  <a:lnTo>
                    <a:pt x="73253" y="104871"/>
                  </a:lnTo>
                  <a:lnTo>
                    <a:pt x="89007" y="101396"/>
                  </a:lnTo>
                  <a:lnTo>
                    <a:pt x="176717" y="101396"/>
                  </a:lnTo>
                  <a:lnTo>
                    <a:pt x="176717" y="90093"/>
                  </a:lnTo>
                  <a:lnTo>
                    <a:pt x="128894" y="90093"/>
                  </a:lnTo>
                  <a:lnTo>
                    <a:pt x="117273" y="79066"/>
                  </a:lnTo>
                  <a:lnTo>
                    <a:pt x="104635" y="71188"/>
                  </a:lnTo>
                  <a:lnTo>
                    <a:pt x="90980" y="66460"/>
                  </a:lnTo>
                  <a:lnTo>
                    <a:pt x="76307" y="64884"/>
                  </a:lnTo>
                  <a:close/>
                </a:path>
                <a:path w="177164" h="254635">
                  <a:moveTo>
                    <a:pt x="176717" y="223443"/>
                  </a:moveTo>
                  <a:lnTo>
                    <a:pt x="132267" y="223443"/>
                  </a:lnTo>
                  <a:lnTo>
                    <a:pt x="132267" y="250024"/>
                  </a:lnTo>
                  <a:lnTo>
                    <a:pt x="176717" y="250024"/>
                  </a:lnTo>
                  <a:lnTo>
                    <a:pt x="176717" y="223443"/>
                  </a:lnTo>
                  <a:close/>
                </a:path>
                <a:path w="177164" h="254635">
                  <a:moveTo>
                    <a:pt x="176717" y="101396"/>
                  </a:moveTo>
                  <a:lnTo>
                    <a:pt x="89007" y="101396"/>
                  </a:lnTo>
                  <a:lnTo>
                    <a:pt x="97354" y="102265"/>
                  </a:lnTo>
                  <a:lnTo>
                    <a:pt x="104932" y="104871"/>
                  </a:lnTo>
                  <a:lnTo>
                    <a:pt x="128385" y="145651"/>
                  </a:lnTo>
                  <a:lnTo>
                    <a:pt x="129092" y="160134"/>
                  </a:lnTo>
                  <a:lnTo>
                    <a:pt x="128361" y="173257"/>
                  </a:lnTo>
                  <a:lnTo>
                    <a:pt x="111319" y="208369"/>
                  </a:lnTo>
                  <a:lnTo>
                    <a:pt x="89405" y="216293"/>
                  </a:lnTo>
                  <a:lnTo>
                    <a:pt x="176717" y="216293"/>
                  </a:lnTo>
                  <a:lnTo>
                    <a:pt x="176717" y="101396"/>
                  </a:lnTo>
                  <a:close/>
                </a:path>
                <a:path w="177164" h="254635">
                  <a:moveTo>
                    <a:pt x="176717" y="0"/>
                  </a:moveTo>
                  <a:lnTo>
                    <a:pt x="128894" y="0"/>
                  </a:lnTo>
                  <a:lnTo>
                    <a:pt x="128894" y="90093"/>
                  </a:lnTo>
                  <a:lnTo>
                    <a:pt x="176717" y="90093"/>
                  </a:lnTo>
                  <a:lnTo>
                    <a:pt x="17671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633837" y="2685668"/>
              <a:ext cx="170060" cy="18931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839184" y="2625750"/>
              <a:ext cx="301840" cy="313918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170210" y="262078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60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244022" y="2685668"/>
              <a:ext cx="372630" cy="189318"/>
            </a:xfrm>
            <a:prstGeom prst="rect">
              <a:avLst/>
            </a:prstGeom>
          </p:spPr>
        </p:pic>
      </p:grpSp>
      <p:sp>
        <p:nvSpPr>
          <p:cNvPr id="94" name="object 94"/>
          <p:cNvSpPr/>
          <p:nvPr/>
        </p:nvSpPr>
        <p:spPr>
          <a:xfrm>
            <a:off x="4754537" y="2623184"/>
            <a:ext cx="176530" cy="247650"/>
          </a:xfrm>
          <a:custGeom>
            <a:avLst/>
            <a:gdLst/>
            <a:ahLst/>
            <a:cxnLst/>
            <a:rect l="l" t="t" r="r" b="b"/>
            <a:pathLst>
              <a:path w="176529" h="247650">
                <a:moveTo>
                  <a:pt x="176009" y="205740"/>
                </a:moveTo>
                <a:lnTo>
                  <a:pt x="50393" y="205740"/>
                </a:lnTo>
                <a:lnTo>
                  <a:pt x="50393" y="0"/>
                </a:lnTo>
                <a:lnTo>
                  <a:pt x="0" y="0"/>
                </a:lnTo>
                <a:lnTo>
                  <a:pt x="0" y="205740"/>
                </a:lnTo>
                <a:lnTo>
                  <a:pt x="0" y="247650"/>
                </a:lnTo>
                <a:lnTo>
                  <a:pt x="176009" y="247650"/>
                </a:lnTo>
                <a:lnTo>
                  <a:pt x="176009" y="20574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5" name="object 95"/>
          <p:cNvGrpSpPr/>
          <p:nvPr/>
        </p:nvGrpSpPr>
        <p:grpSpPr>
          <a:xfrm>
            <a:off x="4952187" y="2685669"/>
            <a:ext cx="703580" cy="189865"/>
            <a:chOff x="4952187" y="2685669"/>
            <a:chExt cx="703580" cy="189865"/>
          </a:xfrm>
        </p:grpSpPr>
        <p:pic>
          <p:nvPicPr>
            <p:cNvPr id="96" name="object 9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147818" y="2685669"/>
              <a:ext cx="170052" cy="189318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952187" y="2685669"/>
              <a:ext cx="169075" cy="189318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352567" y="2685669"/>
              <a:ext cx="117271" cy="18514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90273" y="2685669"/>
              <a:ext cx="164896" cy="185140"/>
            </a:xfrm>
            <a:prstGeom prst="rect">
              <a:avLst/>
            </a:prstGeom>
          </p:spPr>
        </p:pic>
      </p:grpSp>
      <p:sp>
        <p:nvSpPr>
          <p:cNvPr id="100" name="object 100"/>
          <p:cNvSpPr/>
          <p:nvPr/>
        </p:nvSpPr>
        <p:spPr>
          <a:xfrm>
            <a:off x="5703798" y="2620784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60" h="250189">
                <a:moveTo>
                  <a:pt x="48018" y="68859"/>
                </a:moveTo>
                <a:lnTo>
                  <a:pt x="0" y="68859"/>
                </a:lnTo>
                <a:lnTo>
                  <a:pt x="0" y="250024"/>
                </a:lnTo>
                <a:lnTo>
                  <a:pt x="48018" y="250024"/>
                </a:lnTo>
                <a:lnTo>
                  <a:pt x="48018" y="68859"/>
                </a:lnTo>
                <a:close/>
              </a:path>
              <a:path w="48260" h="250189">
                <a:moveTo>
                  <a:pt x="48018" y="0"/>
                </a:moveTo>
                <a:lnTo>
                  <a:pt x="0" y="0"/>
                </a:lnTo>
                <a:lnTo>
                  <a:pt x="0" y="44450"/>
                </a:lnTo>
                <a:lnTo>
                  <a:pt x="48018" y="44450"/>
                </a:lnTo>
                <a:lnTo>
                  <a:pt x="4801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1" name="object 101"/>
          <p:cNvGrpSpPr/>
          <p:nvPr/>
        </p:nvGrpSpPr>
        <p:grpSpPr>
          <a:xfrm>
            <a:off x="5800636" y="2685669"/>
            <a:ext cx="379730" cy="259079"/>
            <a:chOff x="5800636" y="2685669"/>
            <a:chExt cx="379730" cy="259079"/>
          </a:xfrm>
        </p:grpSpPr>
        <p:pic>
          <p:nvPicPr>
            <p:cNvPr id="102" name="object 10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800636" y="2685669"/>
              <a:ext cx="164896" cy="185140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6003455" y="2685669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4" h="259080">
                  <a:moveTo>
                    <a:pt x="6350" y="197053"/>
                  </a:moveTo>
                  <a:lnTo>
                    <a:pt x="17069" y="234418"/>
                  </a:lnTo>
                  <a:lnTo>
                    <a:pt x="51342" y="254601"/>
                  </a:lnTo>
                  <a:lnTo>
                    <a:pt x="90677" y="258572"/>
                  </a:lnTo>
                  <a:lnTo>
                    <a:pt x="102353" y="258248"/>
                  </a:lnTo>
                  <a:lnTo>
                    <a:pt x="145402" y="247403"/>
                  </a:lnTo>
                  <a:lnTo>
                    <a:pt x="168484" y="222059"/>
                  </a:lnTo>
                  <a:lnTo>
                    <a:pt x="79108" y="222059"/>
                  </a:lnTo>
                  <a:lnTo>
                    <a:pt x="71958" y="220332"/>
                  </a:lnTo>
                  <a:lnTo>
                    <a:pt x="67462" y="216890"/>
                  </a:lnTo>
                  <a:lnTo>
                    <a:pt x="64160" y="214515"/>
                  </a:lnTo>
                  <a:lnTo>
                    <a:pt x="62039" y="210146"/>
                  </a:lnTo>
                  <a:lnTo>
                    <a:pt x="61169" y="204190"/>
                  </a:lnTo>
                  <a:lnTo>
                    <a:pt x="61112" y="203796"/>
                  </a:lnTo>
                  <a:lnTo>
                    <a:pt x="6350" y="197053"/>
                  </a:lnTo>
                  <a:close/>
                </a:path>
                <a:path w="177164" h="259080">
                  <a:moveTo>
                    <a:pt x="176809" y="155778"/>
                  </a:moveTo>
                  <a:lnTo>
                    <a:pt x="128777" y="155778"/>
                  </a:lnTo>
                  <a:lnTo>
                    <a:pt x="128777" y="192887"/>
                  </a:lnTo>
                  <a:lnTo>
                    <a:pt x="128145" y="199301"/>
                  </a:lnTo>
                  <a:lnTo>
                    <a:pt x="88900" y="222059"/>
                  </a:lnTo>
                  <a:lnTo>
                    <a:pt x="168489" y="222059"/>
                  </a:lnTo>
                  <a:lnTo>
                    <a:pt x="176473" y="181550"/>
                  </a:lnTo>
                  <a:lnTo>
                    <a:pt x="176761" y="168627"/>
                  </a:lnTo>
                  <a:lnTo>
                    <a:pt x="176809" y="155778"/>
                  </a:lnTo>
                  <a:close/>
                </a:path>
                <a:path w="177164" h="259080">
                  <a:moveTo>
                    <a:pt x="76390" y="0"/>
                  </a:moveTo>
                  <a:lnTo>
                    <a:pt x="33494" y="13507"/>
                  </a:lnTo>
                  <a:lnTo>
                    <a:pt x="5456" y="53428"/>
                  </a:lnTo>
                  <a:lnTo>
                    <a:pt x="175" y="90893"/>
                  </a:lnTo>
                  <a:lnTo>
                    <a:pt x="100" y="92075"/>
                  </a:lnTo>
                  <a:lnTo>
                    <a:pt x="9370" y="141329"/>
                  </a:lnTo>
                  <a:lnTo>
                    <a:pt x="41865" y="177404"/>
                  </a:lnTo>
                  <a:lnTo>
                    <a:pt x="57561" y="183306"/>
                  </a:lnTo>
                  <a:lnTo>
                    <a:pt x="58189" y="183306"/>
                  </a:lnTo>
                  <a:lnTo>
                    <a:pt x="74612" y="185140"/>
                  </a:lnTo>
                  <a:lnTo>
                    <a:pt x="90271" y="183306"/>
                  </a:lnTo>
                  <a:lnTo>
                    <a:pt x="104519" y="177803"/>
                  </a:lnTo>
                  <a:lnTo>
                    <a:pt x="117355" y="168627"/>
                  </a:lnTo>
                  <a:lnTo>
                    <a:pt x="128777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06" y="145625"/>
                  </a:lnTo>
                  <a:lnTo>
                    <a:pt x="51987" y="115841"/>
                  </a:lnTo>
                  <a:lnTo>
                    <a:pt x="49981" y="104740"/>
                  </a:lnTo>
                  <a:lnTo>
                    <a:pt x="49905" y="104321"/>
                  </a:lnTo>
                  <a:lnTo>
                    <a:pt x="49355" y="93662"/>
                  </a:lnTo>
                  <a:lnTo>
                    <a:pt x="49273" y="92075"/>
                  </a:lnTo>
                  <a:lnTo>
                    <a:pt x="49212" y="90893"/>
                  </a:lnTo>
                  <a:lnTo>
                    <a:pt x="49857" y="78892"/>
                  </a:lnTo>
                  <a:lnTo>
                    <a:pt x="49905" y="77994"/>
                  </a:lnTo>
                  <a:lnTo>
                    <a:pt x="51867" y="67519"/>
                  </a:lnTo>
                  <a:lnTo>
                    <a:pt x="51987" y="66881"/>
                  </a:lnTo>
                  <a:lnTo>
                    <a:pt x="55459" y="57554"/>
                  </a:lnTo>
                  <a:lnTo>
                    <a:pt x="60202" y="50203"/>
                  </a:lnTo>
                  <a:lnTo>
                    <a:pt x="60325" y="50012"/>
                  </a:lnTo>
                  <a:lnTo>
                    <a:pt x="66150" y="44217"/>
                  </a:lnTo>
                  <a:lnTo>
                    <a:pt x="72889" y="39938"/>
                  </a:lnTo>
                  <a:lnTo>
                    <a:pt x="80409" y="37369"/>
                  </a:lnTo>
                  <a:lnTo>
                    <a:pt x="88696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15" y="16523"/>
                  </a:lnTo>
                  <a:lnTo>
                    <a:pt x="107005" y="7343"/>
                  </a:lnTo>
                  <a:lnTo>
                    <a:pt x="92430" y="1835"/>
                  </a:lnTo>
                  <a:lnTo>
                    <a:pt x="76390" y="0"/>
                  </a:lnTo>
                  <a:close/>
                </a:path>
                <a:path w="177164" h="259080">
                  <a:moveTo>
                    <a:pt x="176809" y="36512"/>
                  </a:moveTo>
                  <a:lnTo>
                    <a:pt x="88696" y="36512"/>
                  </a:lnTo>
                  <a:lnTo>
                    <a:pt x="97144" y="37369"/>
                  </a:lnTo>
                  <a:lnTo>
                    <a:pt x="104821" y="39938"/>
                  </a:lnTo>
                  <a:lnTo>
                    <a:pt x="128846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17475" y="132753"/>
                  </a:lnTo>
                  <a:lnTo>
                    <a:pt x="103855" y="143132"/>
                  </a:lnTo>
                  <a:lnTo>
                    <a:pt x="103715" y="143132"/>
                  </a:lnTo>
                  <a:lnTo>
                    <a:pt x="96222" y="145625"/>
                  </a:lnTo>
                  <a:lnTo>
                    <a:pt x="96046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4" h="259080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" name="object 104"/>
          <p:cNvGrpSpPr/>
          <p:nvPr/>
        </p:nvGrpSpPr>
        <p:grpSpPr>
          <a:xfrm>
            <a:off x="6307073" y="2620645"/>
            <a:ext cx="784225" cy="254635"/>
            <a:chOff x="6307073" y="2620645"/>
            <a:chExt cx="784225" cy="254635"/>
          </a:xfrm>
        </p:grpSpPr>
        <p:pic>
          <p:nvPicPr>
            <p:cNvPr id="105" name="object 10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307073" y="2620645"/>
              <a:ext cx="385965" cy="254342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721589" y="2685669"/>
              <a:ext cx="170853" cy="189318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926135" y="2620784"/>
              <a:ext cx="164909" cy="250024"/>
            </a:xfrm>
            <a:prstGeom prst="rect">
              <a:avLst/>
            </a:prstGeom>
          </p:spPr>
        </p:pic>
      </p:grpSp>
      <p:grpSp>
        <p:nvGrpSpPr>
          <p:cNvPr id="108" name="object 108"/>
          <p:cNvGrpSpPr/>
          <p:nvPr/>
        </p:nvGrpSpPr>
        <p:grpSpPr>
          <a:xfrm>
            <a:off x="7139470" y="2620784"/>
            <a:ext cx="903605" cy="323850"/>
            <a:chOff x="7139470" y="2620784"/>
            <a:chExt cx="903605" cy="323850"/>
          </a:xfrm>
        </p:grpSpPr>
        <p:pic>
          <p:nvPicPr>
            <p:cNvPr id="109" name="object 10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139470" y="2685668"/>
              <a:ext cx="164909" cy="18514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7341895" y="2685668"/>
              <a:ext cx="186931" cy="189318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7566342" y="262078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652258" y="2685668"/>
              <a:ext cx="186931" cy="189318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7865999" y="2685668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5" h="259080">
                  <a:moveTo>
                    <a:pt x="6350" y="197053"/>
                  </a:moveTo>
                  <a:lnTo>
                    <a:pt x="17069" y="234418"/>
                  </a:lnTo>
                  <a:lnTo>
                    <a:pt x="51342" y="254601"/>
                  </a:lnTo>
                  <a:lnTo>
                    <a:pt x="90677" y="258572"/>
                  </a:lnTo>
                  <a:lnTo>
                    <a:pt x="102348" y="258248"/>
                  </a:lnTo>
                  <a:lnTo>
                    <a:pt x="145402" y="247403"/>
                  </a:lnTo>
                  <a:lnTo>
                    <a:pt x="168484" y="222059"/>
                  </a:lnTo>
                  <a:lnTo>
                    <a:pt x="79108" y="222059"/>
                  </a:lnTo>
                  <a:lnTo>
                    <a:pt x="71958" y="220332"/>
                  </a:lnTo>
                  <a:lnTo>
                    <a:pt x="67462" y="216890"/>
                  </a:lnTo>
                  <a:lnTo>
                    <a:pt x="64160" y="214515"/>
                  </a:lnTo>
                  <a:lnTo>
                    <a:pt x="62039" y="210146"/>
                  </a:lnTo>
                  <a:lnTo>
                    <a:pt x="61169" y="204190"/>
                  </a:lnTo>
                  <a:lnTo>
                    <a:pt x="61112" y="203796"/>
                  </a:lnTo>
                  <a:lnTo>
                    <a:pt x="6350" y="197053"/>
                  </a:lnTo>
                  <a:close/>
                </a:path>
                <a:path w="177165" h="259080">
                  <a:moveTo>
                    <a:pt x="176796" y="155778"/>
                  </a:moveTo>
                  <a:lnTo>
                    <a:pt x="128777" y="155778"/>
                  </a:lnTo>
                  <a:lnTo>
                    <a:pt x="128777" y="192887"/>
                  </a:lnTo>
                  <a:lnTo>
                    <a:pt x="128145" y="199301"/>
                  </a:lnTo>
                  <a:lnTo>
                    <a:pt x="88900" y="222059"/>
                  </a:lnTo>
                  <a:lnTo>
                    <a:pt x="168489" y="222059"/>
                  </a:lnTo>
                  <a:lnTo>
                    <a:pt x="176463" y="181550"/>
                  </a:lnTo>
                  <a:lnTo>
                    <a:pt x="176749" y="168627"/>
                  </a:lnTo>
                  <a:lnTo>
                    <a:pt x="176796" y="155778"/>
                  </a:lnTo>
                  <a:close/>
                </a:path>
                <a:path w="177165" h="259080">
                  <a:moveTo>
                    <a:pt x="76390" y="0"/>
                  </a:moveTo>
                  <a:lnTo>
                    <a:pt x="33494" y="13507"/>
                  </a:lnTo>
                  <a:lnTo>
                    <a:pt x="5456" y="53428"/>
                  </a:lnTo>
                  <a:lnTo>
                    <a:pt x="175" y="90893"/>
                  </a:lnTo>
                  <a:lnTo>
                    <a:pt x="100" y="92075"/>
                  </a:lnTo>
                  <a:lnTo>
                    <a:pt x="9370" y="141329"/>
                  </a:lnTo>
                  <a:lnTo>
                    <a:pt x="41865" y="177404"/>
                  </a:lnTo>
                  <a:lnTo>
                    <a:pt x="57561" y="183306"/>
                  </a:lnTo>
                  <a:lnTo>
                    <a:pt x="58189" y="183306"/>
                  </a:lnTo>
                  <a:lnTo>
                    <a:pt x="74612" y="185140"/>
                  </a:lnTo>
                  <a:lnTo>
                    <a:pt x="90271" y="183306"/>
                  </a:lnTo>
                  <a:lnTo>
                    <a:pt x="104519" y="177803"/>
                  </a:lnTo>
                  <a:lnTo>
                    <a:pt x="117355" y="168627"/>
                  </a:lnTo>
                  <a:lnTo>
                    <a:pt x="128777" y="155778"/>
                  </a:lnTo>
                  <a:lnTo>
                    <a:pt x="176796" y="155778"/>
                  </a:lnTo>
                  <a:lnTo>
                    <a:pt x="176796" y="146456"/>
                  </a:lnTo>
                  <a:lnTo>
                    <a:pt x="87896" y="146456"/>
                  </a:lnTo>
                  <a:lnTo>
                    <a:pt x="80000" y="145625"/>
                  </a:lnTo>
                  <a:lnTo>
                    <a:pt x="51987" y="115841"/>
                  </a:lnTo>
                  <a:lnTo>
                    <a:pt x="49981" y="104740"/>
                  </a:lnTo>
                  <a:lnTo>
                    <a:pt x="49905" y="104321"/>
                  </a:lnTo>
                  <a:lnTo>
                    <a:pt x="49355" y="93662"/>
                  </a:lnTo>
                  <a:lnTo>
                    <a:pt x="49273" y="92075"/>
                  </a:lnTo>
                  <a:lnTo>
                    <a:pt x="49212" y="90893"/>
                  </a:lnTo>
                  <a:lnTo>
                    <a:pt x="49857" y="78892"/>
                  </a:lnTo>
                  <a:lnTo>
                    <a:pt x="49905" y="77994"/>
                  </a:lnTo>
                  <a:lnTo>
                    <a:pt x="51867" y="67519"/>
                  </a:lnTo>
                  <a:lnTo>
                    <a:pt x="51987" y="66881"/>
                  </a:lnTo>
                  <a:lnTo>
                    <a:pt x="55459" y="57554"/>
                  </a:lnTo>
                  <a:lnTo>
                    <a:pt x="60202" y="50203"/>
                  </a:lnTo>
                  <a:lnTo>
                    <a:pt x="60325" y="50012"/>
                  </a:lnTo>
                  <a:lnTo>
                    <a:pt x="66150" y="44217"/>
                  </a:lnTo>
                  <a:lnTo>
                    <a:pt x="72889" y="39938"/>
                  </a:lnTo>
                  <a:lnTo>
                    <a:pt x="80409" y="37369"/>
                  </a:lnTo>
                  <a:lnTo>
                    <a:pt x="88696" y="36512"/>
                  </a:lnTo>
                  <a:lnTo>
                    <a:pt x="176796" y="36512"/>
                  </a:lnTo>
                  <a:lnTo>
                    <a:pt x="176796" y="29375"/>
                  </a:lnTo>
                  <a:lnTo>
                    <a:pt x="131762" y="29375"/>
                  </a:lnTo>
                  <a:lnTo>
                    <a:pt x="120115" y="16523"/>
                  </a:lnTo>
                  <a:lnTo>
                    <a:pt x="107005" y="7343"/>
                  </a:lnTo>
                  <a:lnTo>
                    <a:pt x="92430" y="1835"/>
                  </a:lnTo>
                  <a:lnTo>
                    <a:pt x="76390" y="0"/>
                  </a:lnTo>
                  <a:close/>
                </a:path>
                <a:path w="177165" h="259080">
                  <a:moveTo>
                    <a:pt x="176796" y="36512"/>
                  </a:moveTo>
                  <a:lnTo>
                    <a:pt x="88696" y="36512"/>
                  </a:lnTo>
                  <a:lnTo>
                    <a:pt x="97144" y="37369"/>
                  </a:lnTo>
                  <a:lnTo>
                    <a:pt x="104821" y="39938"/>
                  </a:lnTo>
                  <a:lnTo>
                    <a:pt x="128845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17475" y="132753"/>
                  </a:lnTo>
                  <a:lnTo>
                    <a:pt x="103854" y="143132"/>
                  </a:lnTo>
                  <a:lnTo>
                    <a:pt x="103713" y="143132"/>
                  </a:lnTo>
                  <a:lnTo>
                    <a:pt x="96217" y="145625"/>
                  </a:lnTo>
                  <a:lnTo>
                    <a:pt x="96040" y="145625"/>
                  </a:lnTo>
                  <a:lnTo>
                    <a:pt x="87896" y="146456"/>
                  </a:lnTo>
                  <a:lnTo>
                    <a:pt x="176796" y="146456"/>
                  </a:lnTo>
                  <a:lnTo>
                    <a:pt x="176796" y="36512"/>
                  </a:lnTo>
                  <a:close/>
                </a:path>
                <a:path w="177165" h="259080">
                  <a:moveTo>
                    <a:pt x="176796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796" y="29375"/>
                  </a:lnTo>
                  <a:lnTo>
                    <a:pt x="176796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4" name="object 114"/>
          <p:cNvGrpSpPr/>
          <p:nvPr/>
        </p:nvGrpSpPr>
        <p:grpSpPr>
          <a:xfrm>
            <a:off x="8090039" y="2620784"/>
            <a:ext cx="443865" cy="254635"/>
            <a:chOff x="8090039" y="2620784"/>
            <a:chExt cx="443865" cy="254635"/>
          </a:xfrm>
        </p:grpSpPr>
        <p:sp>
          <p:nvSpPr>
            <p:cNvPr id="115" name="object 115"/>
            <p:cNvSpPr/>
            <p:nvPr/>
          </p:nvSpPr>
          <p:spPr>
            <a:xfrm>
              <a:off x="8090039" y="262078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31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31" y="250024"/>
                  </a:lnTo>
                  <a:lnTo>
                    <a:pt x="48031" y="68859"/>
                  </a:lnTo>
                  <a:close/>
                </a:path>
                <a:path w="48259" h="250189">
                  <a:moveTo>
                    <a:pt x="48031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31" y="44450"/>
                  </a:lnTo>
                  <a:lnTo>
                    <a:pt x="480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173186" y="2685668"/>
              <a:ext cx="169062" cy="189318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8364448" y="2685668"/>
              <a:ext cx="169265" cy="189318"/>
            </a:xfrm>
            <a:prstGeom prst="rect">
              <a:avLst/>
            </a:prstGeom>
          </p:spPr>
        </p:pic>
      </p:grp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29331" y="0"/>
            <a:ext cx="2558669" cy="3374193"/>
          </a:xfrm>
          <a:prstGeom prst="rect">
            <a:avLst/>
          </a:prstGeom>
        </p:spPr>
      </p:pic>
      <p:grpSp>
        <p:nvGrpSpPr>
          <p:cNvPr id="118" name="object 118"/>
          <p:cNvGrpSpPr/>
          <p:nvPr/>
        </p:nvGrpSpPr>
        <p:grpSpPr>
          <a:xfrm>
            <a:off x="2584254" y="3604272"/>
            <a:ext cx="1524000" cy="254635"/>
            <a:chOff x="2584254" y="3604272"/>
            <a:chExt cx="1524000" cy="254635"/>
          </a:xfrm>
        </p:grpSpPr>
        <p:pic>
          <p:nvPicPr>
            <p:cNvPr id="119" name="object 11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2584254" y="3604272"/>
              <a:ext cx="224829" cy="250024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821984" y="3669156"/>
              <a:ext cx="169068" cy="189318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013243" y="3669156"/>
              <a:ext cx="169266" cy="189318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210455" y="3669156"/>
              <a:ext cx="169068" cy="189318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3406081" y="3669156"/>
              <a:ext cx="170060" cy="189318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3610834" y="3669156"/>
              <a:ext cx="298237" cy="189318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942765" y="3604272"/>
              <a:ext cx="164909" cy="250024"/>
            </a:xfrm>
            <a:prstGeom prst="rect">
              <a:avLst/>
            </a:prstGeom>
          </p:spPr>
        </p:pic>
      </p:grpSp>
      <p:grpSp>
        <p:nvGrpSpPr>
          <p:cNvPr id="126" name="object 126"/>
          <p:cNvGrpSpPr/>
          <p:nvPr/>
        </p:nvGrpSpPr>
        <p:grpSpPr>
          <a:xfrm>
            <a:off x="4253141" y="3604272"/>
            <a:ext cx="2142490" cy="323850"/>
            <a:chOff x="4253141" y="3604272"/>
            <a:chExt cx="2142490" cy="323850"/>
          </a:xfrm>
        </p:grpSpPr>
        <p:pic>
          <p:nvPicPr>
            <p:cNvPr id="127" name="object 12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4253141" y="3604272"/>
              <a:ext cx="241300" cy="250024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530369" y="3669156"/>
              <a:ext cx="169075" cy="189318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718850" y="3609238"/>
              <a:ext cx="106756" cy="249237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4854600" y="3604272"/>
              <a:ext cx="164896" cy="250024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5057025" y="3669156"/>
              <a:ext cx="186918" cy="189318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270844" y="3604272"/>
              <a:ext cx="176719" cy="254203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483694" y="3669156"/>
              <a:ext cx="186918" cy="189318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5708142" y="3604272"/>
              <a:ext cx="48018" cy="250024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794057" y="3669156"/>
              <a:ext cx="186931" cy="189318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6007785" y="3669156"/>
              <a:ext cx="176809" cy="258572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6209220" y="3673132"/>
              <a:ext cx="186131" cy="254596"/>
            </a:xfrm>
            <a:prstGeom prst="rect">
              <a:avLst/>
            </a:prstGeom>
          </p:spPr>
        </p:pic>
      </p:grpSp>
      <p:pic>
        <p:nvPicPr>
          <p:cNvPr id="138" name="object 1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75873" y="4180547"/>
            <a:ext cx="86320" cy="86321"/>
          </a:xfrm>
          <a:prstGeom prst="rect">
            <a:avLst/>
          </a:prstGeom>
        </p:spPr>
      </p:pic>
      <p:grpSp>
        <p:nvGrpSpPr>
          <p:cNvPr id="139" name="object 139"/>
          <p:cNvGrpSpPr/>
          <p:nvPr/>
        </p:nvGrpSpPr>
        <p:grpSpPr>
          <a:xfrm>
            <a:off x="3168484" y="4091851"/>
            <a:ext cx="1207770" cy="327660"/>
            <a:chOff x="3168484" y="4091851"/>
            <a:chExt cx="1207770" cy="327660"/>
          </a:xfrm>
        </p:grpSpPr>
        <p:sp>
          <p:nvSpPr>
            <p:cNvPr id="140" name="object 140"/>
            <p:cNvSpPr/>
            <p:nvPr/>
          </p:nvSpPr>
          <p:spPr>
            <a:xfrm>
              <a:off x="3168485" y="4091850"/>
              <a:ext cx="408940" cy="327660"/>
            </a:xfrm>
            <a:custGeom>
              <a:avLst/>
              <a:gdLst/>
              <a:ahLst/>
              <a:cxnLst/>
              <a:rect l="l" t="t" r="r" b="b"/>
              <a:pathLst>
                <a:path w="408939" h="327660">
                  <a:moveTo>
                    <a:pt x="203200" y="181368"/>
                  </a:moveTo>
                  <a:lnTo>
                    <a:pt x="193078" y="141681"/>
                  </a:lnTo>
                  <a:lnTo>
                    <a:pt x="155549" y="111480"/>
                  </a:lnTo>
                  <a:lnTo>
                    <a:pt x="94373" y="93903"/>
                  </a:lnTo>
                  <a:lnTo>
                    <a:pt x="81051" y="89649"/>
                  </a:lnTo>
                  <a:lnTo>
                    <a:pt x="71158" y="85471"/>
                  </a:lnTo>
                  <a:lnTo>
                    <a:pt x="64681" y="81356"/>
                  </a:lnTo>
                  <a:lnTo>
                    <a:pt x="59651" y="77254"/>
                  </a:lnTo>
                  <a:lnTo>
                    <a:pt x="57150" y="72224"/>
                  </a:lnTo>
                  <a:lnTo>
                    <a:pt x="57150" y="59791"/>
                  </a:lnTo>
                  <a:lnTo>
                    <a:pt x="99606" y="41668"/>
                  </a:lnTo>
                  <a:lnTo>
                    <a:pt x="109639" y="42214"/>
                  </a:lnTo>
                  <a:lnTo>
                    <a:pt x="143497" y="68846"/>
                  </a:lnTo>
                  <a:lnTo>
                    <a:pt x="145643" y="77787"/>
                  </a:lnTo>
                  <a:lnTo>
                    <a:pt x="196049" y="75603"/>
                  </a:lnTo>
                  <a:lnTo>
                    <a:pt x="181533" y="31813"/>
                  </a:lnTo>
                  <a:lnTo>
                    <a:pt x="141427" y="5156"/>
                  </a:lnTo>
                  <a:lnTo>
                    <a:pt x="100203" y="0"/>
                  </a:lnTo>
                  <a:lnTo>
                    <a:pt x="86334" y="546"/>
                  </a:lnTo>
                  <a:lnTo>
                    <a:pt x="41363" y="13512"/>
                  </a:lnTo>
                  <a:lnTo>
                    <a:pt x="14947" y="42418"/>
                  </a:lnTo>
                  <a:lnTo>
                    <a:pt x="8928" y="69646"/>
                  </a:lnTo>
                  <a:lnTo>
                    <a:pt x="10363" y="83972"/>
                  </a:lnTo>
                  <a:lnTo>
                    <a:pt x="31940" y="120053"/>
                  </a:lnTo>
                  <a:lnTo>
                    <a:pt x="70154" y="139407"/>
                  </a:lnTo>
                  <a:lnTo>
                    <a:pt x="114795" y="151358"/>
                  </a:lnTo>
                  <a:lnTo>
                    <a:pt x="129374" y="155575"/>
                  </a:lnTo>
                  <a:lnTo>
                    <a:pt x="137972" y="158610"/>
                  </a:lnTo>
                  <a:lnTo>
                    <a:pt x="143992" y="162255"/>
                  </a:lnTo>
                  <a:lnTo>
                    <a:pt x="151003" y="170586"/>
                  </a:lnTo>
                  <a:lnTo>
                    <a:pt x="152793" y="175615"/>
                  </a:lnTo>
                  <a:lnTo>
                    <a:pt x="152793" y="181571"/>
                  </a:lnTo>
                  <a:lnTo>
                    <a:pt x="124955" y="213372"/>
                  </a:lnTo>
                  <a:lnTo>
                    <a:pt x="103581" y="215900"/>
                  </a:lnTo>
                  <a:lnTo>
                    <a:pt x="92646" y="215188"/>
                  </a:lnTo>
                  <a:lnTo>
                    <a:pt x="55651" y="189560"/>
                  </a:lnTo>
                  <a:lnTo>
                    <a:pt x="49009" y="168071"/>
                  </a:lnTo>
                  <a:lnTo>
                    <a:pt x="0" y="172834"/>
                  </a:lnTo>
                  <a:lnTo>
                    <a:pt x="10058" y="209753"/>
                  </a:lnTo>
                  <a:lnTo>
                    <a:pt x="44437" y="246291"/>
                  </a:lnTo>
                  <a:lnTo>
                    <a:pt x="103187" y="258559"/>
                  </a:lnTo>
                  <a:lnTo>
                    <a:pt x="118783" y="258000"/>
                  </a:lnTo>
                  <a:lnTo>
                    <a:pt x="157556" y="249428"/>
                  </a:lnTo>
                  <a:lnTo>
                    <a:pt x="191287" y="221653"/>
                  </a:lnTo>
                  <a:lnTo>
                    <a:pt x="202450" y="191935"/>
                  </a:lnTo>
                  <a:lnTo>
                    <a:pt x="203200" y="181368"/>
                  </a:lnTo>
                  <a:close/>
                </a:path>
                <a:path w="408939" h="327660">
                  <a:moveTo>
                    <a:pt x="408749" y="73025"/>
                  </a:moveTo>
                  <a:lnTo>
                    <a:pt x="359143" y="73025"/>
                  </a:lnTo>
                  <a:lnTo>
                    <a:pt x="316877" y="201612"/>
                  </a:lnTo>
                  <a:lnTo>
                    <a:pt x="273621" y="73025"/>
                  </a:lnTo>
                  <a:lnTo>
                    <a:pt x="222618" y="73025"/>
                  </a:lnTo>
                  <a:lnTo>
                    <a:pt x="291477" y="254787"/>
                  </a:lnTo>
                  <a:lnTo>
                    <a:pt x="289140" y="262001"/>
                  </a:lnTo>
                  <a:lnTo>
                    <a:pt x="254571" y="289521"/>
                  </a:lnTo>
                  <a:lnTo>
                    <a:pt x="248488" y="289521"/>
                  </a:lnTo>
                  <a:lnTo>
                    <a:pt x="241668" y="288785"/>
                  </a:lnTo>
                  <a:lnTo>
                    <a:pt x="234124" y="287337"/>
                  </a:lnTo>
                  <a:lnTo>
                    <a:pt x="238493" y="324840"/>
                  </a:lnTo>
                  <a:lnTo>
                    <a:pt x="245186" y="326059"/>
                  </a:lnTo>
                  <a:lnTo>
                    <a:pt x="251942" y="326936"/>
                  </a:lnTo>
                  <a:lnTo>
                    <a:pt x="258775" y="327456"/>
                  </a:lnTo>
                  <a:lnTo>
                    <a:pt x="274675" y="327621"/>
                  </a:lnTo>
                  <a:lnTo>
                    <a:pt x="282752" y="326631"/>
                  </a:lnTo>
                  <a:lnTo>
                    <a:pt x="317601" y="308762"/>
                  </a:lnTo>
                  <a:lnTo>
                    <a:pt x="344855" y="247446"/>
                  </a:lnTo>
                  <a:lnTo>
                    <a:pt x="408749" y="7302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591102" y="4160900"/>
              <a:ext cx="169266" cy="189318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782560" y="4100982"/>
              <a:ext cx="291129" cy="249237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4109173" y="4160900"/>
              <a:ext cx="266700" cy="185420"/>
            </a:xfrm>
            <a:custGeom>
              <a:avLst/>
              <a:gdLst/>
              <a:ahLst/>
              <a:cxnLst/>
              <a:rect l="l" t="t" r="r" b="b"/>
              <a:pathLst>
                <a:path w="266700" h="185420">
                  <a:moveTo>
                    <a:pt x="207162" y="0"/>
                  </a:moveTo>
                  <a:lnTo>
                    <a:pt x="164204" y="16130"/>
                  </a:lnTo>
                  <a:lnTo>
                    <a:pt x="151803" y="28778"/>
                  </a:lnTo>
                  <a:lnTo>
                    <a:pt x="147438" y="21996"/>
                  </a:lnTo>
                  <a:lnTo>
                    <a:pt x="109038" y="447"/>
                  </a:lnTo>
                  <a:lnTo>
                    <a:pt x="100609" y="0"/>
                  </a:lnTo>
                  <a:lnTo>
                    <a:pt x="84807" y="1799"/>
                  </a:lnTo>
                  <a:lnTo>
                    <a:pt x="70146" y="7197"/>
                  </a:lnTo>
                  <a:lnTo>
                    <a:pt x="56627" y="16191"/>
                  </a:lnTo>
                  <a:lnTo>
                    <a:pt x="44246" y="28778"/>
                  </a:lnTo>
                  <a:lnTo>
                    <a:pt x="44246" y="3975"/>
                  </a:lnTo>
                  <a:lnTo>
                    <a:pt x="0" y="3975"/>
                  </a:lnTo>
                  <a:lnTo>
                    <a:pt x="0" y="185140"/>
                  </a:lnTo>
                  <a:lnTo>
                    <a:pt x="48018" y="185140"/>
                  </a:lnTo>
                  <a:lnTo>
                    <a:pt x="48018" y="97243"/>
                  </a:lnTo>
                  <a:lnTo>
                    <a:pt x="48254" y="85088"/>
                  </a:lnTo>
                  <a:lnTo>
                    <a:pt x="58534" y="46634"/>
                  </a:lnTo>
                  <a:lnTo>
                    <a:pt x="77127" y="36512"/>
                  </a:lnTo>
                  <a:lnTo>
                    <a:pt x="90614" y="36512"/>
                  </a:lnTo>
                  <a:lnTo>
                    <a:pt x="109375" y="73900"/>
                  </a:lnTo>
                  <a:lnTo>
                    <a:pt x="109537" y="85928"/>
                  </a:lnTo>
                  <a:lnTo>
                    <a:pt x="109537" y="185140"/>
                  </a:lnTo>
                  <a:lnTo>
                    <a:pt x="157352" y="185140"/>
                  </a:lnTo>
                  <a:lnTo>
                    <a:pt x="157352" y="98234"/>
                  </a:lnTo>
                  <a:lnTo>
                    <a:pt x="157602" y="86289"/>
                  </a:lnTo>
                  <a:lnTo>
                    <a:pt x="168211" y="46774"/>
                  </a:lnTo>
                  <a:lnTo>
                    <a:pt x="186334" y="36512"/>
                  </a:lnTo>
                  <a:lnTo>
                    <a:pt x="202336" y="36512"/>
                  </a:lnTo>
                  <a:lnTo>
                    <a:pt x="218478" y="81559"/>
                  </a:lnTo>
                  <a:lnTo>
                    <a:pt x="218478" y="185140"/>
                  </a:lnTo>
                  <a:lnTo>
                    <a:pt x="266496" y="185140"/>
                  </a:lnTo>
                  <a:lnTo>
                    <a:pt x="266496" y="69253"/>
                  </a:lnTo>
                  <a:lnTo>
                    <a:pt x="266187" y="57237"/>
                  </a:lnTo>
                  <a:lnTo>
                    <a:pt x="252856" y="18011"/>
                  </a:lnTo>
                  <a:lnTo>
                    <a:pt x="216701" y="509"/>
                  </a:lnTo>
                  <a:lnTo>
                    <a:pt x="207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4" name="object 144"/>
          <p:cNvGrpSpPr/>
          <p:nvPr/>
        </p:nvGrpSpPr>
        <p:grpSpPr>
          <a:xfrm>
            <a:off x="4520514" y="4096016"/>
            <a:ext cx="2164080" cy="319405"/>
            <a:chOff x="4520514" y="4096016"/>
            <a:chExt cx="2164080" cy="319405"/>
          </a:xfrm>
        </p:grpSpPr>
        <p:pic>
          <p:nvPicPr>
            <p:cNvPr id="145" name="object 145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4520514" y="4096016"/>
              <a:ext cx="209550" cy="250024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4758639" y="4096016"/>
              <a:ext cx="645160" cy="254635"/>
            </a:xfrm>
            <a:custGeom>
              <a:avLst/>
              <a:gdLst/>
              <a:ahLst/>
              <a:cxnLst/>
              <a:rect l="l" t="t" r="r" b="b"/>
              <a:pathLst>
                <a:path w="645160" h="254635">
                  <a:moveTo>
                    <a:pt x="169062" y="173240"/>
                  </a:moveTo>
                  <a:lnTo>
                    <a:pt x="168109" y="147535"/>
                  </a:lnTo>
                  <a:lnTo>
                    <a:pt x="167449" y="143865"/>
                  </a:lnTo>
                  <a:lnTo>
                    <a:pt x="164147" y="125666"/>
                  </a:lnTo>
                  <a:lnTo>
                    <a:pt x="164096" y="125374"/>
                  </a:lnTo>
                  <a:lnTo>
                    <a:pt x="134061" y="79959"/>
                  </a:lnTo>
                  <a:lnTo>
                    <a:pt x="121640" y="72999"/>
                  </a:lnTo>
                  <a:lnTo>
                    <a:pt x="121640" y="143865"/>
                  </a:lnTo>
                  <a:lnTo>
                    <a:pt x="49999" y="143865"/>
                  </a:lnTo>
                  <a:lnTo>
                    <a:pt x="65417" y="107886"/>
                  </a:lnTo>
                  <a:lnTo>
                    <a:pt x="85915" y="101396"/>
                  </a:lnTo>
                  <a:lnTo>
                    <a:pt x="93345" y="102120"/>
                  </a:lnTo>
                  <a:lnTo>
                    <a:pt x="93078" y="102120"/>
                  </a:lnTo>
                  <a:lnTo>
                    <a:pt x="99453" y="104140"/>
                  </a:lnTo>
                  <a:lnTo>
                    <a:pt x="121640" y="143865"/>
                  </a:lnTo>
                  <a:lnTo>
                    <a:pt x="121640" y="72999"/>
                  </a:lnTo>
                  <a:lnTo>
                    <a:pt x="119151" y="71589"/>
                  </a:lnTo>
                  <a:lnTo>
                    <a:pt x="102108" y="66560"/>
                  </a:lnTo>
                  <a:lnTo>
                    <a:pt x="82943" y="64884"/>
                  </a:lnTo>
                  <a:lnTo>
                    <a:pt x="64960" y="66560"/>
                  </a:lnTo>
                  <a:lnTo>
                    <a:pt x="65506" y="66560"/>
                  </a:lnTo>
                  <a:lnTo>
                    <a:pt x="50101" y="71285"/>
                  </a:lnTo>
                  <a:lnTo>
                    <a:pt x="35979" y="79286"/>
                  </a:lnTo>
                  <a:lnTo>
                    <a:pt x="23418" y="90487"/>
                  </a:lnTo>
                  <a:lnTo>
                    <a:pt x="13373" y="104140"/>
                  </a:lnTo>
                  <a:lnTo>
                    <a:pt x="13258" y="104279"/>
                  </a:lnTo>
                  <a:lnTo>
                    <a:pt x="13157" y="104419"/>
                  </a:lnTo>
                  <a:lnTo>
                    <a:pt x="5842" y="120802"/>
                  </a:lnTo>
                  <a:lnTo>
                    <a:pt x="1460" y="139636"/>
                  </a:lnTo>
                  <a:lnTo>
                    <a:pt x="0" y="160934"/>
                  </a:lnTo>
                  <a:lnTo>
                    <a:pt x="1104" y="178904"/>
                  </a:lnTo>
                  <a:lnTo>
                    <a:pt x="17856" y="223240"/>
                  </a:lnTo>
                  <a:lnTo>
                    <a:pt x="65620" y="252272"/>
                  </a:lnTo>
                  <a:lnTo>
                    <a:pt x="87706" y="254203"/>
                  </a:lnTo>
                  <a:lnTo>
                    <a:pt x="102044" y="253352"/>
                  </a:lnTo>
                  <a:lnTo>
                    <a:pt x="146761" y="232791"/>
                  </a:lnTo>
                  <a:lnTo>
                    <a:pt x="157873" y="218274"/>
                  </a:lnTo>
                  <a:lnTo>
                    <a:pt x="161251" y="212750"/>
                  </a:lnTo>
                  <a:lnTo>
                    <a:pt x="166484" y="200418"/>
                  </a:lnTo>
                  <a:lnTo>
                    <a:pt x="118859" y="192481"/>
                  </a:lnTo>
                  <a:lnTo>
                    <a:pt x="116217" y="201485"/>
                  </a:lnTo>
                  <a:lnTo>
                    <a:pt x="112318" y="208026"/>
                  </a:lnTo>
                  <a:lnTo>
                    <a:pt x="107149" y="212128"/>
                  </a:lnTo>
                  <a:lnTo>
                    <a:pt x="102120" y="216230"/>
                  </a:lnTo>
                  <a:lnTo>
                    <a:pt x="95846" y="218274"/>
                  </a:lnTo>
                  <a:lnTo>
                    <a:pt x="88303" y="218274"/>
                  </a:lnTo>
                  <a:lnTo>
                    <a:pt x="80391" y="217551"/>
                  </a:lnTo>
                  <a:lnTo>
                    <a:pt x="49961" y="183362"/>
                  </a:lnTo>
                  <a:lnTo>
                    <a:pt x="49009" y="173240"/>
                  </a:lnTo>
                  <a:lnTo>
                    <a:pt x="169062" y="173240"/>
                  </a:lnTo>
                  <a:close/>
                </a:path>
                <a:path w="645160" h="254635">
                  <a:moveTo>
                    <a:pt x="373024" y="68859"/>
                  </a:moveTo>
                  <a:lnTo>
                    <a:pt x="323811" y="68859"/>
                  </a:lnTo>
                  <a:lnTo>
                    <a:pt x="289280" y="161328"/>
                  </a:lnTo>
                  <a:lnTo>
                    <a:pt x="279361" y="192290"/>
                  </a:lnTo>
                  <a:lnTo>
                    <a:pt x="269443" y="161328"/>
                  </a:lnTo>
                  <a:lnTo>
                    <a:pt x="235305" y="68859"/>
                  </a:lnTo>
                  <a:lnTo>
                    <a:pt x="184912" y="68859"/>
                  </a:lnTo>
                  <a:lnTo>
                    <a:pt x="257937" y="250024"/>
                  </a:lnTo>
                  <a:lnTo>
                    <a:pt x="301193" y="250024"/>
                  </a:lnTo>
                  <a:lnTo>
                    <a:pt x="373024" y="68859"/>
                  </a:lnTo>
                  <a:close/>
                </a:path>
                <a:path w="645160" h="254635">
                  <a:moveTo>
                    <a:pt x="557542" y="173240"/>
                  </a:moveTo>
                  <a:lnTo>
                    <a:pt x="556590" y="147535"/>
                  </a:lnTo>
                  <a:lnTo>
                    <a:pt x="555929" y="143865"/>
                  </a:lnTo>
                  <a:lnTo>
                    <a:pt x="552627" y="125666"/>
                  </a:lnTo>
                  <a:lnTo>
                    <a:pt x="552577" y="125374"/>
                  </a:lnTo>
                  <a:lnTo>
                    <a:pt x="522528" y="79959"/>
                  </a:lnTo>
                  <a:lnTo>
                    <a:pt x="510108" y="72999"/>
                  </a:lnTo>
                  <a:lnTo>
                    <a:pt x="510108" y="143865"/>
                  </a:lnTo>
                  <a:lnTo>
                    <a:pt x="438480" y="143865"/>
                  </a:lnTo>
                  <a:lnTo>
                    <a:pt x="453885" y="107886"/>
                  </a:lnTo>
                  <a:lnTo>
                    <a:pt x="474395" y="101396"/>
                  </a:lnTo>
                  <a:lnTo>
                    <a:pt x="481825" y="102120"/>
                  </a:lnTo>
                  <a:lnTo>
                    <a:pt x="481558" y="102120"/>
                  </a:lnTo>
                  <a:lnTo>
                    <a:pt x="487934" y="104140"/>
                  </a:lnTo>
                  <a:lnTo>
                    <a:pt x="510108" y="143865"/>
                  </a:lnTo>
                  <a:lnTo>
                    <a:pt x="510108" y="72999"/>
                  </a:lnTo>
                  <a:lnTo>
                    <a:pt x="507619" y="71589"/>
                  </a:lnTo>
                  <a:lnTo>
                    <a:pt x="490575" y="66560"/>
                  </a:lnTo>
                  <a:lnTo>
                    <a:pt x="471411" y="64884"/>
                  </a:lnTo>
                  <a:lnTo>
                    <a:pt x="453428" y="66560"/>
                  </a:lnTo>
                  <a:lnTo>
                    <a:pt x="453974" y="66560"/>
                  </a:lnTo>
                  <a:lnTo>
                    <a:pt x="438569" y="71285"/>
                  </a:lnTo>
                  <a:lnTo>
                    <a:pt x="424446" y="79286"/>
                  </a:lnTo>
                  <a:lnTo>
                    <a:pt x="411886" y="90487"/>
                  </a:lnTo>
                  <a:lnTo>
                    <a:pt x="401840" y="104140"/>
                  </a:lnTo>
                  <a:lnTo>
                    <a:pt x="401739" y="104279"/>
                  </a:lnTo>
                  <a:lnTo>
                    <a:pt x="401637" y="104419"/>
                  </a:lnTo>
                  <a:lnTo>
                    <a:pt x="394322" y="120802"/>
                  </a:lnTo>
                  <a:lnTo>
                    <a:pt x="389928" y="139636"/>
                  </a:lnTo>
                  <a:lnTo>
                    <a:pt x="388467" y="160934"/>
                  </a:lnTo>
                  <a:lnTo>
                    <a:pt x="389572" y="178904"/>
                  </a:lnTo>
                  <a:lnTo>
                    <a:pt x="406323" y="223240"/>
                  </a:lnTo>
                  <a:lnTo>
                    <a:pt x="454088" y="252272"/>
                  </a:lnTo>
                  <a:lnTo>
                    <a:pt x="476173" y="254203"/>
                  </a:lnTo>
                  <a:lnTo>
                    <a:pt x="490524" y="253352"/>
                  </a:lnTo>
                  <a:lnTo>
                    <a:pt x="535228" y="232791"/>
                  </a:lnTo>
                  <a:lnTo>
                    <a:pt x="554964" y="200418"/>
                  </a:lnTo>
                  <a:lnTo>
                    <a:pt x="507339" y="192481"/>
                  </a:lnTo>
                  <a:lnTo>
                    <a:pt x="504685" y="201485"/>
                  </a:lnTo>
                  <a:lnTo>
                    <a:pt x="500786" y="208026"/>
                  </a:lnTo>
                  <a:lnTo>
                    <a:pt x="495630" y="212128"/>
                  </a:lnTo>
                  <a:lnTo>
                    <a:pt x="490601" y="216230"/>
                  </a:lnTo>
                  <a:lnTo>
                    <a:pt x="484314" y="218274"/>
                  </a:lnTo>
                  <a:lnTo>
                    <a:pt x="476770" y="218274"/>
                  </a:lnTo>
                  <a:lnTo>
                    <a:pt x="468871" y="217551"/>
                  </a:lnTo>
                  <a:lnTo>
                    <a:pt x="440791" y="192481"/>
                  </a:lnTo>
                  <a:lnTo>
                    <a:pt x="440702" y="192290"/>
                  </a:lnTo>
                  <a:lnTo>
                    <a:pt x="438442" y="183362"/>
                  </a:lnTo>
                  <a:lnTo>
                    <a:pt x="437489" y="173240"/>
                  </a:lnTo>
                  <a:lnTo>
                    <a:pt x="557542" y="173240"/>
                  </a:lnTo>
                  <a:close/>
                </a:path>
                <a:path w="645160" h="254635">
                  <a:moveTo>
                    <a:pt x="644613" y="0"/>
                  </a:moveTo>
                  <a:lnTo>
                    <a:pt x="596595" y="0"/>
                  </a:lnTo>
                  <a:lnTo>
                    <a:pt x="596595" y="250024"/>
                  </a:lnTo>
                  <a:lnTo>
                    <a:pt x="644613" y="250024"/>
                  </a:lnTo>
                  <a:lnTo>
                    <a:pt x="644613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7" name="object 147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441150" y="4160900"/>
              <a:ext cx="186931" cy="189318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5664212" y="4160900"/>
              <a:ext cx="176809" cy="254000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5875363" y="4160900"/>
              <a:ext cx="266700" cy="185420"/>
            </a:xfrm>
            <a:custGeom>
              <a:avLst/>
              <a:gdLst/>
              <a:ahLst/>
              <a:cxnLst/>
              <a:rect l="l" t="t" r="r" b="b"/>
              <a:pathLst>
                <a:path w="266700" h="185420">
                  <a:moveTo>
                    <a:pt x="207175" y="0"/>
                  </a:moveTo>
                  <a:lnTo>
                    <a:pt x="164204" y="16130"/>
                  </a:lnTo>
                  <a:lnTo>
                    <a:pt x="151803" y="28778"/>
                  </a:lnTo>
                  <a:lnTo>
                    <a:pt x="147438" y="21996"/>
                  </a:lnTo>
                  <a:lnTo>
                    <a:pt x="109044" y="447"/>
                  </a:lnTo>
                  <a:lnTo>
                    <a:pt x="100609" y="0"/>
                  </a:lnTo>
                  <a:lnTo>
                    <a:pt x="84807" y="1799"/>
                  </a:lnTo>
                  <a:lnTo>
                    <a:pt x="70146" y="7197"/>
                  </a:lnTo>
                  <a:lnTo>
                    <a:pt x="56627" y="16191"/>
                  </a:lnTo>
                  <a:lnTo>
                    <a:pt x="44246" y="28778"/>
                  </a:lnTo>
                  <a:lnTo>
                    <a:pt x="44246" y="3975"/>
                  </a:lnTo>
                  <a:lnTo>
                    <a:pt x="0" y="3975"/>
                  </a:lnTo>
                  <a:lnTo>
                    <a:pt x="0" y="185140"/>
                  </a:lnTo>
                  <a:lnTo>
                    <a:pt x="48018" y="185140"/>
                  </a:lnTo>
                  <a:lnTo>
                    <a:pt x="48018" y="97243"/>
                  </a:lnTo>
                  <a:lnTo>
                    <a:pt x="48254" y="85088"/>
                  </a:lnTo>
                  <a:lnTo>
                    <a:pt x="58546" y="46634"/>
                  </a:lnTo>
                  <a:lnTo>
                    <a:pt x="77127" y="36512"/>
                  </a:lnTo>
                  <a:lnTo>
                    <a:pt x="90627" y="36512"/>
                  </a:lnTo>
                  <a:lnTo>
                    <a:pt x="109375" y="73900"/>
                  </a:lnTo>
                  <a:lnTo>
                    <a:pt x="109537" y="85928"/>
                  </a:lnTo>
                  <a:lnTo>
                    <a:pt x="109537" y="185140"/>
                  </a:lnTo>
                  <a:lnTo>
                    <a:pt x="157365" y="185140"/>
                  </a:lnTo>
                  <a:lnTo>
                    <a:pt x="157365" y="98234"/>
                  </a:lnTo>
                  <a:lnTo>
                    <a:pt x="157613" y="86289"/>
                  </a:lnTo>
                  <a:lnTo>
                    <a:pt x="168211" y="46774"/>
                  </a:lnTo>
                  <a:lnTo>
                    <a:pt x="186334" y="36512"/>
                  </a:lnTo>
                  <a:lnTo>
                    <a:pt x="202336" y="36512"/>
                  </a:lnTo>
                  <a:lnTo>
                    <a:pt x="218478" y="81559"/>
                  </a:lnTo>
                  <a:lnTo>
                    <a:pt x="218478" y="185140"/>
                  </a:lnTo>
                  <a:lnTo>
                    <a:pt x="266496" y="185140"/>
                  </a:lnTo>
                  <a:lnTo>
                    <a:pt x="266496" y="69253"/>
                  </a:lnTo>
                  <a:lnTo>
                    <a:pt x="266187" y="57237"/>
                  </a:lnTo>
                  <a:lnTo>
                    <a:pt x="252856" y="18011"/>
                  </a:lnTo>
                  <a:lnTo>
                    <a:pt x="216707" y="509"/>
                  </a:lnTo>
                  <a:lnTo>
                    <a:pt x="2071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6175578" y="4160900"/>
              <a:ext cx="169075" cy="189318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6383515" y="4160900"/>
              <a:ext cx="164896" cy="185140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6577393" y="4100982"/>
              <a:ext cx="106768" cy="249237"/>
            </a:xfrm>
            <a:prstGeom prst="rect">
              <a:avLst/>
            </a:prstGeom>
          </p:spPr>
        </p:pic>
      </p:grpSp>
      <p:grpSp>
        <p:nvGrpSpPr>
          <p:cNvPr id="153" name="object 153"/>
          <p:cNvGrpSpPr/>
          <p:nvPr/>
        </p:nvGrpSpPr>
        <p:grpSpPr>
          <a:xfrm>
            <a:off x="6797878" y="4096016"/>
            <a:ext cx="586740" cy="254635"/>
            <a:chOff x="6797878" y="4096016"/>
            <a:chExt cx="586740" cy="254635"/>
          </a:xfrm>
        </p:grpSpPr>
        <p:pic>
          <p:nvPicPr>
            <p:cNvPr id="154" name="object 154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7004418" y="4160900"/>
              <a:ext cx="164896" cy="185140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6797878" y="4160900"/>
              <a:ext cx="170052" cy="189318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7207327" y="4096016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5" h="254635">
                  <a:moveTo>
                    <a:pt x="76300" y="64884"/>
                  </a:moveTo>
                  <a:lnTo>
                    <a:pt x="59672" y="66460"/>
                  </a:lnTo>
                  <a:lnTo>
                    <a:pt x="60216" y="66460"/>
                  </a:lnTo>
                  <a:lnTo>
                    <a:pt x="46042" y="70891"/>
                  </a:lnTo>
                  <a:lnTo>
                    <a:pt x="12640" y="101396"/>
                  </a:lnTo>
                  <a:lnTo>
                    <a:pt x="107" y="155575"/>
                  </a:lnTo>
                  <a:lnTo>
                    <a:pt x="0" y="160134"/>
                  </a:lnTo>
                  <a:lnTo>
                    <a:pt x="1298" y="180034"/>
                  </a:lnTo>
                  <a:lnTo>
                    <a:pt x="22134" y="228993"/>
                  </a:lnTo>
                  <a:lnTo>
                    <a:pt x="60596" y="252627"/>
                  </a:lnTo>
                  <a:lnTo>
                    <a:pt x="75703" y="254203"/>
                  </a:lnTo>
                  <a:lnTo>
                    <a:pt x="83330" y="253731"/>
                  </a:lnTo>
                  <a:lnTo>
                    <a:pt x="120158" y="236985"/>
                  </a:lnTo>
                  <a:lnTo>
                    <a:pt x="132256" y="223443"/>
                  </a:lnTo>
                  <a:lnTo>
                    <a:pt x="176706" y="223443"/>
                  </a:lnTo>
                  <a:lnTo>
                    <a:pt x="176706" y="216293"/>
                  </a:lnTo>
                  <a:lnTo>
                    <a:pt x="89393" y="216293"/>
                  </a:lnTo>
                  <a:lnTo>
                    <a:pt x="79872" y="215153"/>
                  </a:lnTo>
                  <a:lnTo>
                    <a:pt x="79646" y="215153"/>
                  </a:lnTo>
                  <a:lnTo>
                    <a:pt x="70848" y="211580"/>
                  </a:lnTo>
                  <a:lnTo>
                    <a:pt x="49414" y="169057"/>
                  </a:lnTo>
                  <a:lnTo>
                    <a:pt x="49035" y="158750"/>
                  </a:lnTo>
                  <a:lnTo>
                    <a:pt x="48918" y="155575"/>
                  </a:lnTo>
                  <a:lnTo>
                    <a:pt x="60425" y="115087"/>
                  </a:lnTo>
                  <a:lnTo>
                    <a:pt x="89000" y="101396"/>
                  </a:lnTo>
                  <a:lnTo>
                    <a:pt x="176706" y="101396"/>
                  </a:lnTo>
                  <a:lnTo>
                    <a:pt x="176706" y="90093"/>
                  </a:lnTo>
                  <a:lnTo>
                    <a:pt x="128890" y="90093"/>
                  </a:lnTo>
                  <a:lnTo>
                    <a:pt x="117267" y="79066"/>
                  </a:lnTo>
                  <a:lnTo>
                    <a:pt x="104629" y="71188"/>
                  </a:lnTo>
                  <a:lnTo>
                    <a:pt x="90973" y="66460"/>
                  </a:lnTo>
                  <a:lnTo>
                    <a:pt x="76300" y="64884"/>
                  </a:lnTo>
                  <a:close/>
                </a:path>
                <a:path w="177165" h="254635">
                  <a:moveTo>
                    <a:pt x="176706" y="223443"/>
                  </a:moveTo>
                  <a:lnTo>
                    <a:pt x="132256" y="223443"/>
                  </a:lnTo>
                  <a:lnTo>
                    <a:pt x="132256" y="250024"/>
                  </a:lnTo>
                  <a:lnTo>
                    <a:pt x="176706" y="250024"/>
                  </a:lnTo>
                  <a:lnTo>
                    <a:pt x="176706" y="223443"/>
                  </a:lnTo>
                  <a:close/>
                </a:path>
                <a:path w="177165" h="254635">
                  <a:moveTo>
                    <a:pt x="176706" y="101396"/>
                  </a:moveTo>
                  <a:lnTo>
                    <a:pt x="89000" y="101396"/>
                  </a:lnTo>
                  <a:lnTo>
                    <a:pt x="97349" y="102265"/>
                  </a:lnTo>
                  <a:lnTo>
                    <a:pt x="104927" y="104871"/>
                  </a:lnTo>
                  <a:lnTo>
                    <a:pt x="128376" y="145651"/>
                  </a:lnTo>
                  <a:lnTo>
                    <a:pt x="129013" y="158750"/>
                  </a:lnTo>
                  <a:lnTo>
                    <a:pt x="129081" y="160134"/>
                  </a:lnTo>
                  <a:lnTo>
                    <a:pt x="117384" y="202209"/>
                  </a:lnTo>
                  <a:lnTo>
                    <a:pt x="89393" y="216293"/>
                  </a:lnTo>
                  <a:lnTo>
                    <a:pt x="176706" y="216293"/>
                  </a:lnTo>
                  <a:lnTo>
                    <a:pt x="176706" y="101396"/>
                  </a:lnTo>
                  <a:close/>
                </a:path>
                <a:path w="177165" h="254635">
                  <a:moveTo>
                    <a:pt x="176706" y="0"/>
                  </a:moveTo>
                  <a:lnTo>
                    <a:pt x="128890" y="0"/>
                  </a:lnTo>
                  <a:lnTo>
                    <a:pt x="128890" y="90093"/>
                  </a:lnTo>
                  <a:lnTo>
                    <a:pt x="176706" y="90093"/>
                  </a:lnTo>
                  <a:lnTo>
                    <a:pt x="17670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7" name="object 157"/>
          <p:cNvGrpSpPr/>
          <p:nvPr/>
        </p:nvGrpSpPr>
        <p:grpSpPr>
          <a:xfrm>
            <a:off x="7528712" y="4096016"/>
            <a:ext cx="669290" cy="254635"/>
            <a:chOff x="7528712" y="4096016"/>
            <a:chExt cx="669290" cy="254635"/>
          </a:xfrm>
        </p:grpSpPr>
        <p:sp>
          <p:nvSpPr>
            <p:cNvPr id="158" name="object 158"/>
            <p:cNvSpPr/>
            <p:nvPr/>
          </p:nvSpPr>
          <p:spPr>
            <a:xfrm>
              <a:off x="7528712" y="4096384"/>
              <a:ext cx="190500" cy="250190"/>
            </a:xfrm>
            <a:custGeom>
              <a:avLst/>
              <a:gdLst/>
              <a:ahLst/>
              <a:cxnLst/>
              <a:rect l="l" t="t" r="r" b="b"/>
              <a:pathLst>
                <a:path w="190500" h="250189">
                  <a:moveTo>
                    <a:pt x="190106" y="207010"/>
                  </a:moveTo>
                  <a:lnTo>
                    <a:pt x="50406" y="207010"/>
                  </a:lnTo>
                  <a:lnTo>
                    <a:pt x="50406" y="139700"/>
                  </a:lnTo>
                  <a:lnTo>
                    <a:pt x="176009" y="139700"/>
                  </a:lnTo>
                  <a:lnTo>
                    <a:pt x="176009" y="97790"/>
                  </a:lnTo>
                  <a:lnTo>
                    <a:pt x="50406" y="97790"/>
                  </a:lnTo>
                  <a:lnTo>
                    <a:pt x="50406" y="41910"/>
                  </a:lnTo>
                  <a:lnTo>
                    <a:pt x="185343" y="41910"/>
                  </a:lnTo>
                  <a:lnTo>
                    <a:pt x="185343" y="0"/>
                  </a:lnTo>
                  <a:lnTo>
                    <a:pt x="0" y="0"/>
                  </a:lnTo>
                  <a:lnTo>
                    <a:pt x="0" y="41910"/>
                  </a:lnTo>
                  <a:lnTo>
                    <a:pt x="0" y="97790"/>
                  </a:lnTo>
                  <a:lnTo>
                    <a:pt x="0" y="139700"/>
                  </a:lnTo>
                  <a:lnTo>
                    <a:pt x="0" y="207010"/>
                  </a:lnTo>
                  <a:lnTo>
                    <a:pt x="0" y="250190"/>
                  </a:lnTo>
                  <a:lnTo>
                    <a:pt x="190106" y="250190"/>
                  </a:lnTo>
                  <a:lnTo>
                    <a:pt x="190106" y="20701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7738046" y="4160900"/>
              <a:ext cx="375005" cy="189318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8149729" y="4096016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1" name="object 161"/>
          <p:cNvGrpSpPr/>
          <p:nvPr/>
        </p:nvGrpSpPr>
        <p:grpSpPr>
          <a:xfrm>
            <a:off x="8245767" y="4096016"/>
            <a:ext cx="1000125" cy="254635"/>
            <a:chOff x="8245767" y="4096016"/>
            <a:chExt cx="1000125" cy="254635"/>
          </a:xfrm>
        </p:grpSpPr>
        <p:pic>
          <p:nvPicPr>
            <p:cNvPr id="162" name="object 162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8245767" y="4164876"/>
              <a:ext cx="164706" cy="185343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8447595" y="4100982"/>
              <a:ext cx="293852" cy="249237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8770633" y="4096016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8856548" y="4160900"/>
              <a:ext cx="186931" cy="189318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9080804" y="4160900"/>
              <a:ext cx="164896" cy="185140"/>
            </a:xfrm>
            <a:prstGeom prst="rect">
              <a:avLst/>
            </a:prstGeom>
          </p:spPr>
        </p:pic>
      </p:grpSp>
      <p:pic>
        <p:nvPicPr>
          <p:cNvPr id="167" name="object 167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9378860" y="4096016"/>
            <a:ext cx="1535836" cy="318884"/>
          </a:xfrm>
          <a:prstGeom prst="rect">
            <a:avLst/>
          </a:prstGeom>
        </p:spPr>
      </p:pic>
      <p:pic>
        <p:nvPicPr>
          <p:cNvPr id="168" name="object 16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75873" y="4672291"/>
            <a:ext cx="86320" cy="86321"/>
          </a:xfrm>
          <a:prstGeom prst="rect">
            <a:avLst/>
          </a:prstGeom>
        </p:spPr>
      </p:pic>
      <p:grpSp>
        <p:nvGrpSpPr>
          <p:cNvPr id="169" name="object 169"/>
          <p:cNvGrpSpPr/>
          <p:nvPr/>
        </p:nvGrpSpPr>
        <p:grpSpPr>
          <a:xfrm>
            <a:off x="3172255" y="4583595"/>
            <a:ext cx="522605" cy="258445"/>
            <a:chOff x="3172255" y="4583595"/>
            <a:chExt cx="522605" cy="258445"/>
          </a:xfrm>
        </p:grpSpPr>
        <p:sp>
          <p:nvSpPr>
            <p:cNvPr id="170" name="object 170"/>
            <p:cNvSpPr/>
            <p:nvPr/>
          </p:nvSpPr>
          <p:spPr>
            <a:xfrm>
              <a:off x="3172255" y="4583595"/>
              <a:ext cx="218440" cy="258445"/>
            </a:xfrm>
            <a:custGeom>
              <a:avLst/>
              <a:gdLst/>
              <a:ahLst/>
              <a:cxnLst/>
              <a:rect l="l" t="t" r="r" b="b"/>
              <a:pathLst>
                <a:path w="218439" h="258445">
                  <a:moveTo>
                    <a:pt x="117077" y="0"/>
                  </a:moveTo>
                  <a:lnTo>
                    <a:pt x="69552" y="8631"/>
                  </a:lnTo>
                  <a:lnTo>
                    <a:pt x="32146" y="34531"/>
                  </a:lnTo>
                  <a:lnTo>
                    <a:pt x="8036" y="76001"/>
                  </a:lnTo>
                  <a:lnTo>
                    <a:pt x="0" y="131368"/>
                  </a:lnTo>
                  <a:lnTo>
                    <a:pt x="1996" y="159358"/>
                  </a:lnTo>
                  <a:lnTo>
                    <a:pt x="17970" y="205888"/>
                  </a:lnTo>
                  <a:lnTo>
                    <a:pt x="49125" y="239278"/>
                  </a:lnTo>
                  <a:lnTo>
                    <a:pt x="90103" y="256247"/>
                  </a:lnTo>
                  <a:lnTo>
                    <a:pt x="113903" y="258368"/>
                  </a:lnTo>
                  <a:lnTo>
                    <a:pt x="133164" y="257128"/>
                  </a:lnTo>
                  <a:lnTo>
                    <a:pt x="180379" y="238518"/>
                  </a:lnTo>
                  <a:lnTo>
                    <a:pt x="211298" y="196924"/>
                  </a:lnTo>
                  <a:lnTo>
                    <a:pt x="217883" y="177800"/>
                  </a:lnTo>
                  <a:lnTo>
                    <a:pt x="168870" y="162318"/>
                  </a:lnTo>
                  <a:lnTo>
                    <a:pt x="165186" y="175108"/>
                  </a:lnTo>
                  <a:lnTo>
                    <a:pt x="160486" y="186085"/>
                  </a:lnTo>
                  <a:lnTo>
                    <a:pt x="132159" y="212129"/>
                  </a:lnTo>
                  <a:lnTo>
                    <a:pt x="113506" y="215303"/>
                  </a:lnTo>
                  <a:lnTo>
                    <a:pt x="100458" y="214050"/>
                  </a:lnTo>
                  <a:lnTo>
                    <a:pt x="61590" y="183439"/>
                  </a:lnTo>
                  <a:lnTo>
                    <a:pt x="51989" y="127596"/>
                  </a:lnTo>
                  <a:lnTo>
                    <a:pt x="53069" y="106820"/>
                  </a:lnTo>
                  <a:lnTo>
                    <a:pt x="69254" y="63106"/>
                  </a:lnTo>
                  <a:lnTo>
                    <a:pt x="114498" y="43052"/>
                  </a:lnTo>
                  <a:lnTo>
                    <a:pt x="124147" y="43760"/>
                  </a:lnTo>
                  <a:lnTo>
                    <a:pt x="160337" y="67665"/>
                  </a:lnTo>
                  <a:lnTo>
                    <a:pt x="167283" y="84924"/>
                  </a:lnTo>
                  <a:lnTo>
                    <a:pt x="217091" y="73025"/>
                  </a:lnTo>
                  <a:lnTo>
                    <a:pt x="199491" y="35893"/>
                  </a:lnTo>
                  <a:lnTo>
                    <a:pt x="158600" y="6745"/>
                  </a:lnTo>
                  <a:lnTo>
                    <a:pt x="138918" y="1686"/>
                  </a:lnTo>
                  <a:lnTo>
                    <a:pt x="11707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3421890" y="4652644"/>
              <a:ext cx="186928" cy="189318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3646338" y="4587760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89">
                  <a:moveTo>
                    <a:pt x="48021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21" y="250024"/>
                  </a:lnTo>
                  <a:lnTo>
                    <a:pt x="4802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3" name="object 173"/>
          <p:cNvGrpSpPr/>
          <p:nvPr/>
        </p:nvGrpSpPr>
        <p:grpSpPr>
          <a:xfrm>
            <a:off x="3743369" y="4587760"/>
            <a:ext cx="572770" cy="254635"/>
            <a:chOff x="3743369" y="4587760"/>
            <a:chExt cx="572770" cy="254635"/>
          </a:xfrm>
        </p:grpSpPr>
        <p:sp>
          <p:nvSpPr>
            <p:cNvPr id="174" name="object 174"/>
            <p:cNvSpPr/>
            <p:nvPr/>
          </p:nvSpPr>
          <p:spPr>
            <a:xfrm>
              <a:off x="3743369" y="4587760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89">
                  <a:moveTo>
                    <a:pt x="48022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22" y="250024"/>
                  </a:lnTo>
                  <a:lnTo>
                    <a:pt x="4802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826510" y="4652644"/>
              <a:ext cx="169075" cy="189318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4024122" y="4592726"/>
              <a:ext cx="291871" cy="249237"/>
            </a:xfrm>
            <a:prstGeom prst="rect">
              <a:avLst/>
            </a:prstGeom>
          </p:spPr>
        </p:pic>
      </p:grpSp>
      <p:grpSp>
        <p:nvGrpSpPr>
          <p:cNvPr id="177" name="object 177"/>
          <p:cNvGrpSpPr/>
          <p:nvPr/>
        </p:nvGrpSpPr>
        <p:grpSpPr>
          <a:xfrm>
            <a:off x="4425340" y="4587760"/>
            <a:ext cx="1249045" cy="254635"/>
            <a:chOff x="4425340" y="4587760"/>
            <a:chExt cx="1249045" cy="254635"/>
          </a:xfrm>
        </p:grpSpPr>
        <p:pic>
          <p:nvPicPr>
            <p:cNvPr id="178" name="object 178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4425340" y="4652644"/>
              <a:ext cx="169265" cy="189318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4616792" y="4592726"/>
              <a:ext cx="106768" cy="249237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4751755" y="4656620"/>
              <a:ext cx="164693" cy="185343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4955452" y="4587760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4" h="254635">
                  <a:moveTo>
                    <a:pt x="76312" y="64884"/>
                  </a:moveTo>
                  <a:lnTo>
                    <a:pt x="59659" y="66460"/>
                  </a:lnTo>
                  <a:lnTo>
                    <a:pt x="60217" y="66460"/>
                  </a:lnTo>
                  <a:lnTo>
                    <a:pt x="46048" y="70886"/>
                  </a:lnTo>
                  <a:lnTo>
                    <a:pt x="12645" y="101396"/>
                  </a:lnTo>
                  <a:lnTo>
                    <a:pt x="108" y="155575"/>
                  </a:lnTo>
                  <a:lnTo>
                    <a:pt x="0" y="160134"/>
                  </a:lnTo>
                  <a:lnTo>
                    <a:pt x="1298" y="180034"/>
                  </a:lnTo>
                  <a:lnTo>
                    <a:pt x="22134" y="228993"/>
                  </a:lnTo>
                  <a:lnTo>
                    <a:pt x="60609" y="252627"/>
                  </a:lnTo>
                  <a:lnTo>
                    <a:pt x="75715" y="254203"/>
                  </a:lnTo>
                  <a:lnTo>
                    <a:pt x="83342" y="253731"/>
                  </a:lnTo>
                  <a:lnTo>
                    <a:pt x="120164" y="236985"/>
                  </a:lnTo>
                  <a:lnTo>
                    <a:pt x="132269" y="223443"/>
                  </a:lnTo>
                  <a:lnTo>
                    <a:pt x="176719" y="223443"/>
                  </a:lnTo>
                  <a:lnTo>
                    <a:pt x="176719" y="216293"/>
                  </a:lnTo>
                  <a:lnTo>
                    <a:pt x="89406" y="216293"/>
                  </a:lnTo>
                  <a:lnTo>
                    <a:pt x="79877" y="215153"/>
                  </a:lnTo>
                  <a:lnTo>
                    <a:pt x="79651" y="215153"/>
                  </a:lnTo>
                  <a:lnTo>
                    <a:pt x="70850" y="211580"/>
                  </a:lnTo>
                  <a:lnTo>
                    <a:pt x="49416" y="169057"/>
                  </a:lnTo>
                  <a:lnTo>
                    <a:pt x="49087" y="160134"/>
                  </a:lnTo>
                  <a:lnTo>
                    <a:pt x="49036" y="158750"/>
                  </a:lnTo>
                  <a:lnTo>
                    <a:pt x="60437" y="115087"/>
                  </a:lnTo>
                  <a:lnTo>
                    <a:pt x="89012" y="101396"/>
                  </a:lnTo>
                  <a:lnTo>
                    <a:pt x="176719" y="101396"/>
                  </a:lnTo>
                  <a:lnTo>
                    <a:pt x="176719" y="90093"/>
                  </a:lnTo>
                  <a:lnTo>
                    <a:pt x="128890" y="90093"/>
                  </a:lnTo>
                  <a:lnTo>
                    <a:pt x="117273" y="79066"/>
                  </a:lnTo>
                  <a:lnTo>
                    <a:pt x="104635" y="71188"/>
                  </a:lnTo>
                  <a:lnTo>
                    <a:pt x="90980" y="66460"/>
                  </a:lnTo>
                  <a:lnTo>
                    <a:pt x="76312" y="64884"/>
                  </a:lnTo>
                  <a:close/>
                </a:path>
                <a:path w="177164" h="254635">
                  <a:moveTo>
                    <a:pt x="176719" y="223443"/>
                  </a:moveTo>
                  <a:lnTo>
                    <a:pt x="132269" y="223443"/>
                  </a:lnTo>
                  <a:lnTo>
                    <a:pt x="132269" y="250024"/>
                  </a:lnTo>
                  <a:lnTo>
                    <a:pt x="176719" y="250024"/>
                  </a:lnTo>
                  <a:lnTo>
                    <a:pt x="176719" y="223443"/>
                  </a:lnTo>
                  <a:close/>
                </a:path>
                <a:path w="177164" h="254635">
                  <a:moveTo>
                    <a:pt x="176719" y="101396"/>
                  </a:moveTo>
                  <a:lnTo>
                    <a:pt x="89012" y="101396"/>
                  </a:lnTo>
                  <a:lnTo>
                    <a:pt x="97354" y="102265"/>
                  </a:lnTo>
                  <a:lnTo>
                    <a:pt x="104929" y="104871"/>
                  </a:lnTo>
                  <a:lnTo>
                    <a:pt x="128386" y="145651"/>
                  </a:lnTo>
                  <a:lnTo>
                    <a:pt x="129094" y="160134"/>
                  </a:lnTo>
                  <a:lnTo>
                    <a:pt x="128362" y="173257"/>
                  </a:lnTo>
                  <a:lnTo>
                    <a:pt x="111320" y="208369"/>
                  </a:lnTo>
                  <a:lnTo>
                    <a:pt x="89406" y="216293"/>
                  </a:lnTo>
                  <a:lnTo>
                    <a:pt x="176719" y="216293"/>
                  </a:lnTo>
                  <a:lnTo>
                    <a:pt x="176719" y="101396"/>
                  </a:lnTo>
                  <a:close/>
                </a:path>
                <a:path w="177164" h="254635">
                  <a:moveTo>
                    <a:pt x="176719" y="0"/>
                  </a:moveTo>
                  <a:lnTo>
                    <a:pt x="128890" y="0"/>
                  </a:lnTo>
                  <a:lnTo>
                    <a:pt x="128890" y="90093"/>
                  </a:lnTo>
                  <a:lnTo>
                    <a:pt x="176719" y="90093"/>
                  </a:lnTo>
                  <a:lnTo>
                    <a:pt x="17671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5165521" y="4652644"/>
              <a:ext cx="169062" cy="189318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5373446" y="4652644"/>
              <a:ext cx="164909" cy="185140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5567337" y="4592726"/>
              <a:ext cx="106756" cy="249237"/>
            </a:xfrm>
            <a:prstGeom prst="rect">
              <a:avLst/>
            </a:prstGeom>
          </p:spPr>
        </p:pic>
      </p:grpSp>
      <p:sp>
        <p:nvSpPr>
          <p:cNvPr id="185" name="object 185"/>
          <p:cNvSpPr/>
          <p:nvPr/>
        </p:nvSpPr>
        <p:spPr>
          <a:xfrm>
            <a:off x="5800318" y="4587760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60" h="250189">
                <a:moveTo>
                  <a:pt x="48018" y="68859"/>
                </a:moveTo>
                <a:lnTo>
                  <a:pt x="0" y="68859"/>
                </a:lnTo>
                <a:lnTo>
                  <a:pt x="0" y="250024"/>
                </a:lnTo>
                <a:lnTo>
                  <a:pt x="48018" y="250024"/>
                </a:lnTo>
                <a:lnTo>
                  <a:pt x="48018" y="68859"/>
                </a:lnTo>
                <a:close/>
              </a:path>
              <a:path w="48260" h="250189">
                <a:moveTo>
                  <a:pt x="48018" y="0"/>
                </a:moveTo>
                <a:lnTo>
                  <a:pt x="0" y="0"/>
                </a:lnTo>
                <a:lnTo>
                  <a:pt x="0" y="44450"/>
                </a:lnTo>
                <a:lnTo>
                  <a:pt x="48018" y="44450"/>
                </a:lnTo>
                <a:lnTo>
                  <a:pt x="4801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6" name="object 186"/>
          <p:cNvGrpSpPr/>
          <p:nvPr/>
        </p:nvGrpSpPr>
        <p:grpSpPr>
          <a:xfrm>
            <a:off x="5897143" y="4587760"/>
            <a:ext cx="1640205" cy="254635"/>
            <a:chOff x="5897143" y="4587760"/>
            <a:chExt cx="1640205" cy="254635"/>
          </a:xfrm>
        </p:grpSpPr>
        <p:pic>
          <p:nvPicPr>
            <p:cNvPr id="187" name="object 187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5897143" y="4652644"/>
              <a:ext cx="164909" cy="185140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091034" y="4592726"/>
              <a:ext cx="291122" cy="249237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419240" y="4652644"/>
              <a:ext cx="295452" cy="189318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6740855" y="4592726"/>
              <a:ext cx="291858" cy="249237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7061911" y="4587760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7147826" y="4652644"/>
              <a:ext cx="186931" cy="189318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7372070" y="4652644"/>
              <a:ext cx="164909" cy="185140"/>
            </a:xfrm>
            <a:prstGeom prst="rect">
              <a:avLst/>
            </a:prstGeom>
          </p:spPr>
        </p:pic>
      </p:grpSp>
      <p:grpSp>
        <p:nvGrpSpPr>
          <p:cNvPr id="194" name="object 194"/>
          <p:cNvGrpSpPr/>
          <p:nvPr/>
        </p:nvGrpSpPr>
        <p:grpSpPr>
          <a:xfrm>
            <a:off x="7672007" y="4587760"/>
            <a:ext cx="692150" cy="254635"/>
            <a:chOff x="7672007" y="4587760"/>
            <a:chExt cx="692150" cy="254635"/>
          </a:xfrm>
        </p:grpSpPr>
        <p:sp>
          <p:nvSpPr>
            <p:cNvPr id="195" name="object 195"/>
            <p:cNvSpPr/>
            <p:nvPr/>
          </p:nvSpPr>
          <p:spPr>
            <a:xfrm>
              <a:off x="7672007" y="4587760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5" h="254635">
                  <a:moveTo>
                    <a:pt x="76312" y="64884"/>
                  </a:moveTo>
                  <a:lnTo>
                    <a:pt x="59659" y="66460"/>
                  </a:lnTo>
                  <a:lnTo>
                    <a:pt x="60217" y="66460"/>
                  </a:lnTo>
                  <a:lnTo>
                    <a:pt x="46050" y="70886"/>
                  </a:lnTo>
                  <a:lnTo>
                    <a:pt x="12650" y="101396"/>
                  </a:lnTo>
                  <a:lnTo>
                    <a:pt x="108" y="155575"/>
                  </a:lnTo>
                  <a:lnTo>
                    <a:pt x="0" y="160134"/>
                  </a:lnTo>
                  <a:lnTo>
                    <a:pt x="1299" y="180034"/>
                  </a:lnTo>
                  <a:lnTo>
                    <a:pt x="22134" y="228993"/>
                  </a:lnTo>
                  <a:lnTo>
                    <a:pt x="60609" y="252627"/>
                  </a:lnTo>
                  <a:lnTo>
                    <a:pt x="75715" y="254203"/>
                  </a:lnTo>
                  <a:lnTo>
                    <a:pt x="83343" y="253731"/>
                  </a:lnTo>
                  <a:lnTo>
                    <a:pt x="120165" y="236985"/>
                  </a:lnTo>
                  <a:lnTo>
                    <a:pt x="132268" y="223443"/>
                  </a:lnTo>
                  <a:lnTo>
                    <a:pt x="176718" y="223443"/>
                  </a:lnTo>
                  <a:lnTo>
                    <a:pt x="176718" y="216293"/>
                  </a:lnTo>
                  <a:lnTo>
                    <a:pt x="89406" y="216293"/>
                  </a:lnTo>
                  <a:lnTo>
                    <a:pt x="79882" y="215153"/>
                  </a:lnTo>
                  <a:lnTo>
                    <a:pt x="79657" y="215153"/>
                  </a:lnTo>
                  <a:lnTo>
                    <a:pt x="70856" y="211580"/>
                  </a:lnTo>
                  <a:lnTo>
                    <a:pt x="49427" y="169057"/>
                  </a:lnTo>
                  <a:lnTo>
                    <a:pt x="49048" y="158750"/>
                  </a:lnTo>
                  <a:lnTo>
                    <a:pt x="48931" y="155575"/>
                  </a:lnTo>
                  <a:lnTo>
                    <a:pt x="60437" y="115087"/>
                  </a:lnTo>
                  <a:lnTo>
                    <a:pt x="89012" y="101396"/>
                  </a:lnTo>
                  <a:lnTo>
                    <a:pt x="176718" y="101396"/>
                  </a:lnTo>
                  <a:lnTo>
                    <a:pt x="176718" y="90093"/>
                  </a:lnTo>
                  <a:lnTo>
                    <a:pt x="128903" y="90093"/>
                  </a:lnTo>
                  <a:lnTo>
                    <a:pt x="117280" y="79066"/>
                  </a:lnTo>
                  <a:lnTo>
                    <a:pt x="104641" y="71188"/>
                  </a:lnTo>
                  <a:lnTo>
                    <a:pt x="90986" y="66460"/>
                  </a:lnTo>
                  <a:lnTo>
                    <a:pt x="76312" y="64884"/>
                  </a:lnTo>
                  <a:close/>
                </a:path>
                <a:path w="177165" h="254635">
                  <a:moveTo>
                    <a:pt x="176718" y="223443"/>
                  </a:moveTo>
                  <a:lnTo>
                    <a:pt x="132268" y="223443"/>
                  </a:lnTo>
                  <a:lnTo>
                    <a:pt x="132268" y="250024"/>
                  </a:lnTo>
                  <a:lnTo>
                    <a:pt x="176718" y="250024"/>
                  </a:lnTo>
                  <a:lnTo>
                    <a:pt x="176718" y="223443"/>
                  </a:lnTo>
                  <a:close/>
                </a:path>
                <a:path w="177165" h="254635">
                  <a:moveTo>
                    <a:pt x="176718" y="101396"/>
                  </a:moveTo>
                  <a:lnTo>
                    <a:pt x="89012" y="101396"/>
                  </a:lnTo>
                  <a:lnTo>
                    <a:pt x="97361" y="102265"/>
                  </a:lnTo>
                  <a:lnTo>
                    <a:pt x="104940" y="104871"/>
                  </a:lnTo>
                  <a:lnTo>
                    <a:pt x="128386" y="145651"/>
                  </a:lnTo>
                  <a:lnTo>
                    <a:pt x="129026" y="158750"/>
                  </a:lnTo>
                  <a:lnTo>
                    <a:pt x="129093" y="160134"/>
                  </a:lnTo>
                  <a:lnTo>
                    <a:pt x="117384" y="202209"/>
                  </a:lnTo>
                  <a:lnTo>
                    <a:pt x="89406" y="216293"/>
                  </a:lnTo>
                  <a:lnTo>
                    <a:pt x="176718" y="216293"/>
                  </a:lnTo>
                  <a:lnTo>
                    <a:pt x="176718" y="101396"/>
                  </a:lnTo>
                  <a:close/>
                </a:path>
                <a:path w="177165" h="254635">
                  <a:moveTo>
                    <a:pt x="176718" y="0"/>
                  </a:moveTo>
                  <a:lnTo>
                    <a:pt x="128903" y="0"/>
                  </a:lnTo>
                  <a:lnTo>
                    <a:pt x="128903" y="90093"/>
                  </a:lnTo>
                  <a:lnTo>
                    <a:pt x="176718" y="90093"/>
                  </a:lnTo>
                  <a:lnTo>
                    <a:pt x="1767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7883473" y="4592726"/>
              <a:ext cx="480593" cy="249237"/>
            </a:xfrm>
            <a:prstGeom prst="rect">
              <a:avLst/>
            </a:prstGeom>
          </p:spPr>
        </p:pic>
      </p:grpSp>
      <p:grpSp>
        <p:nvGrpSpPr>
          <p:cNvPr id="197" name="object 197"/>
          <p:cNvGrpSpPr/>
          <p:nvPr/>
        </p:nvGrpSpPr>
        <p:grpSpPr>
          <a:xfrm>
            <a:off x="8476945" y="4583595"/>
            <a:ext cx="749935" cy="258445"/>
            <a:chOff x="8476945" y="4583595"/>
            <a:chExt cx="749935" cy="258445"/>
          </a:xfrm>
        </p:grpSpPr>
        <p:sp>
          <p:nvSpPr>
            <p:cNvPr id="198" name="object 198"/>
            <p:cNvSpPr/>
            <p:nvPr/>
          </p:nvSpPr>
          <p:spPr>
            <a:xfrm>
              <a:off x="8476945" y="4583595"/>
              <a:ext cx="122555" cy="254635"/>
            </a:xfrm>
            <a:custGeom>
              <a:avLst/>
              <a:gdLst/>
              <a:ahLst/>
              <a:cxnLst/>
              <a:rect l="l" t="t" r="r" b="b"/>
              <a:pathLst>
                <a:path w="122554" h="254635">
                  <a:moveTo>
                    <a:pt x="82346" y="0"/>
                  </a:moveTo>
                  <a:lnTo>
                    <a:pt x="43259" y="10885"/>
                  </a:lnTo>
                  <a:lnTo>
                    <a:pt x="26891" y="48761"/>
                  </a:lnTo>
                  <a:lnTo>
                    <a:pt x="26593" y="59524"/>
                  </a:lnTo>
                  <a:lnTo>
                    <a:pt x="26593" y="73025"/>
                  </a:lnTo>
                  <a:lnTo>
                    <a:pt x="0" y="73025"/>
                  </a:lnTo>
                  <a:lnTo>
                    <a:pt x="0" y="110731"/>
                  </a:lnTo>
                  <a:lnTo>
                    <a:pt x="26593" y="110731"/>
                  </a:lnTo>
                  <a:lnTo>
                    <a:pt x="26593" y="254190"/>
                  </a:lnTo>
                  <a:lnTo>
                    <a:pt x="74409" y="254190"/>
                  </a:lnTo>
                  <a:lnTo>
                    <a:pt x="74409" y="110731"/>
                  </a:lnTo>
                  <a:lnTo>
                    <a:pt x="110324" y="110731"/>
                  </a:lnTo>
                  <a:lnTo>
                    <a:pt x="110324" y="73025"/>
                  </a:lnTo>
                  <a:lnTo>
                    <a:pt x="74409" y="73025"/>
                  </a:lnTo>
                  <a:lnTo>
                    <a:pt x="74409" y="51066"/>
                  </a:lnTo>
                  <a:lnTo>
                    <a:pt x="75933" y="44843"/>
                  </a:lnTo>
                  <a:lnTo>
                    <a:pt x="82016" y="38366"/>
                  </a:lnTo>
                  <a:lnTo>
                    <a:pt x="86982" y="36702"/>
                  </a:lnTo>
                  <a:lnTo>
                    <a:pt x="100863" y="36702"/>
                  </a:lnTo>
                  <a:lnTo>
                    <a:pt x="108216" y="37630"/>
                  </a:lnTo>
                  <a:lnTo>
                    <a:pt x="115887" y="39484"/>
                  </a:lnTo>
                  <a:lnTo>
                    <a:pt x="122427" y="6146"/>
                  </a:lnTo>
                  <a:lnTo>
                    <a:pt x="112557" y="3455"/>
                  </a:lnTo>
                  <a:lnTo>
                    <a:pt x="102587" y="1535"/>
                  </a:lnTo>
                  <a:lnTo>
                    <a:pt x="92517" y="383"/>
                  </a:lnTo>
                  <a:lnTo>
                    <a:pt x="823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9" name="object 199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8612098" y="4652644"/>
              <a:ext cx="313715" cy="189318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8959761" y="4652644"/>
              <a:ext cx="266700" cy="185420"/>
            </a:xfrm>
            <a:custGeom>
              <a:avLst/>
              <a:gdLst/>
              <a:ahLst/>
              <a:cxnLst/>
              <a:rect l="l" t="t" r="r" b="b"/>
              <a:pathLst>
                <a:path w="266700" h="185420">
                  <a:moveTo>
                    <a:pt x="207162" y="0"/>
                  </a:moveTo>
                  <a:lnTo>
                    <a:pt x="164204" y="16125"/>
                  </a:lnTo>
                  <a:lnTo>
                    <a:pt x="151803" y="28778"/>
                  </a:lnTo>
                  <a:lnTo>
                    <a:pt x="147438" y="21991"/>
                  </a:lnTo>
                  <a:lnTo>
                    <a:pt x="109033" y="447"/>
                  </a:lnTo>
                  <a:lnTo>
                    <a:pt x="100596" y="0"/>
                  </a:lnTo>
                  <a:lnTo>
                    <a:pt x="84801" y="1798"/>
                  </a:lnTo>
                  <a:lnTo>
                    <a:pt x="70145" y="7192"/>
                  </a:lnTo>
                  <a:lnTo>
                    <a:pt x="56626" y="16185"/>
                  </a:lnTo>
                  <a:lnTo>
                    <a:pt x="44246" y="28778"/>
                  </a:lnTo>
                  <a:lnTo>
                    <a:pt x="44246" y="3975"/>
                  </a:lnTo>
                  <a:lnTo>
                    <a:pt x="0" y="3975"/>
                  </a:lnTo>
                  <a:lnTo>
                    <a:pt x="0" y="185140"/>
                  </a:lnTo>
                  <a:lnTo>
                    <a:pt x="48018" y="185140"/>
                  </a:lnTo>
                  <a:lnTo>
                    <a:pt x="48018" y="97243"/>
                  </a:lnTo>
                  <a:lnTo>
                    <a:pt x="48254" y="85088"/>
                  </a:lnTo>
                  <a:lnTo>
                    <a:pt x="58534" y="46634"/>
                  </a:lnTo>
                  <a:lnTo>
                    <a:pt x="77127" y="36512"/>
                  </a:lnTo>
                  <a:lnTo>
                    <a:pt x="90614" y="36512"/>
                  </a:lnTo>
                  <a:lnTo>
                    <a:pt x="109375" y="73895"/>
                  </a:lnTo>
                  <a:lnTo>
                    <a:pt x="109537" y="85928"/>
                  </a:lnTo>
                  <a:lnTo>
                    <a:pt x="109537" y="185140"/>
                  </a:lnTo>
                  <a:lnTo>
                    <a:pt x="157353" y="185140"/>
                  </a:lnTo>
                  <a:lnTo>
                    <a:pt x="157353" y="98234"/>
                  </a:lnTo>
                  <a:lnTo>
                    <a:pt x="157600" y="86289"/>
                  </a:lnTo>
                  <a:lnTo>
                    <a:pt x="168198" y="46774"/>
                  </a:lnTo>
                  <a:lnTo>
                    <a:pt x="186321" y="36512"/>
                  </a:lnTo>
                  <a:lnTo>
                    <a:pt x="202336" y="36512"/>
                  </a:lnTo>
                  <a:lnTo>
                    <a:pt x="218478" y="81559"/>
                  </a:lnTo>
                  <a:lnTo>
                    <a:pt x="218478" y="185140"/>
                  </a:lnTo>
                  <a:lnTo>
                    <a:pt x="266496" y="185140"/>
                  </a:lnTo>
                  <a:lnTo>
                    <a:pt x="266496" y="69253"/>
                  </a:lnTo>
                  <a:lnTo>
                    <a:pt x="266187" y="57237"/>
                  </a:lnTo>
                  <a:lnTo>
                    <a:pt x="252855" y="18011"/>
                  </a:lnTo>
                  <a:lnTo>
                    <a:pt x="216701" y="509"/>
                  </a:lnTo>
                  <a:lnTo>
                    <a:pt x="207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1" name="object 201"/>
          <p:cNvGrpSpPr/>
          <p:nvPr/>
        </p:nvGrpSpPr>
        <p:grpSpPr>
          <a:xfrm>
            <a:off x="9370898" y="4587760"/>
            <a:ext cx="786130" cy="254635"/>
            <a:chOff x="9370898" y="4587760"/>
            <a:chExt cx="786130" cy="254635"/>
          </a:xfrm>
        </p:grpSpPr>
        <p:sp>
          <p:nvSpPr>
            <p:cNvPr id="202" name="object 202"/>
            <p:cNvSpPr/>
            <p:nvPr/>
          </p:nvSpPr>
          <p:spPr>
            <a:xfrm>
              <a:off x="9370898" y="4587760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9454032" y="4652644"/>
              <a:ext cx="169075" cy="189318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9649663" y="4652644"/>
              <a:ext cx="170065" cy="189318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9854412" y="4652644"/>
              <a:ext cx="117284" cy="185140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9992119" y="4652644"/>
              <a:ext cx="164896" cy="185140"/>
            </a:xfrm>
            <a:prstGeom prst="rect">
              <a:avLst/>
            </a:prstGeom>
          </p:spPr>
        </p:pic>
      </p:grpSp>
      <p:sp>
        <p:nvSpPr>
          <p:cNvPr id="207" name="object 207"/>
          <p:cNvSpPr/>
          <p:nvPr/>
        </p:nvSpPr>
        <p:spPr>
          <a:xfrm>
            <a:off x="10205644" y="4587760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59" h="250189">
                <a:moveTo>
                  <a:pt x="48031" y="68859"/>
                </a:moveTo>
                <a:lnTo>
                  <a:pt x="0" y="68859"/>
                </a:lnTo>
                <a:lnTo>
                  <a:pt x="0" y="250024"/>
                </a:lnTo>
                <a:lnTo>
                  <a:pt x="48031" y="250024"/>
                </a:lnTo>
                <a:lnTo>
                  <a:pt x="48031" y="68859"/>
                </a:lnTo>
                <a:close/>
              </a:path>
              <a:path w="48259" h="250189">
                <a:moveTo>
                  <a:pt x="48031" y="0"/>
                </a:moveTo>
                <a:lnTo>
                  <a:pt x="0" y="0"/>
                </a:lnTo>
                <a:lnTo>
                  <a:pt x="0" y="44450"/>
                </a:lnTo>
                <a:lnTo>
                  <a:pt x="48031" y="44450"/>
                </a:lnTo>
                <a:lnTo>
                  <a:pt x="48031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8" name="object 208"/>
          <p:cNvGrpSpPr/>
          <p:nvPr/>
        </p:nvGrpSpPr>
        <p:grpSpPr>
          <a:xfrm>
            <a:off x="10302481" y="4652645"/>
            <a:ext cx="379730" cy="259079"/>
            <a:chOff x="10302481" y="4652645"/>
            <a:chExt cx="379730" cy="259079"/>
          </a:xfrm>
        </p:grpSpPr>
        <p:pic>
          <p:nvPicPr>
            <p:cNvPr id="209" name="object 209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0302481" y="4652645"/>
              <a:ext cx="164896" cy="185140"/>
            </a:xfrm>
            <a:prstGeom prst="rect">
              <a:avLst/>
            </a:prstGeom>
          </p:spPr>
        </p:pic>
        <p:sp>
          <p:nvSpPr>
            <p:cNvPr id="210" name="object 210"/>
            <p:cNvSpPr/>
            <p:nvPr/>
          </p:nvSpPr>
          <p:spPr>
            <a:xfrm>
              <a:off x="10505300" y="4652645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5" h="259079">
                  <a:moveTo>
                    <a:pt x="6350" y="197053"/>
                  </a:moveTo>
                  <a:lnTo>
                    <a:pt x="17074" y="234418"/>
                  </a:lnTo>
                  <a:lnTo>
                    <a:pt x="51344" y="254601"/>
                  </a:lnTo>
                  <a:lnTo>
                    <a:pt x="90690" y="258571"/>
                  </a:lnTo>
                  <a:lnTo>
                    <a:pt x="102358" y="258248"/>
                  </a:lnTo>
                  <a:lnTo>
                    <a:pt x="145402" y="247403"/>
                  </a:lnTo>
                  <a:lnTo>
                    <a:pt x="168489" y="222059"/>
                  </a:lnTo>
                  <a:lnTo>
                    <a:pt x="79108" y="222059"/>
                  </a:lnTo>
                  <a:lnTo>
                    <a:pt x="71970" y="220332"/>
                  </a:lnTo>
                  <a:lnTo>
                    <a:pt x="67462" y="216890"/>
                  </a:lnTo>
                  <a:lnTo>
                    <a:pt x="64160" y="214515"/>
                  </a:lnTo>
                  <a:lnTo>
                    <a:pt x="62039" y="210146"/>
                  </a:lnTo>
                  <a:lnTo>
                    <a:pt x="61169" y="204190"/>
                  </a:lnTo>
                  <a:lnTo>
                    <a:pt x="61112" y="203796"/>
                  </a:lnTo>
                  <a:lnTo>
                    <a:pt x="6350" y="197053"/>
                  </a:lnTo>
                  <a:close/>
                </a:path>
                <a:path w="177165" h="259079">
                  <a:moveTo>
                    <a:pt x="176809" y="155778"/>
                  </a:moveTo>
                  <a:lnTo>
                    <a:pt x="128790" y="155778"/>
                  </a:lnTo>
                  <a:lnTo>
                    <a:pt x="128790" y="192887"/>
                  </a:lnTo>
                  <a:lnTo>
                    <a:pt x="128147" y="199301"/>
                  </a:lnTo>
                  <a:lnTo>
                    <a:pt x="88900" y="222059"/>
                  </a:lnTo>
                  <a:lnTo>
                    <a:pt x="168494" y="222059"/>
                  </a:lnTo>
                  <a:lnTo>
                    <a:pt x="176473" y="181550"/>
                  </a:lnTo>
                  <a:lnTo>
                    <a:pt x="176761" y="168627"/>
                  </a:lnTo>
                  <a:lnTo>
                    <a:pt x="176809" y="155778"/>
                  </a:lnTo>
                  <a:close/>
                </a:path>
                <a:path w="177165" h="259079">
                  <a:moveTo>
                    <a:pt x="76403" y="0"/>
                  </a:moveTo>
                  <a:lnTo>
                    <a:pt x="33499" y="13507"/>
                  </a:lnTo>
                  <a:lnTo>
                    <a:pt x="5457" y="53428"/>
                  </a:lnTo>
                  <a:lnTo>
                    <a:pt x="100" y="92075"/>
                  </a:lnTo>
                  <a:lnTo>
                    <a:pt x="0" y="93662"/>
                  </a:lnTo>
                  <a:lnTo>
                    <a:pt x="9370" y="141329"/>
                  </a:lnTo>
                  <a:lnTo>
                    <a:pt x="41865" y="177404"/>
                  </a:lnTo>
                  <a:lnTo>
                    <a:pt x="57561" y="183306"/>
                  </a:lnTo>
                  <a:lnTo>
                    <a:pt x="58189" y="183306"/>
                  </a:lnTo>
                  <a:lnTo>
                    <a:pt x="74612" y="185140"/>
                  </a:lnTo>
                  <a:lnTo>
                    <a:pt x="90278" y="183306"/>
                  </a:lnTo>
                  <a:lnTo>
                    <a:pt x="104530" y="177803"/>
                  </a:lnTo>
                  <a:lnTo>
                    <a:pt x="117367" y="168627"/>
                  </a:lnTo>
                  <a:lnTo>
                    <a:pt x="128790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06" y="145625"/>
                  </a:lnTo>
                  <a:lnTo>
                    <a:pt x="51992" y="115841"/>
                  </a:lnTo>
                  <a:lnTo>
                    <a:pt x="49355" y="93662"/>
                  </a:lnTo>
                  <a:lnTo>
                    <a:pt x="49273" y="92075"/>
                  </a:lnTo>
                  <a:lnTo>
                    <a:pt x="49212" y="90893"/>
                  </a:lnTo>
                  <a:lnTo>
                    <a:pt x="49859" y="78892"/>
                  </a:lnTo>
                  <a:lnTo>
                    <a:pt x="49907" y="77994"/>
                  </a:lnTo>
                  <a:lnTo>
                    <a:pt x="51872" y="67519"/>
                  </a:lnTo>
                  <a:lnTo>
                    <a:pt x="51992" y="66881"/>
                  </a:lnTo>
                  <a:lnTo>
                    <a:pt x="55465" y="57554"/>
                  </a:lnTo>
                  <a:lnTo>
                    <a:pt x="60202" y="50203"/>
                  </a:lnTo>
                  <a:lnTo>
                    <a:pt x="60325" y="50012"/>
                  </a:lnTo>
                  <a:lnTo>
                    <a:pt x="66150" y="44217"/>
                  </a:lnTo>
                  <a:lnTo>
                    <a:pt x="72889" y="39938"/>
                  </a:lnTo>
                  <a:lnTo>
                    <a:pt x="80409" y="37369"/>
                  </a:lnTo>
                  <a:lnTo>
                    <a:pt x="88696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15" y="16523"/>
                  </a:lnTo>
                  <a:lnTo>
                    <a:pt x="107007" y="7343"/>
                  </a:lnTo>
                  <a:lnTo>
                    <a:pt x="92436" y="1835"/>
                  </a:lnTo>
                  <a:lnTo>
                    <a:pt x="76403" y="0"/>
                  </a:lnTo>
                  <a:close/>
                </a:path>
                <a:path w="177165" h="259079">
                  <a:moveTo>
                    <a:pt x="176809" y="36512"/>
                  </a:moveTo>
                  <a:lnTo>
                    <a:pt x="88696" y="36512"/>
                  </a:lnTo>
                  <a:lnTo>
                    <a:pt x="97144" y="37369"/>
                  </a:lnTo>
                  <a:lnTo>
                    <a:pt x="104821" y="39938"/>
                  </a:lnTo>
                  <a:lnTo>
                    <a:pt x="128846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17475" y="132753"/>
                  </a:lnTo>
                  <a:lnTo>
                    <a:pt x="103860" y="143132"/>
                  </a:lnTo>
                  <a:lnTo>
                    <a:pt x="103720" y="143132"/>
                  </a:lnTo>
                  <a:lnTo>
                    <a:pt x="96224" y="145625"/>
                  </a:lnTo>
                  <a:lnTo>
                    <a:pt x="96048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5" h="259079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1" name="object 211"/>
          <p:cNvGrpSpPr/>
          <p:nvPr/>
        </p:nvGrpSpPr>
        <p:grpSpPr>
          <a:xfrm>
            <a:off x="10813884" y="4587760"/>
            <a:ext cx="1465580" cy="254635"/>
            <a:chOff x="10813884" y="4587760"/>
            <a:chExt cx="1465580" cy="254635"/>
          </a:xfrm>
        </p:grpSpPr>
        <p:pic>
          <p:nvPicPr>
            <p:cNvPr id="212" name="object 212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0813884" y="4652644"/>
              <a:ext cx="170052" cy="189318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1010099" y="4592726"/>
              <a:ext cx="291871" cy="249237"/>
            </a:xfrm>
            <a:prstGeom prst="rect">
              <a:avLst/>
            </a:prstGeom>
          </p:spPr>
        </p:pic>
        <p:sp>
          <p:nvSpPr>
            <p:cNvPr id="214" name="object 214"/>
            <p:cNvSpPr/>
            <p:nvPr/>
          </p:nvSpPr>
          <p:spPr>
            <a:xfrm>
              <a:off x="11331156" y="4587760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5" name="object 215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1404968" y="4656620"/>
              <a:ext cx="188125" cy="181165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11622418" y="4587760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31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31" y="250024"/>
                  </a:lnTo>
                  <a:lnTo>
                    <a:pt x="48031" y="68859"/>
                  </a:lnTo>
                  <a:close/>
                </a:path>
                <a:path w="48259" h="250189">
                  <a:moveTo>
                    <a:pt x="48031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31" y="44450"/>
                  </a:lnTo>
                  <a:lnTo>
                    <a:pt x="480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7" name="object 217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1699811" y="4592726"/>
              <a:ext cx="106756" cy="249237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11835752" y="4587760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1918899" y="4652644"/>
              <a:ext cx="169062" cy="189318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2110148" y="4652644"/>
              <a:ext cx="169278" cy="189318"/>
            </a:xfrm>
            <a:prstGeom prst="rect">
              <a:avLst/>
            </a:prstGeom>
          </p:spPr>
        </p:pic>
      </p:grpSp>
      <p:pic>
        <p:nvPicPr>
          <p:cNvPr id="221" name="object 22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75873" y="5164035"/>
            <a:ext cx="86320" cy="86321"/>
          </a:xfrm>
          <a:prstGeom prst="rect">
            <a:avLst/>
          </a:prstGeom>
        </p:spPr>
      </p:pic>
      <p:grpSp>
        <p:nvGrpSpPr>
          <p:cNvPr id="222" name="object 222"/>
          <p:cNvGrpSpPr/>
          <p:nvPr/>
        </p:nvGrpSpPr>
        <p:grpSpPr>
          <a:xfrm>
            <a:off x="3180589" y="5079504"/>
            <a:ext cx="960119" cy="254635"/>
            <a:chOff x="3180589" y="5079504"/>
            <a:chExt cx="960119" cy="254635"/>
          </a:xfrm>
        </p:grpSpPr>
        <p:pic>
          <p:nvPicPr>
            <p:cNvPr id="223" name="object 22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180589" y="5079504"/>
              <a:ext cx="241301" cy="250024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3460602" y="5144388"/>
              <a:ext cx="186927" cy="189318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3674425" y="5079504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4" h="254635">
                  <a:moveTo>
                    <a:pt x="76307" y="64884"/>
                  </a:moveTo>
                  <a:lnTo>
                    <a:pt x="59676" y="66460"/>
                  </a:lnTo>
                  <a:lnTo>
                    <a:pt x="60220" y="66460"/>
                  </a:lnTo>
                  <a:lnTo>
                    <a:pt x="46045" y="70891"/>
                  </a:lnTo>
                  <a:lnTo>
                    <a:pt x="12643" y="101396"/>
                  </a:lnTo>
                  <a:lnTo>
                    <a:pt x="108" y="155575"/>
                  </a:lnTo>
                  <a:lnTo>
                    <a:pt x="0" y="160134"/>
                  </a:lnTo>
                  <a:lnTo>
                    <a:pt x="1298" y="180034"/>
                  </a:lnTo>
                  <a:lnTo>
                    <a:pt x="22133" y="228993"/>
                  </a:lnTo>
                  <a:lnTo>
                    <a:pt x="60606" y="252627"/>
                  </a:lnTo>
                  <a:lnTo>
                    <a:pt x="75712" y="254203"/>
                  </a:lnTo>
                  <a:lnTo>
                    <a:pt x="83339" y="253731"/>
                  </a:lnTo>
                  <a:lnTo>
                    <a:pt x="120162" y="236985"/>
                  </a:lnTo>
                  <a:lnTo>
                    <a:pt x="132266" y="223443"/>
                  </a:lnTo>
                  <a:lnTo>
                    <a:pt x="176722" y="223443"/>
                  </a:lnTo>
                  <a:lnTo>
                    <a:pt x="176722" y="216293"/>
                  </a:lnTo>
                  <a:lnTo>
                    <a:pt x="89404" y="216293"/>
                  </a:lnTo>
                  <a:lnTo>
                    <a:pt x="79876" y="215153"/>
                  </a:lnTo>
                  <a:lnTo>
                    <a:pt x="79651" y="215153"/>
                  </a:lnTo>
                  <a:lnTo>
                    <a:pt x="70850" y="211580"/>
                  </a:lnTo>
                  <a:lnTo>
                    <a:pt x="49418" y="169057"/>
                  </a:lnTo>
                  <a:lnTo>
                    <a:pt x="49039" y="158750"/>
                  </a:lnTo>
                  <a:lnTo>
                    <a:pt x="48922" y="155575"/>
                  </a:lnTo>
                  <a:lnTo>
                    <a:pt x="60432" y="115087"/>
                  </a:lnTo>
                  <a:lnTo>
                    <a:pt x="89007" y="101396"/>
                  </a:lnTo>
                  <a:lnTo>
                    <a:pt x="176722" y="101396"/>
                  </a:lnTo>
                  <a:lnTo>
                    <a:pt x="176722" y="90093"/>
                  </a:lnTo>
                  <a:lnTo>
                    <a:pt x="128893" y="90093"/>
                  </a:lnTo>
                  <a:lnTo>
                    <a:pt x="117272" y="79066"/>
                  </a:lnTo>
                  <a:lnTo>
                    <a:pt x="104634" y="71188"/>
                  </a:lnTo>
                  <a:lnTo>
                    <a:pt x="90979" y="66460"/>
                  </a:lnTo>
                  <a:lnTo>
                    <a:pt x="76307" y="64884"/>
                  </a:lnTo>
                  <a:close/>
                </a:path>
                <a:path w="177164" h="254635">
                  <a:moveTo>
                    <a:pt x="176722" y="223443"/>
                  </a:moveTo>
                  <a:lnTo>
                    <a:pt x="132266" y="223443"/>
                  </a:lnTo>
                  <a:lnTo>
                    <a:pt x="132266" y="250024"/>
                  </a:lnTo>
                  <a:lnTo>
                    <a:pt x="176722" y="250024"/>
                  </a:lnTo>
                  <a:lnTo>
                    <a:pt x="176722" y="223443"/>
                  </a:lnTo>
                  <a:close/>
                </a:path>
                <a:path w="177164" h="254635">
                  <a:moveTo>
                    <a:pt x="176722" y="101396"/>
                  </a:moveTo>
                  <a:lnTo>
                    <a:pt x="89007" y="101396"/>
                  </a:lnTo>
                  <a:lnTo>
                    <a:pt x="97354" y="102265"/>
                  </a:lnTo>
                  <a:lnTo>
                    <a:pt x="104932" y="104871"/>
                  </a:lnTo>
                  <a:lnTo>
                    <a:pt x="128384" y="145651"/>
                  </a:lnTo>
                  <a:lnTo>
                    <a:pt x="129023" y="158750"/>
                  </a:lnTo>
                  <a:lnTo>
                    <a:pt x="129091" y="160134"/>
                  </a:lnTo>
                  <a:lnTo>
                    <a:pt x="117383" y="202209"/>
                  </a:lnTo>
                  <a:lnTo>
                    <a:pt x="89404" y="216293"/>
                  </a:lnTo>
                  <a:lnTo>
                    <a:pt x="176722" y="216293"/>
                  </a:lnTo>
                  <a:lnTo>
                    <a:pt x="176722" y="101396"/>
                  </a:lnTo>
                  <a:close/>
                </a:path>
                <a:path w="177164" h="254635">
                  <a:moveTo>
                    <a:pt x="176722" y="0"/>
                  </a:moveTo>
                  <a:lnTo>
                    <a:pt x="128893" y="0"/>
                  </a:lnTo>
                  <a:lnTo>
                    <a:pt x="128893" y="90093"/>
                  </a:lnTo>
                  <a:lnTo>
                    <a:pt x="176722" y="90093"/>
                  </a:lnTo>
                  <a:lnTo>
                    <a:pt x="17672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6" name="object 226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3884498" y="5144388"/>
              <a:ext cx="169062" cy="189318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4092625" y="507950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89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8" name="object 228"/>
          <p:cNvGrpSpPr/>
          <p:nvPr/>
        </p:nvGrpSpPr>
        <p:grpSpPr>
          <a:xfrm>
            <a:off x="4286681" y="5079504"/>
            <a:ext cx="1144905" cy="254635"/>
            <a:chOff x="4286681" y="5079504"/>
            <a:chExt cx="1144905" cy="254635"/>
          </a:xfrm>
        </p:grpSpPr>
        <p:sp>
          <p:nvSpPr>
            <p:cNvPr id="229" name="object 229"/>
            <p:cNvSpPr/>
            <p:nvPr/>
          </p:nvSpPr>
          <p:spPr>
            <a:xfrm>
              <a:off x="4286681" y="507950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89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0" name="object 230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4369828" y="5144388"/>
              <a:ext cx="169062" cy="189318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4565446" y="5144388"/>
              <a:ext cx="170065" cy="189318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4770196" y="5144388"/>
              <a:ext cx="117284" cy="185140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4907902" y="5144388"/>
              <a:ext cx="164896" cy="185140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5107546" y="5144388"/>
              <a:ext cx="169062" cy="189318"/>
            </a:xfrm>
            <a:prstGeom prst="rect">
              <a:avLst/>
            </a:prstGeom>
          </p:spPr>
        </p:pic>
        <p:pic>
          <p:nvPicPr>
            <p:cNvPr id="235" name="object 235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5313692" y="5144388"/>
              <a:ext cx="117271" cy="185140"/>
            </a:xfrm>
            <a:prstGeom prst="rect">
              <a:avLst/>
            </a:prstGeom>
          </p:spPr>
        </p:pic>
      </p:grpSp>
      <p:grpSp>
        <p:nvGrpSpPr>
          <p:cNvPr id="236" name="object 236"/>
          <p:cNvGrpSpPr/>
          <p:nvPr/>
        </p:nvGrpSpPr>
        <p:grpSpPr>
          <a:xfrm>
            <a:off x="5547029" y="5079504"/>
            <a:ext cx="1767839" cy="323850"/>
            <a:chOff x="5547029" y="5079504"/>
            <a:chExt cx="1767839" cy="323850"/>
          </a:xfrm>
        </p:grpSpPr>
        <p:pic>
          <p:nvPicPr>
            <p:cNvPr id="237" name="object 237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5547029" y="5079504"/>
              <a:ext cx="167474" cy="250024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5742660" y="5144388"/>
              <a:ext cx="164896" cy="185140"/>
            </a:xfrm>
            <a:prstGeom prst="rect">
              <a:avLst/>
            </a:prstGeom>
          </p:spPr>
        </p:pic>
        <p:pic>
          <p:nvPicPr>
            <p:cNvPr id="239" name="object 2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45073" y="5144388"/>
              <a:ext cx="186931" cy="189318"/>
            </a:xfrm>
            <a:prstGeom prst="rect">
              <a:avLst/>
            </a:prstGeom>
          </p:spPr>
        </p:pic>
        <p:sp>
          <p:nvSpPr>
            <p:cNvPr id="240" name="object 240"/>
            <p:cNvSpPr/>
            <p:nvPr/>
          </p:nvSpPr>
          <p:spPr>
            <a:xfrm>
              <a:off x="6146101" y="5079504"/>
              <a:ext cx="343535" cy="250190"/>
            </a:xfrm>
            <a:custGeom>
              <a:avLst/>
              <a:gdLst/>
              <a:ahLst/>
              <a:cxnLst/>
              <a:rect l="l" t="t" r="r" b="b"/>
              <a:pathLst>
                <a:path w="343535" h="250189">
                  <a:moveTo>
                    <a:pt x="269875" y="68859"/>
                  </a:moveTo>
                  <a:lnTo>
                    <a:pt x="222656" y="68859"/>
                  </a:lnTo>
                  <a:lnTo>
                    <a:pt x="188125" y="187528"/>
                  </a:lnTo>
                  <a:lnTo>
                    <a:pt x="157962" y="68859"/>
                  </a:lnTo>
                  <a:lnTo>
                    <a:pt x="111721" y="68859"/>
                  </a:lnTo>
                  <a:lnTo>
                    <a:pt x="80378" y="187528"/>
                  </a:lnTo>
                  <a:lnTo>
                    <a:pt x="46443" y="68859"/>
                  </a:lnTo>
                  <a:lnTo>
                    <a:pt x="0" y="68859"/>
                  </a:lnTo>
                  <a:lnTo>
                    <a:pt x="57150" y="250024"/>
                  </a:lnTo>
                  <a:lnTo>
                    <a:pt x="103784" y="250024"/>
                  </a:lnTo>
                  <a:lnTo>
                    <a:pt x="134543" y="133553"/>
                  </a:lnTo>
                  <a:lnTo>
                    <a:pt x="165696" y="250024"/>
                  </a:lnTo>
                  <a:lnTo>
                    <a:pt x="211734" y="250024"/>
                  </a:lnTo>
                  <a:lnTo>
                    <a:pt x="269875" y="68859"/>
                  </a:lnTo>
                  <a:close/>
                </a:path>
                <a:path w="343535" h="250189">
                  <a:moveTo>
                    <a:pt x="343103" y="0"/>
                  </a:moveTo>
                  <a:lnTo>
                    <a:pt x="295071" y="0"/>
                  </a:lnTo>
                  <a:lnTo>
                    <a:pt x="295071" y="250024"/>
                  </a:lnTo>
                  <a:lnTo>
                    <a:pt x="343103" y="250024"/>
                  </a:lnTo>
                  <a:lnTo>
                    <a:pt x="343103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1" name="object 241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6524320" y="5144388"/>
              <a:ext cx="169062" cy="189318"/>
            </a:xfrm>
            <a:prstGeom prst="rect">
              <a:avLst/>
            </a:prstGeom>
          </p:spPr>
        </p:pic>
        <p:sp>
          <p:nvSpPr>
            <p:cNvPr id="242" name="object 242"/>
            <p:cNvSpPr/>
            <p:nvPr/>
          </p:nvSpPr>
          <p:spPr>
            <a:xfrm>
              <a:off x="6721818" y="5079504"/>
              <a:ext cx="390525" cy="323850"/>
            </a:xfrm>
            <a:custGeom>
              <a:avLst/>
              <a:gdLst/>
              <a:ahLst/>
              <a:cxnLst/>
              <a:rect l="l" t="t" r="r" b="b"/>
              <a:pathLst>
                <a:path w="390525" h="323850">
                  <a:moveTo>
                    <a:pt x="176720" y="0"/>
                  </a:moveTo>
                  <a:lnTo>
                    <a:pt x="129095" y="0"/>
                  </a:lnTo>
                  <a:lnTo>
                    <a:pt x="129095" y="160134"/>
                  </a:lnTo>
                  <a:lnTo>
                    <a:pt x="128358" y="173266"/>
                  </a:lnTo>
                  <a:lnTo>
                    <a:pt x="111315" y="208381"/>
                  </a:lnTo>
                  <a:lnTo>
                    <a:pt x="89408" y="216293"/>
                  </a:lnTo>
                  <a:lnTo>
                    <a:pt x="79870" y="215163"/>
                  </a:lnTo>
                  <a:lnTo>
                    <a:pt x="79641" y="215163"/>
                  </a:lnTo>
                  <a:lnTo>
                    <a:pt x="50914" y="180530"/>
                  </a:lnTo>
                  <a:lnTo>
                    <a:pt x="48933" y="155575"/>
                  </a:lnTo>
                  <a:lnTo>
                    <a:pt x="49644" y="142925"/>
                  </a:lnTo>
                  <a:lnTo>
                    <a:pt x="73253" y="104876"/>
                  </a:lnTo>
                  <a:lnTo>
                    <a:pt x="89014" y="101396"/>
                  </a:lnTo>
                  <a:lnTo>
                    <a:pt x="97345" y="102273"/>
                  </a:lnTo>
                  <a:lnTo>
                    <a:pt x="126263" y="133350"/>
                  </a:lnTo>
                  <a:lnTo>
                    <a:pt x="129019" y="158750"/>
                  </a:lnTo>
                  <a:lnTo>
                    <a:pt x="129095" y="160134"/>
                  </a:lnTo>
                  <a:lnTo>
                    <a:pt x="129095" y="0"/>
                  </a:lnTo>
                  <a:lnTo>
                    <a:pt x="128892" y="0"/>
                  </a:lnTo>
                  <a:lnTo>
                    <a:pt x="128892" y="90093"/>
                  </a:lnTo>
                  <a:lnTo>
                    <a:pt x="117271" y="79070"/>
                  </a:lnTo>
                  <a:lnTo>
                    <a:pt x="104635" y="71196"/>
                  </a:lnTo>
                  <a:lnTo>
                    <a:pt x="90982" y="66471"/>
                  </a:lnTo>
                  <a:lnTo>
                    <a:pt x="76314" y="64884"/>
                  </a:lnTo>
                  <a:lnTo>
                    <a:pt x="59677" y="66471"/>
                  </a:lnTo>
                  <a:lnTo>
                    <a:pt x="60223" y="66471"/>
                  </a:lnTo>
                  <a:lnTo>
                    <a:pt x="46050" y="70891"/>
                  </a:lnTo>
                  <a:lnTo>
                    <a:pt x="12636" y="101396"/>
                  </a:lnTo>
                  <a:lnTo>
                    <a:pt x="101" y="155575"/>
                  </a:lnTo>
                  <a:lnTo>
                    <a:pt x="0" y="160134"/>
                  </a:lnTo>
                  <a:lnTo>
                    <a:pt x="1295" y="180035"/>
                  </a:lnTo>
                  <a:lnTo>
                    <a:pt x="22136" y="228993"/>
                  </a:lnTo>
                  <a:lnTo>
                    <a:pt x="60604" y="252628"/>
                  </a:lnTo>
                  <a:lnTo>
                    <a:pt x="75717" y="254203"/>
                  </a:lnTo>
                  <a:lnTo>
                    <a:pt x="83337" y="253733"/>
                  </a:lnTo>
                  <a:lnTo>
                    <a:pt x="120167" y="236994"/>
                  </a:lnTo>
                  <a:lnTo>
                    <a:pt x="132270" y="223443"/>
                  </a:lnTo>
                  <a:lnTo>
                    <a:pt x="132270" y="250024"/>
                  </a:lnTo>
                  <a:lnTo>
                    <a:pt x="176720" y="250024"/>
                  </a:lnTo>
                  <a:lnTo>
                    <a:pt x="176720" y="223443"/>
                  </a:lnTo>
                  <a:lnTo>
                    <a:pt x="176720" y="216293"/>
                  </a:lnTo>
                  <a:lnTo>
                    <a:pt x="176720" y="101396"/>
                  </a:lnTo>
                  <a:lnTo>
                    <a:pt x="176720" y="90093"/>
                  </a:lnTo>
                  <a:lnTo>
                    <a:pt x="176720" y="0"/>
                  </a:lnTo>
                  <a:close/>
                </a:path>
                <a:path w="390525" h="323850">
                  <a:moveTo>
                    <a:pt x="390055" y="68859"/>
                  </a:moveTo>
                  <a:lnTo>
                    <a:pt x="345008" y="68859"/>
                  </a:lnTo>
                  <a:lnTo>
                    <a:pt x="345008" y="94259"/>
                  </a:lnTo>
                  <a:lnTo>
                    <a:pt x="342747" y="91770"/>
                  </a:lnTo>
                  <a:lnTo>
                    <a:pt x="342747" y="155778"/>
                  </a:lnTo>
                  <a:lnTo>
                    <a:pt x="342722" y="158546"/>
                  </a:lnTo>
                  <a:lnTo>
                    <a:pt x="330720" y="197637"/>
                  </a:lnTo>
                  <a:lnTo>
                    <a:pt x="317106" y="208026"/>
                  </a:lnTo>
                  <a:lnTo>
                    <a:pt x="316966" y="208026"/>
                  </a:lnTo>
                  <a:lnTo>
                    <a:pt x="309473" y="210515"/>
                  </a:lnTo>
                  <a:lnTo>
                    <a:pt x="309295" y="210515"/>
                  </a:lnTo>
                  <a:lnTo>
                    <a:pt x="301155" y="211340"/>
                  </a:lnTo>
                  <a:lnTo>
                    <a:pt x="293243" y="210515"/>
                  </a:lnTo>
                  <a:lnTo>
                    <a:pt x="265226" y="180733"/>
                  </a:lnTo>
                  <a:lnTo>
                    <a:pt x="263220" y="169633"/>
                  </a:lnTo>
                  <a:lnTo>
                    <a:pt x="263144" y="169214"/>
                  </a:lnTo>
                  <a:lnTo>
                    <a:pt x="262597" y="158546"/>
                  </a:lnTo>
                  <a:lnTo>
                    <a:pt x="262509" y="156959"/>
                  </a:lnTo>
                  <a:lnTo>
                    <a:pt x="262458" y="155778"/>
                  </a:lnTo>
                  <a:lnTo>
                    <a:pt x="263093" y="143776"/>
                  </a:lnTo>
                  <a:lnTo>
                    <a:pt x="263144" y="142887"/>
                  </a:lnTo>
                  <a:lnTo>
                    <a:pt x="265112" y="132410"/>
                  </a:lnTo>
                  <a:lnTo>
                    <a:pt x="265226" y="131775"/>
                  </a:lnTo>
                  <a:lnTo>
                    <a:pt x="293649" y="102260"/>
                  </a:lnTo>
                  <a:lnTo>
                    <a:pt x="301955" y="101396"/>
                  </a:lnTo>
                  <a:lnTo>
                    <a:pt x="310388" y="102260"/>
                  </a:lnTo>
                  <a:lnTo>
                    <a:pt x="339890" y="132410"/>
                  </a:lnTo>
                  <a:lnTo>
                    <a:pt x="342747" y="155778"/>
                  </a:lnTo>
                  <a:lnTo>
                    <a:pt x="342747" y="91770"/>
                  </a:lnTo>
                  <a:lnTo>
                    <a:pt x="333349" y="81419"/>
                  </a:lnTo>
                  <a:lnTo>
                    <a:pt x="320243" y="72237"/>
                  </a:lnTo>
                  <a:lnTo>
                    <a:pt x="305676" y="66725"/>
                  </a:lnTo>
                  <a:lnTo>
                    <a:pt x="289648" y="64884"/>
                  </a:lnTo>
                  <a:lnTo>
                    <a:pt x="274027" y="66395"/>
                  </a:lnTo>
                  <a:lnTo>
                    <a:pt x="235077" y="88900"/>
                  </a:lnTo>
                  <a:lnTo>
                    <a:pt x="214604" y="137083"/>
                  </a:lnTo>
                  <a:lnTo>
                    <a:pt x="213410" y="155778"/>
                  </a:lnTo>
                  <a:lnTo>
                    <a:pt x="213334" y="156959"/>
                  </a:lnTo>
                  <a:lnTo>
                    <a:pt x="222618" y="206222"/>
                  </a:lnTo>
                  <a:lnTo>
                    <a:pt x="255117" y="242290"/>
                  </a:lnTo>
                  <a:lnTo>
                    <a:pt x="270802" y="248196"/>
                  </a:lnTo>
                  <a:lnTo>
                    <a:pt x="271437" y="248196"/>
                  </a:lnTo>
                  <a:lnTo>
                    <a:pt x="287858" y="250024"/>
                  </a:lnTo>
                  <a:lnTo>
                    <a:pt x="303517" y="248196"/>
                  </a:lnTo>
                  <a:lnTo>
                    <a:pt x="317766" y="242697"/>
                  </a:lnTo>
                  <a:lnTo>
                    <a:pt x="330606" y="233514"/>
                  </a:lnTo>
                  <a:lnTo>
                    <a:pt x="342036" y="220662"/>
                  </a:lnTo>
                  <a:lnTo>
                    <a:pt x="342036" y="257771"/>
                  </a:lnTo>
                  <a:lnTo>
                    <a:pt x="341388" y="264185"/>
                  </a:lnTo>
                  <a:lnTo>
                    <a:pt x="341299" y="265112"/>
                  </a:lnTo>
                  <a:lnTo>
                    <a:pt x="339852" y="269074"/>
                  </a:lnTo>
                  <a:lnTo>
                    <a:pt x="302145" y="286943"/>
                  </a:lnTo>
                  <a:lnTo>
                    <a:pt x="292354" y="286943"/>
                  </a:lnTo>
                  <a:lnTo>
                    <a:pt x="285216" y="285216"/>
                  </a:lnTo>
                  <a:lnTo>
                    <a:pt x="280720" y="281774"/>
                  </a:lnTo>
                  <a:lnTo>
                    <a:pt x="277406" y="279400"/>
                  </a:lnTo>
                  <a:lnTo>
                    <a:pt x="275297" y="275031"/>
                  </a:lnTo>
                  <a:lnTo>
                    <a:pt x="274421" y="269074"/>
                  </a:lnTo>
                  <a:lnTo>
                    <a:pt x="274370" y="268681"/>
                  </a:lnTo>
                  <a:lnTo>
                    <a:pt x="219595" y="261937"/>
                  </a:lnTo>
                  <a:lnTo>
                    <a:pt x="230314" y="299313"/>
                  </a:lnTo>
                  <a:lnTo>
                    <a:pt x="264591" y="319493"/>
                  </a:lnTo>
                  <a:lnTo>
                    <a:pt x="303936" y="323456"/>
                  </a:lnTo>
                  <a:lnTo>
                    <a:pt x="315595" y="323138"/>
                  </a:lnTo>
                  <a:lnTo>
                    <a:pt x="358648" y="312293"/>
                  </a:lnTo>
                  <a:lnTo>
                    <a:pt x="381723" y="286943"/>
                  </a:lnTo>
                  <a:lnTo>
                    <a:pt x="389712" y="246443"/>
                  </a:lnTo>
                  <a:lnTo>
                    <a:pt x="390055" y="220662"/>
                  </a:lnTo>
                  <a:lnTo>
                    <a:pt x="390055" y="211340"/>
                  </a:lnTo>
                  <a:lnTo>
                    <a:pt x="390055" y="101396"/>
                  </a:lnTo>
                  <a:lnTo>
                    <a:pt x="390055" y="94259"/>
                  </a:lnTo>
                  <a:lnTo>
                    <a:pt x="390055" y="68859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3" name="object 243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7145223" y="5144388"/>
              <a:ext cx="169075" cy="189318"/>
            </a:xfrm>
            <a:prstGeom prst="rect">
              <a:avLst/>
            </a:prstGeom>
          </p:spPr>
        </p:pic>
      </p:grpSp>
      <p:grpSp>
        <p:nvGrpSpPr>
          <p:cNvPr id="244" name="object 244"/>
          <p:cNvGrpSpPr/>
          <p:nvPr/>
        </p:nvGrpSpPr>
        <p:grpSpPr>
          <a:xfrm>
            <a:off x="7449387" y="5079504"/>
            <a:ext cx="457200" cy="254635"/>
            <a:chOff x="7449387" y="5079504"/>
            <a:chExt cx="457200" cy="254635"/>
          </a:xfrm>
        </p:grpSpPr>
        <p:pic>
          <p:nvPicPr>
            <p:cNvPr id="245" name="object 245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7449387" y="5148364"/>
              <a:ext cx="164706" cy="185343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7646847" y="5144388"/>
              <a:ext cx="169265" cy="189318"/>
            </a:xfrm>
            <a:prstGeom prst="rect">
              <a:avLst/>
            </a:prstGeom>
          </p:spPr>
        </p:pic>
        <p:sp>
          <p:nvSpPr>
            <p:cNvPr id="247" name="object 247"/>
            <p:cNvSpPr/>
            <p:nvPr/>
          </p:nvSpPr>
          <p:spPr>
            <a:xfrm>
              <a:off x="7857959" y="507950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8" name="object 248"/>
          <p:cNvGrpSpPr/>
          <p:nvPr/>
        </p:nvGrpSpPr>
        <p:grpSpPr>
          <a:xfrm>
            <a:off x="7954784" y="5144389"/>
            <a:ext cx="379730" cy="259079"/>
            <a:chOff x="7954784" y="5144389"/>
            <a:chExt cx="379730" cy="259079"/>
          </a:xfrm>
        </p:grpSpPr>
        <p:pic>
          <p:nvPicPr>
            <p:cNvPr id="249" name="object 249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7954784" y="5144389"/>
              <a:ext cx="164909" cy="185140"/>
            </a:xfrm>
            <a:prstGeom prst="rect">
              <a:avLst/>
            </a:prstGeom>
          </p:spPr>
        </p:pic>
        <p:sp>
          <p:nvSpPr>
            <p:cNvPr id="250" name="object 250"/>
            <p:cNvSpPr/>
            <p:nvPr/>
          </p:nvSpPr>
          <p:spPr>
            <a:xfrm>
              <a:off x="8157603" y="5144389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5" h="259079">
                  <a:moveTo>
                    <a:pt x="6350" y="197053"/>
                  </a:moveTo>
                  <a:lnTo>
                    <a:pt x="17074" y="234418"/>
                  </a:lnTo>
                  <a:lnTo>
                    <a:pt x="51344" y="254601"/>
                  </a:lnTo>
                  <a:lnTo>
                    <a:pt x="90690" y="258572"/>
                  </a:lnTo>
                  <a:lnTo>
                    <a:pt x="102359" y="258248"/>
                  </a:lnTo>
                  <a:lnTo>
                    <a:pt x="145403" y="247403"/>
                  </a:lnTo>
                  <a:lnTo>
                    <a:pt x="168489" y="222059"/>
                  </a:lnTo>
                  <a:lnTo>
                    <a:pt x="79108" y="222059"/>
                  </a:lnTo>
                  <a:lnTo>
                    <a:pt x="71970" y="220332"/>
                  </a:lnTo>
                  <a:lnTo>
                    <a:pt x="67475" y="216890"/>
                  </a:lnTo>
                  <a:lnTo>
                    <a:pt x="64160" y="214515"/>
                  </a:lnTo>
                  <a:lnTo>
                    <a:pt x="62039" y="210146"/>
                  </a:lnTo>
                  <a:lnTo>
                    <a:pt x="61181" y="204190"/>
                  </a:lnTo>
                  <a:lnTo>
                    <a:pt x="61125" y="203796"/>
                  </a:lnTo>
                  <a:lnTo>
                    <a:pt x="6350" y="197053"/>
                  </a:lnTo>
                  <a:close/>
                </a:path>
                <a:path w="177165" h="259079">
                  <a:moveTo>
                    <a:pt x="176809" y="155778"/>
                  </a:moveTo>
                  <a:lnTo>
                    <a:pt x="128790" y="155778"/>
                  </a:lnTo>
                  <a:lnTo>
                    <a:pt x="128790" y="192887"/>
                  </a:lnTo>
                  <a:lnTo>
                    <a:pt x="128147" y="199301"/>
                  </a:lnTo>
                  <a:lnTo>
                    <a:pt x="88900" y="222059"/>
                  </a:lnTo>
                  <a:lnTo>
                    <a:pt x="168494" y="222059"/>
                  </a:lnTo>
                  <a:lnTo>
                    <a:pt x="176473" y="181550"/>
                  </a:lnTo>
                  <a:lnTo>
                    <a:pt x="176761" y="168627"/>
                  </a:lnTo>
                  <a:lnTo>
                    <a:pt x="176809" y="155778"/>
                  </a:lnTo>
                  <a:close/>
                </a:path>
                <a:path w="177165" h="259079">
                  <a:moveTo>
                    <a:pt x="76403" y="0"/>
                  </a:moveTo>
                  <a:lnTo>
                    <a:pt x="33499" y="13512"/>
                  </a:lnTo>
                  <a:lnTo>
                    <a:pt x="5457" y="53428"/>
                  </a:lnTo>
                  <a:lnTo>
                    <a:pt x="175" y="90893"/>
                  </a:lnTo>
                  <a:lnTo>
                    <a:pt x="100" y="92075"/>
                  </a:lnTo>
                  <a:lnTo>
                    <a:pt x="9381" y="141329"/>
                  </a:lnTo>
                  <a:lnTo>
                    <a:pt x="41871" y="177404"/>
                  </a:lnTo>
                  <a:lnTo>
                    <a:pt x="57563" y="183306"/>
                  </a:lnTo>
                  <a:lnTo>
                    <a:pt x="58191" y="183306"/>
                  </a:lnTo>
                  <a:lnTo>
                    <a:pt x="74612" y="185140"/>
                  </a:lnTo>
                  <a:lnTo>
                    <a:pt x="90278" y="183306"/>
                  </a:lnTo>
                  <a:lnTo>
                    <a:pt x="104530" y="177803"/>
                  </a:lnTo>
                  <a:lnTo>
                    <a:pt x="117367" y="168627"/>
                  </a:lnTo>
                  <a:lnTo>
                    <a:pt x="128790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06" y="145625"/>
                  </a:lnTo>
                  <a:lnTo>
                    <a:pt x="51992" y="115841"/>
                  </a:lnTo>
                  <a:lnTo>
                    <a:pt x="49983" y="104740"/>
                  </a:lnTo>
                  <a:lnTo>
                    <a:pt x="49907" y="104321"/>
                  </a:lnTo>
                  <a:lnTo>
                    <a:pt x="49355" y="93662"/>
                  </a:lnTo>
                  <a:lnTo>
                    <a:pt x="49273" y="92075"/>
                  </a:lnTo>
                  <a:lnTo>
                    <a:pt x="49212" y="90893"/>
                  </a:lnTo>
                  <a:lnTo>
                    <a:pt x="49859" y="78892"/>
                  </a:lnTo>
                  <a:lnTo>
                    <a:pt x="60202" y="50203"/>
                  </a:lnTo>
                  <a:lnTo>
                    <a:pt x="60325" y="50012"/>
                  </a:lnTo>
                  <a:lnTo>
                    <a:pt x="66150" y="44217"/>
                  </a:lnTo>
                  <a:lnTo>
                    <a:pt x="72889" y="39938"/>
                  </a:lnTo>
                  <a:lnTo>
                    <a:pt x="80409" y="37369"/>
                  </a:lnTo>
                  <a:lnTo>
                    <a:pt x="88696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15" y="16523"/>
                  </a:lnTo>
                  <a:lnTo>
                    <a:pt x="107007" y="7343"/>
                  </a:lnTo>
                  <a:lnTo>
                    <a:pt x="92436" y="1835"/>
                  </a:lnTo>
                  <a:lnTo>
                    <a:pt x="76403" y="0"/>
                  </a:lnTo>
                  <a:close/>
                </a:path>
                <a:path w="177165" h="259079">
                  <a:moveTo>
                    <a:pt x="176809" y="36512"/>
                  </a:moveTo>
                  <a:lnTo>
                    <a:pt x="88696" y="36512"/>
                  </a:lnTo>
                  <a:lnTo>
                    <a:pt x="97144" y="37369"/>
                  </a:lnTo>
                  <a:lnTo>
                    <a:pt x="104821" y="39938"/>
                  </a:lnTo>
                  <a:lnTo>
                    <a:pt x="128846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17475" y="132753"/>
                  </a:lnTo>
                  <a:lnTo>
                    <a:pt x="103865" y="143132"/>
                  </a:lnTo>
                  <a:lnTo>
                    <a:pt x="103725" y="143132"/>
                  </a:lnTo>
                  <a:lnTo>
                    <a:pt x="96229" y="145625"/>
                  </a:lnTo>
                  <a:lnTo>
                    <a:pt x="96053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5" h="259079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1" name="object 251"/>
          <p:cNvGrpSpPr/>
          <p:nvPr/>
        </p:nvGrpSpPr>
        <p:grpSpPr>
          <a:xfrm>
            <a:off x="8479281" y="5079504"/>
            <a:ext cx="1484630" cy="323850"/>
            <a:chOff x="8479281" y="5079504"/>
            <a:chExt cx="1484630" cy="323850"/>
          </a:xfrm>
        </p:grpSpPr>
        <p:pic>
          <p:nvPicPr>
            <p:cNvPr id="252" name="object 252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8479281" y="5079504"/>
              <a:ext cx="209346" cy="250024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718397" y="5144388"/>
              <a:ext cx="170065" cy="189318"/>
            </a:xfrm>
            <a:prstGeom prst="rect">
              <a:avLst/>
            </a:prstGeom>
          </p:spPr>
        </p:pic>
        <p:sp>
          <p:nvSpPr>
            <p:cNvPr id="254" name="object 254"/>
            <p:cNvSpPr/>
            <p:nvPr/>
          </p:nvSpPr>
          <p:spPr>
            <a:xfrm>
              <a:off x="8902509" y="5148364"/>
              <a:ext cx="186690" cy="254635"/>
            </a:xfrm>
            <a:custGeom>
              <a:avLst/>
              <a:gdLst/>
              <a:ahLst/>
              <a:cxnLst/>
              <a:rect l="l" t="t" r="r" b="b"/>
              <a:pathLst>
                <a:path w="186690" h="254635">
                  <a:moveTo>
                    <a:pt x="186143" y="0"/>
                  </a:moveTo>
                  <a:lnTo>
                    <a:pt x="136525" y="0"/>
                  </a:lnTo>
                  <a:lnTo>
                    <a:pt x="94259" y="128587"/>
                  </a:lnTo>
                  <a:lnTo>
                    <a:pt x="51003" y="0"/>
                  </a:lnTo>
                  <a:lnTo>
                    <a:pt x="0" y="0"/>
                  </a:lnTo>
                  <a:lnTo>
                    <a:pt x="68859" y="181762"/>
                  </a:lnTo>
                  <a:lnTo>
                    <a:pt x="66533" y="188970"/>
                  </a:lnTo>
                  <a:lnTo>
                    <a:pt x="31953" y="216496"/>
                  </a:lnTo>
                  <a:lnTo>
                    <a:pt x="25869" y="216496"/>
                  </a:lnTo>
                  <a:lnTo>
                    <a:pt x="19050" y="215760"/>
                  </a:lnTo>
                  <a:lnTo>
                    <a:pt x="11518" y="214312"/>
                  </a:lnTo>
                  <a:lnTo>
                    <a:pt x="15875" y="251815"/>
                  </a:lnTo>
                  <a:lnTo>
                    <a:pt x="22561" y="253032"/>
                  </a:lnTo>
                  <a:lnTo>
                    <a:pt x="29322" y="253901"/>
                  </a:lnTo>
                  <a:lnTo>
                    <a:pt x="36157" y="254423"/>
                  </a:lnTo>
                  <a:lnTo>
                    <a:pt x="52057" y="254596"/>
                  </a:lnTo>
                  <a:lnTo>
                    <a:pt x="60134" y="253606"/>
                  </a:lnTo>
                  <a:lnTo>
                    <a:pt x="94995" y="235737"/>
                  </a:lnTo>
                  <a:lnTo>
                    <a:pt x="122237" y="174421"/>
                  </a:lnTo>
                  <a:lnTo>
                    <a:pt x="186143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5" name="object 255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9105480" y="5144388"/>
              <a:ext cx="169075" cy="18931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9296742" y="5144388"/>
              <a:ext cx="169265" cy="189318"/>
            </a:xfrm>
            <a:prstGeom prst="rect">
              <a:avLst/>
            </a:prstGeom>
          </p:spPr>
        </p:pic>
        <p:sp>
          <p:nvSpPr>
            <p:cNvPr id="257" name="object 257"/>
            <p:cNvSpPr/>
            <p:nvPr/>
          </p:nvSpPr>
          <p:spPr>
            <a:xfrm>
              <a:off x="9507842" y="507950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31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31" y="250024"/>
                  </a:lnTo>
                  <a:lnTo>
                    <a:pt x="48031" y="68859"/>
                  </a:lnTo>
                  <a:close/>
                </a:path>
                <a:path w="48259" h="250189">
                  <a:moveTo>
                    <a:pt x="48031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31" y="44450"/>
                  </a:lnTo>
                  <a:lnTo>
                    <a:pt x="480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8" name="object 258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9592373" y="5144388"/>
              <a:ext cx="170065" cy="189318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9798913" y="5144388"/>
              <a:ext cx="164896" cy="185140"/>
            </a:xfrm>
            <a:prstGeom prst="rect">
              <a:avLst/>
            </a:prstGeom>
          </p:spPr>
        </p:pic>
      </p:grpSp>
      <p:grpSp>
        <p:nvGrpSpPr>
          <p:cNvPr id="260" name="object 260"/>
          <p:cNvGrpSpPr/>
          <p:nvPr/>
        </p:nvGrpSpPr>
        <p:grpSpPr>
          <a:xfrm>
            <a:off x="10110469" y="5079504"/>
            <a:ext cx="1823085" cy="323850"/>
            <a:chOff x="10110469" y="5079504"/>
            <a:chExt cx="1823085" cy="323850"/>
          </a:xfrm>
        </p:grpSpPr>
        <p:pic>
          <p:nvPicPr>
            <p:cNvPr id="261" name="object 261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0110469" y="5079504"/>
              <a:ext cx="225628" cy="250024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0361497" y="5144388"/>
              <a:ext cx="164896" cy="185140"/>
            </a:xfrm>
            <a:prstGeom prst="rect">
              <a:avLst/>
            </a:prstGeom>
          </p:spPr>
        </p:pic>
        <p:pic>
          <p:nvPicPr>
            <p:cNvPr id="263" name="object 263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0563910" y="5144388"/>
              <a:ext cx="186931" cy="189318"/>
            </a:xfrm>
            <a:prstGeom prst="rect">
              <a:avLst/>
            </a:prstGeom>
          </p:spPr>
        </p:pic>
        <p:sp>
          <p:nvSpPr>
            <p:cNvPr id="264" name="object 264"/>
            <p:cNvSpPr/>
            <p:nvPr/>
          </p:nvSpPr>
          <p:spPr>
            <a:xfrm>
              <a:off x="10764951" y="5079504"/>
              <a:ext cx="343535" cy="250190"/>
            </a:xfrm>
            <a:custGeom>
              <a:avLst/>
              <a:gdLst/>
              <a:ahLst/>
              <a:cxnLst/>
              <a:rect l="l" t="t" r="r" b="b"/>
              <a:pathLst>
                <a:path w="343534" h="250189">
                  <a:moveTo>
                    <a:pt x="269875" y="68859"/>
                  </a:moveTo>
                  <a:lnTo>
                    <a:pt x="222643" y="68859"/>
                  </a:lnTo>
                  <a:lnTo>
                    <a:pt x="188112" y="187528"/>
                  </a:lnTo>
                  <a:lnTo>
                    <a:pt x="157949" y="68859"/>
                  </a:lnTo>
                  <a:lnTo>
                    <a:pt x="111721" y="68859"/>
                  </a:lnTo>
                  <a:lnTo>
                    <a:pt x="80365" y="187528"/>
                  </a:lnTo>
                  <a:lnTo>
                    <a:pt x="46431" y="68859"/>
                  </a:lnTo>
                  <a:lnTo>
                    <a:pt x="0" y="68859"/>
                  </a:lnTo>
                  <a:lnTo>
                    <a:pt x="57150" y="250024"/>
                  </a:lnTo>
                  <a:lnTo>
                    <a:pt x="103784" y="250024"/>
                  </a:lnTo>
                  <a:lnTo>
                    <a:pt x="134531" y="133553"/>
                  </a:lnTo>
                  <a:lnTo>
                    <a:pt x="165696" y="250024"/>
                  </a:lnTo>
                  <a:lnTo>
                    <a:pt x="211734" y="250024"/>
                  </a:lnTo>
                  <a:lnTo>
                    <a:pt x="269875" y="68859"/>
                  </a:lnTo>
                  <a:close/>
                </a:path>
                <a:path w="343534" h="250189">
                  <a:moveTo>
                    <a:pt x="343090" y="0"/>
                  </a:moveTo>
                  <a:lnTo>
                    <a:pt x="295071" y="0"/>
                  </a:lnTo>
                  <a:lnTo>
                    <a:pt x="295071" y="250024"/>
                  </a:lnTo>
                  <a:lnTo>
                    <a:pt x="343090" y="250024"/>
                  </a:lnTo>
                  <a:lnTo>
                    <a:pt x="343090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1143157" y="5144388"/>
              <a:ext cx="169075" cy="189318"/>
            </a:xfrm>
            <a:prstGeom prst="rect">
              <a:avLst/>
            </a:prstGeom>
          </p:spPr>
        </p:pic>
        <p:sp>
          <p:nvSpPr>
            <p:cNvPr id="266" name="object 266"/>
            <p:cNvSpPr/>
            <p:nvPr/>
          </p:nvSpPr>
          <p:spPr>
            <a:xfrm>
              <a:off x="11340655" y="5079504"/>
              <a:ext cx="390525" cy="323850"/>
            </a:xfrm>
            <a:custGeom>
              <a:avLst/>
              <a:gdLst/>
              <a:ahLst/>
              <a:cxnLst/>
              <a:rect l="l" t="t" r="r" b="b"/>
              <a:pathLst>
                <a:path w="390525" h="323850">
                  <a:moveTo>
                    <a:pt x="176720" y="0"/>
                  </a:moveTo>
                  <a:lnTo>
                    <a:pt x="129095" y="0"/>
                  </a:lnTo>
                  <a:lnTo>
                    <a:pt x="129095" y="160134"/>
                  </a:lnTo>
                  <a:lnTo>
                    <a:pt x="128358" y="173266"/>
                  </a:lnTo>
                  <a:lnTo>
                    <a:pt x="111315" y="208381"/>
                  </a:lnTo>
                  <a:lnTo>
                    <a:pt x="89408" y="216293"/>
                  </a:lnTo>
                  <a:lnTo>
                    <a:pt x="79883" y="215163"/>
                  </a:lnTo>
                  <a:lnTo>
                    <a:pt x="79654" y="215163"/>
                  </a:lnTo>
                  <a:lnTo>
                    <a:pt x="50914" y="180530"/>
                  </a:lnTo>
                  <a:lnTo>
                    <a:pt x="48933" y="155575"/>
                  </a:lnTo>
                  <a:lnTo>
                    <a:pt x="49644" y="142925"/>
                  </a:lnTo>
                  <a:lnTo>
                    <a:pt x="73253" y="104876"/>
                  </a:lnTo>
                  <a:lnTo>
                    <a:pt x="89014" y="101396"/>
                  </a:lnTo>
                  <a:lnTo>
                    <a:pt x="97358" y="102273"/>
                  </a:lnTo>
                  <a:lnTo>
                    <a:pt x="126263" y="133350"/>
                  </a:lnTo>
                  <a:lnTo>
                    <a:pt x="129019" y="158750"/>
                  </a:lnTo>
                  <a:lnTo>
                    <a:pt x="129095" y="160134"/>
                  </a:lnTo>
                  <a:lnTo>
                    <a:pt x="129095" y="0"/>
                  </a:lnTo>
                  <a:lnTo>
                    <a:pt x="128905" y="0"/>
                  </a:lnTo>
                  <a:lnTo>
                    <a:pt x="128905" y="90093"/>
                  </a:lnTo>
                  <a:lnTo>
                    <a:pt x="117271" y="79070"/>
                  </a:lnTo>
                  <a:lnTo>
                    <a:pt x="104635" y="71196"/>
                  </a:lnTo>
                  <a:lnTo>
                    <a:pt x="90982" y="66471"/>
                  </a:lnTo>
                  <a:lnTo>
                    <a:pt x="76314" y="64884"/>
                  </a:lnTo>
                  <a:lnTo>
                    <a:pt x="59677" y="66471"/>
                  </a:lnTo>
                  <a:lnTo>
                    <a:pt x="60223" y="66471"/>
                  </a:lnTo>
                  <a:lnTo>
                    <a:pt x="46050" y="70891"/>
                  </a:lnTo>
                  <a:lnTo>
                    <a:pt x="12649" y="101396"/>
                  </a:lnTo>
                  <a:lnTo>
                    <a:pt x="101" y="155575"/>
                  </a:lnTo>
                  <a:lnTo>
                    <a:pt x="0" y="160134"/>
                  </a:lnTo>
                  <a:lnTo>
                    <a:pt x="1295" y="180035"/>
                  </a:lnTo>
                  <a:lnTo>
                    <a:pt x="22136" y="228993"/>
                  </a:lnTo>
                  <a:lnTo>
                    <a:pt x="60604" y="252628"/>
                  </a:lnTo>
                  <a:lnTo>
                    <a:pt x="75717" y="254203"/>
                  </a:lnTo>
                  <a:lnTo>
                    <a:pt x="83337" y="253733"/>
                  </a:lnTo>
                  <a:lnTo>
                    <a:pt x="120167" y="236994"/>
                  </a:lnTo>
                  <a:lnTo>
                    <a:pt x="132270" y="223443"/>
                  </a:lnTo>
                  <a:lnTo>
                    <a:pt x="132270" y="250024"/>
                  </a:lnTo>
                  <a:lnTo>
                    <a:pt x="176720" y="250024"/>
                  </a:lnTo>
                  <a:lnTo>
                    <a:pt x="176720" y="223443"/>
                  </a:lnTo>
                  <a:lnTo>
                    <a:pt x="176720" y="216293"/>
                  </a:lnTo>
                  <a:lnTo>
                    <a:pt x="176720" y="101396"/>
                  </a:lnTo>
                  <a:lnTo>
                    <a:pt x="176720" y="90093"/>
                  </a:lnTo>
                  <a:lnTo>
                    <a:pt x="176720" y="0"/>
                  </a:lnTo>
                  <a:close/>
                </a:path>
                <a:path w="390525" h="323850">
                  <a:moveTo>
                    <a:pt x="390055" y="68859"/>
                  </a:moveTo>
                  <a:lnTo>
                    <a:pt x="345008" y="68859"/>
                  </a:lnTo>
                  <a:lnTo>
                    <a:pt x="345008" y="94259"/>
                  </a:lnTo>
                  <a:lnTo>
                    <a:pt x="342760" y="91782"/>
                  </a:lnTo>
                  <a:lnTo>
                    <a:pt x="342760" y="155778"/>
                  </a:lnTo>
                  <a:lnTo>
                    <a:pt x="342734" y="158546"/>
                  </a:lnTo>
                  <a:lnTo>
                    <a:pt x="330720" y="197637"/>
                  </a:lnTo>
                  <a:lnTo>
                    <a:pt x="317106" y="208026"/>
                  </a:lnTo>
                  <a:lnTo>
                    <a:pt x="316966" y="208026"/>
                  </a:lnTo>
                  <a:lnTo>
                    <a:pt x="309473" y="210515"/>
                  </a:lnTo>
                  <a:lnTo>
                    <a:pt x="309295" y="210515"/>
                  </a:lnTo>
                  <a:lnTo>
                    <a:pt x="301155" y="211340"/>
                  </a:lnTo>
                  <a:lnTo>
                    <a:pt x="293255" y="210515"/>
                  </a:lnTo>
                  <a:lnTo>
                    <a:pt x="265226" y="180733"/>
                  </a:lnTo>
                  <a:lnTo>
                    <a:pt x="263220" y="169633"/>
                  </a:lnTo>
                  <a:lnTo>
                    <a:pt x="263144" y="169214"/>
                  </a:lnTo>
                  <a:lnTo>
                    <a:pt x="262597" y="158546"/>
                  </a:lnTo>
                  <a:lnTo>
                    <a:pt x="262509" y="156959"/>
                  </a:lnTo>
                  <a:lnTo>
                    <a:pt x="262458" y="155778"/>
                  </a:lnTo>
                  <a:lnTo>
                    <a:pt x="263093" y="143776"/>
                  </a:lnTo>
                  <a:lnTo>
                    <a:pt x="263144" y="142887"/>
                  </a:lnTo>
                  <a:lnTo>
                    <a:pt x="265112" y="132410"/>
                  </a:lnTo>
                  <a:lnTo>
                    <a:pt x="265226" y="131775"/>
                  </a:lnTo>
                  <a:lnTo>
                    <a:pt x="293662" y="102260"/>
                  </a:lnTo>
                  <a:lnTo>
                    <a:pt x="301955" y="101396"/>
                  </a:lnTo>
                  <a:lnTo>
                    <a:pt x="310400" y="102260"/>
                  </a:lnTo>
                  <a:lnTo>
                    <a:pt x="339902" y="132410"/>
                  </a:lnTo>
                  <a:lnTo>
                    <a:pt x="342760" y="155778"/>
                  </a:lnTo>
                  <a:lnTo>
                    <a:pt x="342760" y="91782"/>
                  </a:lnTo>
                  <a:lnTo>
                    <a:pt x="333362" y="81419"/>
                  </a:lnTo>
                  <a:lnTo>
                    <a:pt x="320255" y="72237"/>
                  </a:lnTo>
                  <a:lnTo>
                    <a:pt x="305689" y="66725"/>
                  </a:lnTo>
                  <a:lnTo>
                    <a:pt x="289648" y="64884"/>
                  </a:lnTo>
                  <a:lnTo>
                    <a:pt x="274027" y="66395"/>
                  </a:lnTo>
                  <a:lnTo>
                    <a:pt x="235077" y="88900"/>
                  </a:lnTo>
                  <a:lnTo>
                    <a:pt x="214604" y="137083"/>
                  </a:lnTo>
                  <a:lnTo>
                    <a:pt x="213410" y="155778"/>
                  </a:lnTo>
                  <a:lnTo>
                    <a:pt x="213334" y="156959"/>
                  </a:lnTo>
                  <a:lnTo>
                    <a:pt x="222618" y="206222"/>
                  </a:lnTo>
                  <a:lnTo>
                    <a:pt x="255117" y="242290"/>
                  </a:lnTo>
                  <a:lnTo>
                    <a:pt x="270802" y="248196"/>
                  </a:lnTo>
                  <a:lnTo>
                    <a:pt x="271437" y="248196"/>
                  </a:lnTo>
                  <a:lnTo>
                    <a:pt x="287858" y="250024"/>
                  </a:lnTo>
                  <a:lnTo>
                    <a:pt x="303517" y="248196"/>
                  </a:lnTo>
                  <a:lnTo>
                    <a:pt x="317766" y="242697"/>
                  </a:lnTo>
                  <a:lnTo>
                    <a:pt x="330606" y="233514"/>
                  </a:lnTo>
                  <a:lnTo>
                    <a:pt x="342036" y="220662"/>
                  </a:lnTo>
                  <a:lnTo>
                    <a:pt x="342036" y="257771"/>
                  </a:lnTo>
                  <a:lnTo>
                    <a:pt x="341401" y="264185"/>
                  </a:lnTo>
                  <a:lnTo>
                    <a:pt x="341312" y="265112"/>
                  </a:lnTo>
                  <a:lnTo>
                    <a:pt x="339852" y="269074"/>
                  </a:lnTo>
                  <a:lnTo>
                    <a:pt x="302145" y="286943"/>
                  </a:lnTo>
                  <a:lnTo>
                    <a:pt x="292366" y="286943"/>
                  </a:lnTo>
                  <a:lnTo>
                    <a:pt x="285216" y="285216"/>
                  </a:lnTo>
                  <a:lnTo>
                    <a:pt x="280720" y="281774"/>
                  </a:lnTo>
                  <a:lnTo>
                    <a:pt x="277418" y="279400"/>
                  </a:lnTo>
                  <a:lnTo>
                    <a:pt x="275297" y="275031"/>
                  </a:lnTo>
                  <a:lnTo>
                    <a:pt x="274421" y="269074"/>
                  </a:lnTo>
                  <a:lnTo>
                    <a:pt x="274370" y="268681"/>
                  </a:lnTo>
                  <a:lnTo>
                    <a:pt x="219595" y="261937"/>
                  </a:lnTo>
                  <a:lnTo>
                    <a:pt x="230314" y="299313"/>
                  </a:lnTo>
                  <a:lnTo>
                    <a:pt x="264591" y="319493"/>
                  </a:lnTo>
                  <a:lnTo>
                    <a:pt x="303936" y="323456"/>
                  </a:lnTo>
                  <a:lnTo>
                    <a:pt x="315595" y="323138"/>
                  </a:lnTo>
                  <a:lnTo>
                    <a:pt x="358660" y="312293"/>
                  </a:lnTo>
                  <a:lnTo>
                    <a:pt x="384695" y="279400"/>
                  </a:lnTo>
                  <a:lnTo>
                    <a:pt x="390004" y="233514"/>
                  </a:lnTo>
                  <a:lnTo>
                    <a:pt x="390055" y="220662"/>
                  </a:lnTo>
                  <a:lnTo>
                    <a:pt x="390055" y="211340"/>
                  </a:lnTo>
                  <a:lnTo>
                    <a:pt x="390055" y="101396"/>
                  </a:lnTo>
                  <a:lnTo>
                    <a:pt x="390055" y="94259"/>
                  </a:lnTo>
                  <a:lnTo>
                    <a:pt x="390055" y="68859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7" name="object 267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1764060" y="5144388"/>
              <a:ext cx="169075" cy="189318"/>
            </a:xfrm>
            <a:prstGeom prst="rect">
              <a:avLst/>
            </a:prstGeom>
          </p:spPr>
        </p:pic>
      </p:grpSp>
      <p:grpSp>
        <p:nvGrpSpPr>
          <p:cNvPr id="268" name="object 268"/>
          <p:cNvGrpSpPr/>
          <p:nvPr/>
        </p:nvGrpSpPr>
        <p:grpSpPr>
          <a:xfrm>
            <a:off x="12051766" y="5079365"/>
            <a:ext cx="803275" cy="254635"/>
            <a:chOff x="12051766" y="5079365"/>
            <a:chExt cx="803275" cy="254635"/>
          </a:xfrm>
        </p:grpSpPr>
        <p:sp>
          <p:nvSpPr>
            <p:cNvPr id="269" name="object 269"/>
            <p:cNvSpPr/>
            <p:nvPr/>
          </p:nvSpPr>
          <p:spPr>
            <a:xfrm>
              <a:off x="12051767" y="5079364"/>
              <a:ext cx="198755" cy="250190"/>
            </a:xfrm>
            <a:custGeom>
              <a:avLst/>
              <a:gdLst/>
              <a:ahLst/>
              <a:cxnLst/>
              <a:rect l="l" t="t" r="r" b="b"/>
              <a:pathLst>
                <a:path w="198754" h="250189">
                  <a:moveTo>
                    <a:pt x="198628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4206" y="41910"/>
                  </a:lnTo>
                  <a:lnTo>
                    <a:pt x="74206" y="250190"/>
                  </a:lnTo>
                  <a:lnTo>
                    <a:pt x="124612" y="250190"/>
                  </a:lnTo>
                  <a:lnTo>
                    <a:pt x="124612" y="41910"/>
                  </a:lnTo>
                  <a:lnTo>
                    <a:pt x="198628" y="41910"/>
                  </a:lnTo>
                  <a:lnTo>
                    <a:pt x="19862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0" name="object 270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2280569" y="5144389"/>
              <a:ext cx="295465" cy="189318"/>
            </a:xfrm>
            <a:prstGeom prst="rect">
              <a:avLst/>
            </a:prstGeom>
          </p:spPr>
        </p:pic>
        <p:pic>
          <p:nvPicPr>
            <p:cNvPr id="271" name="object 271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2602197" y="5144389"/>
              <a:ext cx="170853" cy="189318"/>
            </a:xfrm>
            <a:prstGeom prst="rect">
              <a:avLst/>
            </a:prstGeom>
          </p:spPr>
        </p:pic>
        <p:sp>
          <p:nvSpPr>
            <p:cNvPr id="272" name="object 272"/>
            <p:cNvSpPr/>
            <p:nvPr/>
          </p:nvSpPr>
          <p:spPr>
            <a:xfrm>
              <a:off x="12806947" y="507950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3" name="object 273"/>
          <p:cNvGrpSpPr/>
          <p:nvPr/>
        </p:nvGrpSpPr>
        <p:grpSpPr>
          <a:xfrm>
            <a:off x="12903784" y="5144389"/>
            <a:ext cx="379730" cy="259079"/>
            <a:chOff x="12903784" y="5144389"/>
            <a:chExt cx="379730" cy="259079"/>
          </a:xfrm>
        </p:grpSpPr>
        <p:pic>
          <p:nvPicPr>
            <p:cNvPr id="274" name="object 274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2903784" y="5144389"/>
              <a:ext cx="164896" cy="185140"/>
            </a:xfrm>
            <a:prstGeom prst="rect">
              <a:avLst/>
            </a:prstGeom>
          </p:spPr>
        </p:pic>
        <p:sp>
          <p:nvSpPr>
            <p:cNvPr id="275" name="object 275"/>
            <p:cNvSpPr/>
            <p:nvPr/>
          </p:nvSpPr>
          <p:spPr>
            <a:xfrm>
              <a:off x="13106590" y="5144389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5" h="259079">
                  <a:moveTo>
                    <a:pt x="6350" y="197053"/>
                  </a:moveTo>
                  <a:lnTo>
                    <a:pt x="17076" y="234418"/>
                  </a:lnTo>
                  <a:lnTo>
                    <a:pt x="51349" y="254601"/>
                  </a:lnTo>
                  <a:lnTo>
                    <a:pt x="90690" y="258572"/>
                  </a:lnTo>
                  <a:lnTo>
                    <a:pt x="102360" y="258248"/>
                  </a:lnTo>
                  <a:lnTo>
                    <a:pt x="145414" y="247403"/>
                  </a:lnTo>
                  <a:lnTo>
                    <a:pt x="168491" y="222059"/>
                  </a:lnTo>
                  <a:lnTo>
                    <a:pt x="79120" y="222059"/>
                  </a:lnTo>
                  <a:lnTo>
                    <a:pt x="71970" y="220332"/>
                  </a:lnTo>
                  <a:lnTo>
                    <a:pt x="67475" y="216890"/>
                  </a:lnTo>
                  <a:lnTo>
                    <a:pt x="64173" y="214515"/>
                  </a:lnTo>
                  <a:lnTo>
                    <a:pt x="62052" y="210146"/>
                  </a:lnTo>
                  <a:lnTo>
                    <a:pt x="61182" y="204190"/>
                  </a:lnTo>
                  <a:lnTo>
                    <a:pt x="61125" y="203796"/>
                  </a:lnTo>
                  <a:lnTo>
                    <a:pt x="6350" y="197053"/>
                  </a:lnTo>
                  <a:close/>
                </a:path>
                <a:path w="177165" h="259079">
                  <a:moveTo>
                    <a:pt x="176809" y="155778"/>
                  </a:moveTo>
                  <a:lnTo>
                    <a:pt x="128790" y="155778"/>
                  </a:lnTo>
                  <a:lnTo>
                    <a:pt x="128790" y="192887"/>
                  </a:lnTo>
                  <a:lnTo>
                    <a:pt x="128158" y="199301"/>
                  </a:lnTo>
                  <a:lnTo>
                    <a:pt x="88900" y="222059"/>
                  </a:lnTo>
                  <a:lnTo>
                    <a:pt x="168496" y="222059"/>
                  </a:lnTo>
                  <a:lnTo>
                    <a:pt x="176475" y="181550"/>
                  </a:lnTo>
                  <a:lnTo>
                    <a:pt x="176762" y="168627"/>
                  </a:lnTo>
                  <a:lnTo>
                    <a:pt x="176809" y="155778"/>
                  </a:lnTo>
                  <a:close/>
                </a:path>
                <a:path w="177165" h="259079">
                  <a:moveTo>
                    <a:pt x="76403" y="0"/>
                  </a:moveTo>
                  <a:lnTo>
                    <a:pt x="33501" y="13512"/>
                  </a:lnTo>
                  <a:lnTo>
                    <a:pt x="5457" y="53428"/>
                  </a:lnTo>
                  <a:lnTo>
                    <a:pt x="100" y="92075"/>
                  </a:lnTo>
                  <a:lnTo>
                    <a:pt x="0" y="93662"/>
                  </a:lnTo>
                  <a:lnTo>
                    <a:pt x="9381" y="141329"/>
                  </a:lnTo>
                  <a:lnTo>
                    <a:pt x="41876" y="177404"/>
                  </a:lnTo>
                  <a:lnTo>
                    <a:pt x="57568" y="183306"/>
                  </a:lnTo>
                  <a:lnTo>
                    <a:pt x="58196" y="183306"/>
                  </a:lnTo>
                  <a:lnTo>
                    <a:pt x="74612" y="185140"/>
                  </a:lnTo>
                  <a:lnTo>
                    <a:pt x="90278" y="183306"/>
                  </a:lnTo>
                  <a:lnTo>
                    <a:pt x="104530" y="177803"/>
                  </a:lnTo>
                  <a:lnTo>
                    <a:pt x="117367" y="168627"/>
                  </a:lnTo>
                  <a:lnTo>
                    <a:pt x="128790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13" y="145625"/>
                  </a:lnTo>
                  <a:lnTo>
                    <a:pt x="51992" y="115841"/>
                  </a:lnTo>
                  <a:lnTo>
                    <a:pt x="49983" y="104740"/>
                  </a:lnTo>
                  <a:lnTo>
                    <a:pt x="49907" y="104321"/>
                  </a:lnTo>
                  <a:lnTo>
                    <a:pt x="49355" y="93662"/>
                  </a:lnTo>
                  <a:lnTo>
                    <a:pt x="49273" y="92075"/>
                  </a:lnTo>
                  <a:lnTo>
                    <a:pt x="49212" y="90893"/>
                  </a:lnTo>
                  <a:lnTo>
                    <a:pt x="49859" y="78892"/>
                  </a:lnTo>
                  <a:lnTo>
                    <a:pt x="49907" y="77994"/>
                  </a:lnTo>
                  <a:lnTo>
                    <a:pt x="51872" y="67519"/>
                  </a:lnTo>
                  <a:lnTo>
                    <a:pt x="51992" y="66881"/>
                  </a:lnTo>
                  <a:lnTo>
                    <a:pt x="80421" y="37369"/>
                  </a:lnTo>
                  <a:lnTo>
                    <a:pt x="88709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21" y="16523"/>
                  </a:lnTo>
                  <a:lnTo>
                    <a:pt x="107011" y="7343"/>
                  </a:lnTo>
                  <a:lnTo>
                    <a:pt x="92437" y="1835"/>
                  </a:lnTo>
                  <a:lnTo>
                    <a:pt x="76403" y="0"/>
                  </a:lnTo>
                  <a:close/>
                </a:path>
                <a:path w="177165" h="259079">
                  <a:moveTo>
                    <a:pt x="176809" y="36512"/>
                  </a:moveTo>
                  <a:lnTo>
                    <a:pt x="88709" y="36512"/>
                  </a:lnTo>
                  <a:lnTo>
                    <a:pt x="97156" y="37369"/>
                  </a:lnTo>
                  <a:lnTo>
                    <a:pt x="104833" y="39938"/>
                  </a:lnTo>
                  <a:lnTo>
                    <a:pt x="128857" y="78892"/>
                  </a:lnTo>
                  <a:lnTo>
                    <a:pt x="129525" y="90893"/>
                  </a:lnTo>
                  <a:lnTo>
                    <a:pt x="129495" y="93662"/>
                  </a:lnTo>
                  <a:lnTo>
                    <a:pt x="117475" y="132753"/>
                  </a:lnTo>
                  <a:lnTo>
                    <a:pt x="103865" y="143132"/>
                  </a:lnTo>
                  <a:lnTo>
                    <a:pt x="103725" y="143132"/>
                  </a:lnTo>
                  <a:lnTo>
                    <a:pt x="96229" y="145625"/>
                  </a:lnTo>
                  <a:lnTo>
                    <a:pt x="96053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5" h="259079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6" name="object 276"/>
          <p:cNvGrpSpPr/>
          <p:nvPr/>
        </p:nvGrpSpPr>
        <p:grpSpPr>
          <a:xfrm>
            <a:off x="13420928" y="5075339"/>
            <a:ext cx="914400" cy="327660"/>
            <a:chOff x="13420928" y="5075339"/>
            <a:chExt cx="914400" cy="327660"/>
          </a:xfrm>
        </p:grpSpPr>
        <p:sp>
          <p:nvSpPr>
            <p:cNvPr id="277" name="object 277"/>
            <p:cNvSpPr/>
            <p:nvPr/>
          </p:nvSpPr>
          <p:spPr>
            <a:xfrm>
              <a:off x="13420928" y="5075339"/>
              <a:ext cx="86995" cy="327660"/>
            </a:xfrm>
            <a:custGeom>
              <a:avLst/>
              <a:gdLst/>
              <a:ahLst/>
              <a:cxnLst/>
              <a:rect l="l" t="t" r="r" b="b"/>
              <a:pathLst>
                <a:path w="86994" h="327660">
                  <a:moveTo>
                    <a:pt x="86715" y="0"/>
                  </a:moveTo>
                  <a:lnTo>
                    <a:pt x="53975" y="0"/>
                  </a:lnTo>
                  <a:lnTo>
                    <a:pt x="43247" y="16454"/>
                  </a:lnTo>
                  <a:lnTo>
                    <a:pt x="24692" y="51677"/>
                  </a:lnTo>
                  <a:lnTo>
                    <a:pt x="9488" y="92720"/>
                  </a:lnTo>
                  <a:lnTo>
                    <a:pt x="1054" y="139350"/>
                  </a:lnTo>
                  <a:lnTo>
                    <a:pt x="0" y="163703"/>
                  </a:lnTo>
                  <a:lnTo>
                    <a:pt x="843" y="183724"/>
                  </a:lnTo>
                  <a:lnTo>
                    <a:pt x="7592" y="224801"/>
                  </a:lnTo>
                  <a:lnTo>
                    <a:pt x="21122" y="266892"/>
                  </a:lnTo>
                  <a:lnTo>
                    <a:pt x="41062" y="307774"/>
                  </a:lnTo>
                  <a:lnTo>
                    <a:pt x="53378" y="327621"/>
                  </a:lnTo>
                  <a:lnTo>
                    <a:pt x="86321" y="327621"/>
                  </a:lnTo>
                  <a:lnTo>
                    <a:pt x="79349" y="312300"/>
                  </a:lnTo>
                  <a:lnTo>
                    <a:pt x="73520" y="298892"/>
                  </a:lnTo>
                  <a:lnTo>
                    <a:pt x="57251" y="250572"/>
                  </a:lnTo>
                  <a:lnTo>
                    <a:pt x="48745" y="207452"/>
                  </a:lnTo>
                  <a:lnTo>
                    <a:pt x="45847" y="164706"/>
                  </a:lnTo>
                  <a:lnTo>
                    <a:pt x="46392" y="144648"/>
                  </a:lnTo>
                  <a:lnTo>
                    <a:pt x="50754" y="106252"/>
                  </a:lnTo>
                  <a:lnTo>
                    <a:pt x="59931" y="68792"/>
                  </a:lnTo>
                  <a:lnTo>
                    <a:pt x="76004" y="24839"/>
                  </a:lnTo>
                  <a:lnTo>
                    <a:pt x="8671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8" name="object 278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13544575" y="5079504"/>
              <a:ext cx="209346" cy="250024"/>
            </a:xfrm>
            <a:prstGeom prst="rect">
              <a:avLst/>
            </a:prstGeom>
          </p:spPr>
        </p:pic>
        <p:pic>
          <p:nvPicPr>
            <p:cNvPr id="279" name="object 279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3797190" y="5079364"/>
              <a:ext cx="432396" cy="250189"/>
            </a:xfrm>
            <a:prstGeom prst="rect">
              <a:avLst/>
            </a:prstGeom>
          </p:spPr>
        </p:pic>
        <p:sp>
          <p:nvSpPr>
            <p:cNvPr id="280" name="object 280"/>
            <p:cNvSpPr/>
            <p:nvPr/>
          </p:nvSpPr>
          <p:spPr>
            <a:xfrm>
              <a:off x="14248244" y="5075339"/>
              <a:ext cx="86995" cy="327660"/>
            </a:xfrm>
            <a:custGeom>
              <a:avLst/>
              <a:gdLst/>
              <a:ahLst/>
              <a:cxnLst/>
              <a:rect l="l" t="t" r="r" b="b"/>
              <a:pathLst>
                <a:path w="86994" h="327660">
                  <a:moveTo>
                    <a:pt x="32550" y="0"/>
                  </a:moveTo>
                  <a:lnTo>
                    <a:pt x="0" y="0"/>
                  </a:lnTo>
                  <a:lnTo>
                    <a:pt x="10705" y="24839"/>
                  </a:lnTo>
                  <a:lnTo>
                    <a:pt x="19600" y="47769"/>
                  </a:lnTo>
                  <a:lnTo>
                    <a:pt x="31953" y="87909"/>
                  </a:lnTo>
                  <a:lnTo>
                    <a:pt x="40143" y="144648"/>
                  </a:lnTo>
                  <a:lnTo>
                    <a:pt x="40690" y="164706"/>
                  </a:lnTo>
                  <a:lnTo>
                    <a:pt x="40540" y="174574"/>
                  </a:lnTo>
                  <a:lnTo>
                    <a:pt x="36950" y="213254"/>
                  </a:lnTo>
                  <a:lnTo>
                    <a:pt x="28434" y="254084"/>
                  </a:lnTo>
                  <a:lnTo>
                    <a:pt x="12357" y="300780"/>
                  </a:lnTo>
                  <a:lnTo>
                    <a:pt x="203" y="327621"/>
                  </a:lnTo>
                  <a:lnTo>
                    <a:pt x="33337" y="327621"/>
                  </a:lnTo>
                  <a:lnTo>
                    <a:pt x="58542" y="282870"/>
                  </a:lnTo>
                  <a:lnTo>
                    <a:pt x="75412" y="237528"/>
                  </a:lnTo>
                  <a:lnTo>
                    <a:pt x="83899" y="197988"/>
                  </a:lnTo>
                  <a:lnTo>
                    <a:pt x="86728" y="161124"/>
                  </a:lnTo>
                  <a:lnTo>
                    <a:pt x="85835" y="140070"/>
                  </a:lnTo>
                  <a:lnTo>
                    <a:pt x="78691" y="98399"/>
                  </a:lnTo>
                  <a:lnTo>
                    <a:pt x="64589" y="57444"/>
                  </a:lnTo>
                  <a:lnTo>
                    <a:pt x="44644" y="18549"/>
                  </a:lnTo>
                  <a:lnTo>
                    <a:pt x="32550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1" name="object 28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75873" y="5655779"/>
            <a:ext cx="86320" cy="86321"/>
          </a:xfrm>
          <a:prstGeom prst="rect">
            <a:avLst/>
          </a:prstGeom>
        </p:spPr>
      </p:pic>
      <p:grpSp>
        <p:nvGrpSpPr>
          <p:cNvPr id="282" name="object 282"/>
          <p:cNvGrpSpPr/>
          <p:nvPr/>
        </p:nvGrpSpPr>
        <p:grpSpPr>
          <a:xfrm>
            <a:off x="3155784" y="5571248"/>
            <a:ext cx="985519" cy="319405"/>
            <a:chOff x="3155784" y="5571248"/>
            <a:chExt cx="985519" cy="319405"/>
          </a:xfrm>
        </p:grpSpPr>
        <p:pic>
          <p:nvPicPr>
            <p:cNvPr id="283" name="object 283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3155784" y="5571248"/>
              <a:ext cx="250824" cy="250024"/>
            </a:xfrm>
            <a:prstGeom prst="rect">
              <a:avLst/>
            </a:prstGeom>
          </p:spPr>
        </p:pic>
        <p:sp>
          <p:nvSpPr>
            <p:cNvPr id="284" name="object 284"/>
            <p:cNvSpPr/>
            <p:nvPr/>
          </p:nvSpPr>
          <p:spPr>
            <a:xfrm>
              <a:off x="3422378" y="5571248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4" h="254635">
                  <a:moveTo>
                    <a:pt x="76307" y="64884"/>
                  </a:moveTo>
                  <a:lnTo>
                    <a:pt x="59676" y="66460"/>
                  </a:lnTo>
                  <a:lnTo>
                    <a:pt x="60220" y="66460"/>
                  </a:lnTo>
                  <a:lnTo>
                    <a:pt x="46045" y="70891"/>
                  </a:lnTo>
                  <a:lnTo>
                    <a:pt x="12644" y="101396"/>
                  </a:lnTo>
                  <a:lnTo>
                    <a:pt x="108" y="155575"/>
                  </a:lnTo>
                  <a:lnTo>
                    <a:pt x="0" y="160134"/>
                  </a:lnTo>
                  <a:lnTo>
                    <a:pt x="1298" y="180034"/>
                  </a:lnTo>
                  <a:lnTo>
                    <a:pt x="22134" y="228993"/>
                  </a:lnTo>
                  <a:lnTo>
                    <a:pt x="60606" y="252627"/>
                  </a:lnTo>
                  <a:lnTo>
                    <a:pt x="75712" y="254203"/>
                  </a:lnTo>
                  <a:lnTo>
                    <a:pt x="83339" y="253731"/>
                  </a:lnTo>
                  <a:lnTo>
                    <a:pt x="120162" y="236985"/>
                  </a:lnTo>
                  <a:lnTo>
                    <a:pt x="132267" y="223443"/>
                  </a:lnTo>
                  <a:lnTo>
                    <a:pt x="176717" y="223443"/>
                  </a:lnTo>
                  <a:lnTo>
                    <a:pt x="176717" y="216293"/>
                  </a:lnTo>
                  <a:lnTo>
                    <a:pt x="89405" y="216293"/>
                  </a:lnTo>
                  <a:lnTo>
                    <a:pt x="79877" y="215153"/>
                  </a:lnTo>
                  <a:lnTo>
                    <a:pt x="79651" y="215153"/>
                  </a:lnTo>
                  <a:lnTo>
                    <a:pt x="70851" y="211580"/>
                  </a:lnTo>
                  <a:lnTo>
                    <a:pt x="49420" y="169057"/>
                  </a:lnTo>
                  <a:lnTo>
                    <a:pt x="48924" y="155575"/>
                  </a:lnTo>
                  <a:lnTo>
                    <a:pt x="49643" y="142923"/>
                  </a:lnTo>
                  <a:lnTo>
                    <a:pt x="73253" y="104871"/>
                  </a:lnTo>
                  <a:lnTo>
                    <a:pt x="89007" y="101396"/>
                  </a:lnTo>
                  <a:lnTo>
                    <a:pt x="176717" y="101396"/>
                  </a:lnTo>
                  <a:lnTo>
                    <a:pt x="176717" y="90093"/>
                  </a:lnTo>
                  <a:lnTo>
                    <a:pt x="128894" y="90093"/>
                  </a:lnTo>
                  <a:lnTo>
                    <a:pt x="117273" y="79066"/>
                  </a:lnTo>
                  <a:lnTo>
                    <a:pt x="104635" y="71188"/>
                  </a:lnTo>
                  <a:lnTo>
                    <a:pt x="90980" y="66460"/>
                  </a:lnTo>
                  <a:lnTo>
                    <a:pt x="76307" y="64884"/>
                  </a:lnTo>
                  <a:close/>
                </a:path>
                <a:path w="177164" h="254635">
                  <a:moveTo>
                    <a:pt x="176717" y="223443"/>
                  </a:moveTo>
                  <a:lnTo>
                    <a:pt x="132267" y="223443"/>
                  </a:lnTo>
                  <a:lnTo>
                    <a:pt x="132267" y="250024"/>
                  </a:lnTo>
                  <a:lnTo>
                    <a:pt x="176717" y="250024"/>
                  </a:lnTo>
                  <a:lnTo>
                    <a:pt x="176717" y="223443"/>
                  </a:lnTo>
                  <a:close/>
                </a:path>
                <a:path w="177164" h="254635">
                  <a:moveTo>
                    <a:pt x="176717" y="101396"/>
                  </a:moveTo>
                  <a:lnTo>
                    <a:pt x="89007" y="101396"/>
                  </a:lnTo>
                  <a:lnTo>
                    <a:pt x="97354" y="102265"/>
                  </a:lnTo>
                  <a:lnTo>
                    <a:pt x="104932" y="104871"/>
                  </a:lnTo>
                  <a:lnTo>
                    <a:pt x="128385" y="145651"/>
                  </a:lnTo>
                  <a:lnTo>
                    <a:pt x="129092" y="160134"/>
                  </a:lnTo>
                  <a:lnTo>
                    <a:pt x="128361" y="173257"/>
                  </a:lnTo>
                  <a:lnTo>
                    <a:pt x="111319" y="208369"/>
                  </a:lnTo>
                  <a:lnTo>
                    <a:pt x="89405" y="216293"/>
                  </a:lnTo>
                  <a:lnTo>
                    <a:pt x="176717" y="216293"/>
                  </a:lnTo>
                  <a:lnTo>
                    <a:pt x="176717" y="101396"/>
                  </a:lnTo>
                  <a:close/>
                </a:path>
                <a:path w="177164" h="254635">
                  <a:moveTo>
                    <a:pt x="176717" y="0"/>
                  </a:moveTo>
                  <a:lnTo>
                    <a:pt x="128894" y="0"/>
                  </a:lnTo>
                  <a:lnTo>
                    <a:pt x="128894" y="90093"/>
                  </a:lnTo>
                  <a:lnTo>
                    <a:pt x="176717" y="90093"/>
                  </a:lnTo>
                  <a:lnTo>
                    <a:pt x="17671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5" name="object 285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3633837" y="5636132"/>
              <a:ext cx="170060" cy="189318"/>
            </a:xfrm>
            <a:prstGeom prst="rect">
              <a:avLst/>
            </a:prstGeom>
          </p:spPr>
        </p:pic>
        <p:pic>
          <p:nvPicPr>
            <p:cNvPr id="286" name="object 28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839184" y="5576214"/>
              <a:ext cx="301840" cy="313918"/>
            </a:xfrm>
            <a:prstGeom prst="rect">
              <a:avLst/>
            </a:prstGeom>
          </p:spPr>
        </p:pic>
      </p:grpSp>
      <p:grpSp>
        <p:nvGrpSpPr>
          <p:cNvPr id="287" name="object 287"/>
          <p:cNvGrpSpPr/>
          <p:nvPr/>
        </p:nvGrpSpPr>
        <p:grpSpPr>
          <a:xfrm>
            <a:off x="4267237" y="5571248"/>
            <a:ext cx="786130" cy="254635"/>
            <a:chOff x="4267237" y="5571248"/>
            <a:chExt cx="786130" cy="254635"/>
          </a:xfrm>
        </p:grpSpPr>
        <p:sp>
          <p:nvSpPr>
            <p:cNvPr id="288" name="object 288"/>
            <p:cNvSpPr/>
            <p:nvPr/>
          </p:nvSpPr>
          <p:spPr>
            <a:xfrm>
              <a:off x="4267237" y="5571248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89">
                  <a:moveTo>
                    <a:pt x="48031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31" y="250024"/>
                  </a:lnTo>
                  <a:lnTo>
                    <a:pt x="480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9" name="object 289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4350384" y="5636132"/>
              <a:ext cx="169062" cy="189318"/>
            </a:xfrm>
            <a:prstGeom prst="rect">
              <a:avLst/>
            </a:prstGeom>
          </p:spPr>
        </p:pic>
        <p:pic>
          <p:nvPicPr>
            <p:cNvPr id="290" name="object 290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4546002" y="5636132"/>
              <a:ext cx="170065" cy="189318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4750765" y="5636132"/>
              <a:ext cx="117271" cy="185140"/>
            </a:xfrm>
            <a:prstGeom prst="rect">
              <a:avLst/>
            </a:prstGeom>
          </p:spPr>
        </p:pic>
        <p:pic>
          <p:nvPicPr>
            <p:cNvPr id="292" name="object 292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4888458" y="5636132"/>
              <a:ext cx="164909" cy="185140"/>
            </a:xfrm>
            <a:prstGeom prst="rect">
              <a:avLst/>
            </a:prstGeom>
          </p:spPr>
        </p:pic>
      </p:grpSp>
      <p:sp>
        <p:nvSpPr>
          <p:cNvPr id="293" name="object 293"/>
          <p:cNvSpPr/>
          <p:nvPr/>
        </p:nvSpPr>
        <p:spPr>
          <a:xfrm>
            <a:off x="5101996" y="5571248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60" h="250189">
                <a:moveTo>
                  <a:pt x="48018" y="68859"/>
                </a:moveTo>
                <a:lnTo>
                  <a:pt x="0" y="68859"/>
                </a:lnTo>
                <a:lnTo>
                  <a:pt x="0" y="250024"/>
                </a:lnTo>
                <a:lnTo>
                  <a:pt x="48018" y="250024"/>
                </a:lnTo>
                <a:lnTo>
                  <a:pt x="48018" y="68859"/>
                </a:lnTo>
                <a:close/>
              </a:path>
              <a:path w="48260" h="250189">
                <a:moveTo>
                  <a:pt x="48018" y="0"/>
                </a:moveTo>
                <a:lnTo>
                  <a:pt x="0" y="0"/>
                </a:lnTo>
                <a:lnTo>
                  <a:pt x="0" y="44450"/>
                </a:lnTo>
                <a:lnTo>
                  <a:pt x="48018" y="44450"/>
                </a:lnTo>
                <a:lnTo>
                  <a:pt x="4801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4" name="object 294"/>
          <p:cNvGrpSpPr/>
          <p:nvPr/>
        </p:nvGrpSpPr>
        <p:grpSpPr>
          <a:xfrm>
            <a:off x="5198821" y="5636133"/>
            <a:ext cx="379730" cy="259079"/>
            <a:chOff x="5198821" y="5636133"/>
            <a:chExt cx="379730" cy="259079"/>
          </a:xfrm>
        </p:grpSpPr>
        <p:pic>
          <p:nvPicPr>
            <p:cNvPr id="295" name="object 295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5198821" y="5636133"/>
              <a:ext cx="164909" cy="185140"/>
            </a:xfrm>
            <a:prstGeom prst="rect">
              <a:avLst/>
            </a:prstGeom>
          </p:spPr>
        </p:pic>
        <p:sp>
          <p:nvSpPr>
            <p:cNvPr id="296" name="object 296"/>
            <p:cNvSpPr/>
            <p:nvPr/>
          </p:nvSpPr>
          <p:spPr>
            <a:xfrm>
              <a:off x="5401640" y="5636133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4" h="259079">
                  <a:moveTo>
                    <a:pt x="6349" y="197053"/>
                  </a:moveTo>
                  <a:lnTo>
                    <a:pt x="17076" y="234418"/>
                  </a:lnTo>
                  <a:lnTo>
                    <a:pt x="51349" y="254601"/>
                  </a:lnTo>
                  <a:lnTo>
                    <a:pt x="90690" y="258571"/>
                  </a:lnTo>
                  <a:lnTo>
                    <a:pt x="102359" y="258248"/>
                  </a:lnTo>
                  <a:lnTo>
                    <a:pt x="145408" y="247403"/>
                  </a:lnTo>
                  <a:lnTo>
                    <a:pt x="168489" y="222059"/>
                  </a:lnTo>
                  <a:lnTo>
                    <a:pt x="79108" y="222059"/>
                  </a:lnTo>
                  <a:lnTo>
                    <a:pt x="71970" y="220332"/>
                  </a:lnTo>
                  <a:lnTo>
                    <a:pt x="67475" y="216890"/>
                  </a:lnTo>
                  <a:lnTo>
                    <a:pt x="64160" y="214515"/>
                  </a:lnTo>
                  <a:lnTo>
                    <a:pt x="62052" y="210146"/>
                  </a:lnTo>
                  <a:lnTo>
                    <a:pt x="61182" y="204190"/>
                  </a:lnTo>
                  <a:lnTo>
                    <a:pt x="61125" y="203796"/>
                  </a:lnTo>
                  <a:lnTo>
                    <a:pt x="6349" y="197053"/>
                  </a:lnTo>
                  <a:close/>
                </a:path>
                <a:path w="177164" h="259079">
                  <a:moveTo>
                    <a:pt x="176809" y="155778"/>
                  </a:moveTo>
                  <a:lnTo>
                    <a:pt x="128790" y="155778"/>
                  </a:lnTo>
                  <a:lnTo>
                    <a:pt x="128790" y="192887"/>
                  </a:lnTo>
                  <a:lnTo>
                    <a:pt x="128158" y="199301"/>
                  </a:lnTo>
                  <a:lnTo>
                    <a:pt x="88899" y="222059"/>
                  </a:lnTo>
                  <a:lnTo>
                    <a:pt x="168494" y="222059"/>
                  </a:lnTo>
                  <a:lnTo>
                    <a:pt x="176475" y="181550"/>
                  </a:lnTo>
                  <a:lnTo>
                    <a:pt x="176762" y="168627"/>
                  </a:lnTo>
                  <a:lnTo>
                    <a:pt x="176809" y="155778"/>
                  </a:lnTo>
                  <a:close/>
                </a:path>
                <a:path w="177164" h="259079">
                  <a:moveTo>
                    <a:pt x="76403" y="0"/>
                  </a:moveTo>
                  <a:lnTo>
                    <a:pt x="33501" y="13512"/>
                  </a:lnTo>
                  <a:lnTo>
                    <a:pt x="5457" y="53428"/>
                  </a:lnTo>
                  <a:lnTo>
                    <a:pt x="175" y="90893"/>
                  </a:lnTo>
                  <a:lnTo>
                    <a:pt x="100" y="92075"/>
                  </a:lnTo>
                  <a:lnTo>
                    <a:pt x="9381" y="141329"/>
                  </a:lnTo>
                  <a:lnTo>
                    <a:pt x="41876" y="177404"/>
                  </a:lnTo>
                  <a:lnTo>
                    <a:pt x="57568" y="183306"/>
                  </a:lnTo>
                  <a:lnTo>
                    <a:pt x="58196" y="183306"/>
                  </a:lnTo>
                  <a:lnTo>
                    <a:pt x="74612" y="185140"/>
                  </a:lnTo>
                  <a:lnTo>
                    <a:pt x="90278" y="183306"/>
                  </a:lnTo>
                  <a:lnTo>
                    <a:pt x="104530" y="177803"/>
                  </a:lnTo>
                  <a:lnTo>
                    <a:pt x="117367" y="168627"/>
                  </a:lnTo>
                  <a:lnTo>
                    <a:pt x="128790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13" y="145625"/>
                  </a:lnTo>
                  <a:lnTo>
                    <a:pt x="51992" y="115841"/>
                  </a:lnTo>
                  <a:lnTo>
                    <a:pt x="49983" y="104740"/>
                  </a:lnTo>
                  <a:lnTo>
                    <a:pt x="49907" y="104321"/>
                  </a:lnTo>
                  <a:lnTo>
                    <a:pt x="49355" y="93662"/>
                  </a:lnTo>
                  <a:lnTo>
                    <a:pt x="49273" y="92075"/>
                  </a:lnTo>
                  <a:lnTo>
                    <a:pt x="49212" y="90893"/>
                  </a:lnTo>
                  <a:lnTo>
                    <a:pt x="49859" y="78892"/>
                  </a:lnTo>
                  <a:lnTo>
                    <a:pt x="49907" y="77994"/>
                  </a:lnTo>
                  <a:lnTo>
                    <a:pt x="51872" y="67519"/>
                  </a:lnTo>
                  <a:lnTo>
                    <a:pt x="80416" y="37369"/>
                  </a:lnTo>
                  <a:lnTo>
                    <a:pt x="88709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15" y="16523"/>
                  </a:lnTo>
                  <a:lnTo>
                    <a:pt x="107007" y="7343"/>
                  </a:lnTo>
                  <a:lnTo>
                    <a:pt x="92436" y="1835"/>
                  </a:lnTo>
                  <a:lnTo>
                    <a:pt x="76403" y="0"/>
                  </a:lnTo>
                  <a:close/>
                </a:path>
                <a:path w="177164" h="259079">
                  <a:moveTo>
                    <a:pt x="176809" y="36512"/>
                  </a:moveTo>
                  <a:lnTo>
                    <a:pt x="88709" y="36512"/>
                  </a:lnTo>
                  <a:lnTo>
                    <a:pt x="97154" y="37369"/>
                  </a:lnTo>
                  <a:lnTo>
                    <a:pt x="104828" y="39938"/>
                  </a:lnTo>
                  <a:lnTo>
                    <a:pt x="128847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28847" y="104321"/>
                  </a:lnTo>
                  <a:lnTo>
                    <a:pt x="128822" y="104740"/>
                  </a:lnTo>
                  <a:lnTo>
                    <a:pt x="111090" y="138746"/>
                  </a:lnTo>
                  <a:lnTo>
                    <a:pt x="103865" y="143132"/>
                  </a:lnTo>
                  <a:lnTo>
                    <a:pt x="103725" y="143132"/>
                  </a:lnTo>
                  <a:lnTo>
                    <a:pt x="96229" y="145625"/>
                  </a:lnTo>
                  <a:lnTo>
                    <a:pt x="96053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4" h="259079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7" name="object 297"/>
          <p:cNvGrpSpPr/>
          <p:nvPr/>
        </p:nvGrpSpPr>
        <p:grpSpPr>
          <a:xfrm>
            <a:off x="5710224" y="5571248"/>
            <a:ext cx="1465580" cy="254635"/>
            <a:chOff x="5710224" y="5571248"/>
            <a:chExt cx="1465580" cy="254635"/>
          </a:xfrm>
        </p:grpSpPr>
        <p:pic>
          <p:nvPicPr>
            <p:cNvPr id="298" name="object 298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5710224" y="5636132"/>
              <a:ext cx="170065" cy="189318"/>
            </a:xfrm>
            <a:prstGeom prst="rect">
              <a:avLst/>
            </a:prstGeom>
          </p:spPr>
        </p:pic>
        <p:pic>
          <p:nvPicPr>
            <p:cNvPr id="299" name="object 299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5906439" y="5576214"/>
              <a:ext cx="291871" cy="249237"/>
            </a:xfrm>
            <a:prstGeom prst="rect">
              <a:avLst/>
            </a:prstGeom>
          </p:spPr>
        </p:pic>
        <p:sp>
          <p:nvSpPr>
            <p:cNvPr id="300" name="object 300"/>
            <p:cNvSpPr/>
            <p:nvPr/>
          </p:nvSpPr>
          <p:spPr>
            <a:xfrm>
              <a:off x="6227495" y="5571248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89">
                  <a:moveTo>
                    <a:pt x="48031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31" y="250024"/>
                  </a:lnTo>
                  <a:lnTo>
                    <a:pt x="48031" y="68859"/>
                  </a:lnTo>
                  <a:close/>
                </a:path>
                <a:path w="48260" h="250189">
                  <a:moveTo>
                    <a:pt x="48031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31" y="44450"/>
                  </a:lnTo>
                  <a:lnTo>
                    <a:pt x="480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1" name="object 301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6301308" y="5640108"/>
              <a:ext cx="188125" cy="181165"/>
            </a:xfrm>
            <a:prstGeom prst="rect">
              <a:avLst/>
            </a:prstGeom>
          </p:spPr>
        </p:pic>
        <p:sp>
          <p:nvSpPr>
            <p:cNvPr id="302" name="object 302"/>
            <p:cNvSpPr/>
            <p:nvPr/>
          </p:nvSpPr>
          <p:spPr>
            <a:xfrm>
              <a:off x="6518770" y="5571248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3" name="object 303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6596151" y="5576214"/>
              <a:ext cx="106756" cy="249237"/>
            </a:xfrm>
            <a:prstGeom prst="rect">
              <a:avLst/>
            </a:prstGeom>
          </p:spPr>
        </p:pic>
        <p:sp>
          <p:nvSpPr>
            <p:cNvPr id="304" name="object 304"/>
            <p:cNvSpPr/>
            <p:nvPr/>
          </p:nvSpPr>
          <p:spPr>
            <a:xfrm>
              <a:off x="6732105" y="5571248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5" name="object 305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6815239" y="5636132"/>
              <a:ext cx="169075" cy="189318"/>
            </a:xfrm>
            <a:prstGeom prst="rect">
              <a:avLst/>
            </a:prstGeom>
          </p:spPr>
        </p:pic>
        <p:pic>
          <p:nvPicPr>
            <p:cNvPr id="306" name="object 306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7006501" y="5636132"/>
              <a:ext cx="169265" cy="189318"/>
            </a:xfrm>
            <a:prstGeom prst="rect">
              <a:avLst/>
            </a:prstGeom>
          </p:spPr>
        </p:pic>
      </p:grpSp>
      <p:grpSp>
        <p:nvGrpSpPr>
          <p:cNvPr id="307" name="object 307"/>
          <p:cNvGrpSpPr/>
          <p:nvPr/>
        </p:nvGrpSpPr>
        <p:grpSpPr>
          <a:xfrm>
            <a:off x="7312647" y="5571248"/>
            <a:ext cx="373380" cy="254635"/>
            <a:chOff x="7312647" y="5571248"/>
            <a:chExt cx="373380" cy="254635"/>
          </a:xfrm>
        </p:grpSpPr>
        <p:sp>
          <p:nvSpPr>
            <p:cNvPr id="308" name="object 308"/>
            <p:cNvSpPr/>
            <p:nvPr/>
          </p:nvSpPr>
          <p:spPr>
            <a:xfrm>
              <a:off x="7312647" y="5571248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5" h="254635">
                  <a:moveTo>
                    <a:pt x="158767" y="223443"/>
                  </a:moveTo>
                  <a:lnTo>
                    <a:pt x="44450" y="223443"/>
                  </a:lnTo>
                  <a:lnTo>
                    <a:pt x="50167" y="230534"/>
                  </a:lnTo>
                  <a:lnTo>
                    <a:pt x="85678" y="252263"/>
                  </a:lnTo>
                  <a:lnTo>
                    <a:pt x="101206" y="254203"/>
                  </a:lnTo>
                  <a:lnTo>
                    <a:pt x="116384" y="252639"/>
                  </a:lnTo>
                  <a:lnTo>
                    <a:pt x="130373" y="247948"/>
                  </a:lnTo>
                  <a:lnTo>
                    <a:pt x="143174" y="240133"/>
                  </a:lnTo>
                  <a:lnTo>
                    <a:pt x="154787" y="229196"/>
                  </a:lnTo>
                  <a:lnTo>
                    <a:pt x="158767" y="223443"/>
                  </a:lnTo>
                  <a:close/>
                </a:path>
                <a:path w="177165" h="254635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4450" y="250024"/>
                  </a:lnTo>
                  <a:lnTo>
                    <a:pt x="44450" y="223443"/>
                  </a:lnTo>
                  <a:lnTo>
                    <a:pt x="158767" y="223443"/>
                  </a:lnTo>
                  <a:lnTo>
                    <a:pt x="163713" y="216293"/>
                  </a:lnTo>
                  <a:lnTo>
                    <a:pt x="89496" y="216293"/>
                  </a:lnTo>
                  <a:lnTo>
                    <a:pt x="79688" y="215103"/>
                  </a:lnTo>
                  <a:lnTo>
                    <a:pt x="49807" y="180081"/>
                  </a:lnTo>
                  <a:lnTo>
                    <a:pt x="47707" y="157556"/>
                  </a:lnTo>
                  <a:lnTo>
                    <a:pt x="47625" y="155575"/>
                  </a:lnTo>
                  <a:lnTo>
                    <a:pt x="58940" y="114896"/>
                  </a:lnTo>
                  <a:lnTo>
                    <a:pt x="71720" y="104871"/>
                  </a:lnTo>
                  <a:lnTo>
                    <a:pt x="71581" y="104871"/>
                  </a:lnTo>
                  <a:lnTo>
                    <a:pt x="79359" y="102265"/>
                  </a:lnTo>
                  <a:lnTo>
                    <a:pt x="79183" y="102265"/>
                  </a:lnTo>
                  <a:lnTo>
                    <a:pt x="87706" y="101396"/>
                  </a:lnTo>
                  <a:lnTo>
                    <a:pt x="164123" y="101396"/>
                  </a:lnTo>
                  <a:lnTo>
                    <a:pt x="156035" y="90093"/>
                  </a:lnTo>
                  <a:lnTo>
                    <a:pt x="48018" y="90093"/>
                  </a:lnTo>
                  <a:lnTo>
                    <a:pt x="48018" y="0"/>
                  </a:lnTo>
                  <a:close/>
                </a:path>
                <a:path w="177165" h="254635">
                  <a:moveTo>
                    <a:pt x="164123" y="101396"/>
                  </a:moveTo>
                  <a:lnTo>
                    <a:pt x="87706" y="101396"/>
                  </a:lnTo>
                  <a:lnTo>
                    <a:pt x="96055" y="102265"/>
                  </a:lnTo>
                  <a:lnTo>
                    <a:pt x="103633" y="104871"/>
                  </a:lnTo>
                  <a:lnTo>
                    <a:pt x="127092" y="145544"/>
                  </a:lnTo>
                  <a:lnTo>
                    <a:pt x="127682" y="157556"/>
                  </a:lnTo>
                  <a:lnTo>
                    <a:pt x="127800" y="159943"/>
                  </a:lnTo>
                  <a:lnTo>
                    <a:pt x="116484" y="202806"/>
                  </a:lnTo>
                  <a:lnTo>
                    <a:pt x="89496" y="216293"/>
                  </a:lnTo>
                  <a:lnTo>
                    <a:pt x="163713" y="216293"/>
                  </a:lnTo>
                  <a:lnTo>
                    <a:pt x="175433" y="179449"/>
                  </a:lnTo>
                  <a:lnTo>
                    <a:pt x="176809" y="157556"/>
                  </a:lnTo>
                  <a:lnTo>
                    <a:pt x="175457" y="136448"/>
                  </a:lnTo>
                  <a:lnTo>
                    <a:pt x="171400" y="117970"/>
                  </a:lnTo>
                  <a:lnTo>
                    <a:pt x="164703" y="102265"/>
                  </a:lnTo>
                  <a:lnTo>
                    <a:pt x="164123" y="101396"/>
                  </a:lnTo>
                  <a:close/>
                </a:path>
                <a:path w="177165" h="254635">
                  <a:moveTo>
                    <a:pt x="100406" y="64884"/>
                  </a:moveTo>
                  <a:lnTo>
                    <a:pt x="85751" y="66460"/>
                  </a:lnTo>
                  <a:lnTo>
                    <a:pt x="72135" y="71188"/>
                  </a:lnTo>
                  <a:lnTo>
                    <a:pt x="59558" y="79066"/>
                  </a:lnTo>
                  <a:lnTo>
                    <a:pt x="48018" y="90093"/>
                  </a:lnTo>
                  <a:lnTo>
                    <a:pt x="156035" y="90093"/>
                  </a:lnTo>
                  <a:lnTo>
                    <a:pt x="155181" y="88900"/>
                  </a:lnTo>
                  <a:lnTo>
                    <a:pt x="143649" y="78396"/>
                  </a:lnTo>
                  <a:lnTo>
                    <a:pt x="130675" y="70891"/>
                  </a:lnTo>
                  <a:lnTo>
                    <a:pt x="116497" y="66460"/>
                  </a:lnTo>
                  <a:lnTo>
                    <a:pt x="117041" y="66460"/>
                  </a:lnTo>
                  <a:lnTo>
                    <a:pt x="100406" y="64884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9" name="object 309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7515466" y="5636132"/>
              <a:ext cx="170065" cy="189318"/>
            </a:xfrm>
            <a:prstGeom prst="rect">
              <a:avLst/>
            </a:prstGeom>
          </p:spPr>
        </p:pic>
      </p:grpSp>
      <p:grpSp>
        <p:nvGrpSpPr>
          <p:cNvPr id="310" name="object 310"/>
          <p:cNvGrpSpPr/>
          <p:nvPr/>
        </p:nvGrpSpPr>
        <p:grpSpPr>
          <a:xfrm>
            <a:off x="7705331" y="5571248"/>
            <a:ext cx="571500" cy="254635"/>
            <a:chOff x="7705331" y="5571248"/>
            <a:chExt cx="571500" cy="254635"/>
          </a:xfrm>
        </p:grpSpPr>
        <p:pic>
          <p:nvPicPr>
            <p:cNvPr id="311" name="object 311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7902549" y="5636132"/>
              <a:ext cx="169075" cy="189318"/>
            </a:xfrm>
            <a:prstGeom prst="rect">
              <a:avLst/>
            </a:prstGeom>
          </p:spPr>
        </p:pic>
        <p:pic>
          <p:nvPicPr>
            <p:cNvPr id="312" name="object 312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7705331" y="5636132"/>
              <a:ext cx="169278" cy="189318"/>
            </a:xfrm>
            <a:prstGeom prst="rect">
              <a:avLst/>
            </a:prstGeom>
          </p:spPr>
        </p:pic>
        <p:sp>
          <p:nvSpPr>
            <p:cNvPr id="313" name="object 313"/>
            <p:cNvSpPr/>
            <p:nvPr/>
          </p:nvSpPr>
          <p:spPr>
            <a:xfrm>
              <a:off x="8100048" y="5571248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5" h="254635">
                  <a:moveTo>
                    <a:pt x="76312" y="64884"/>
                  </a:moveTo>
                  <a:lnTo>
                    <a:pt x="59679" y="66460"/>
                  </a:lnTo>
                  <a:lnTo>
                    <a:pt x="60223" y="66460"/>
                  </a:lnTo>
                  <a:lnTo>
                    <a:pt x="46048" y="70891"/>
                  </a:lnTo>
                  <a:lnTo>
                    <a:pt x="12644" y="101396"/>
                  </a:lnTo>
                  <a:lnTo>
                    <a:pt x="108" y="155575"/>
                  </a:lnTo>
                  <a:lnTo>
                    <a:pt x="0" y="160134"/>
                  </a:lnTo>
                  <a:lnTo>
                    <a:pt x="1299" y="180034"/>
                  </a:lnTo>
                  <a:lnTo>
                    <a:pt x="22134" y="228993"/>
                  </a:lnTo>
                  <a:lnTo>
                    <a:pt x="60609" y="252627"/>
                  </a:lnTo>
                  <a:lnTo>
                    <a:pt x="75715" y="254203"/>
                  </a:lnTo>
                  <a:lnTo>
                    <a:pt x="83343" y="253731"/>
                  </a:lnTo>
                  <a:lnTo>
                    <a:pt x="120165" y="236985"/>
                  </a:lnTo>
                  <a:lnTo>
                    <a:pt x="132268" y="223443"/>
                  </a:lnTo>
                  <a:lnTo>
                    <a:pt x="176718" y="223443"/>
                  </a:lnTo>
                  <a:lnTo>
                    <a:pt x="176718" y="216293"/>
                  </a:lnTo>
                  <a:lnTo>
                    <a:pt x="89406" y="216293"/>
                  </a:lnTo>
                  <a:lnTo>
                    <a:pt x="79877" y="215153"/>
                  </a:lnTo>
                  <a:lnTo>
                    <a:pt x="79651" y="215153"/>
                  </a:lnTo>
                  <a:lnTo>
                    <a:pt x="70851" y="211580"/>
                  </a:lnTo>
                  <a:lnTo>
                    <a:pt x="49427" y="169057"/>
                  </a:lnTo>
                  <a:lnTo>
                    <a:pt x="49048" y="158750"/>
                  </a:lnTo>
                  <a:lnTo>
                    <a:pt x="48931" y="155575"/>
                  </a:lnTo>
                  <a:lnTo>
                    <a:pt x="60437" y="115087"/>
                  </a:lnTo>
                  <a:lnTo>
                    <a:pt x="89012" y="101396"/>
                  </a:lnTo>
                  <a:lnTo>
                    <a:pt x="176718" y="101396"/>
                  </a:lnTo>
                  <a:lnTo>
                    <a:pt x="176718" y="90093"/>
                  </a:lnTo>
                  <a:lnTo>
                    <a:pt x="128890" y="90093"/>
                  </a:lnTo>
                  <a:lnTo>
                    <a:pt x="117275" y="79066"/>
                  </a:lnTo>
                  <a:lnTo>
                    <a:pt x="104640" y="71188"/>
                  </a:lnTo>
                  <a:lnTo>
                    <a:pt x="90986" y="66460"/>
                  </a:lnTo>
                  <a:lnTo>
                    <a:pt x="76312" y="64884"/>
                  </a:lnTo>
                  <a:close/>
                </a:path>
                <a:path w="177165" h="254635">
                  <a:moveTo>
                    <a:pt x="176718" y="223443"/>
                  </a:moveTo>
                  <a:lnTo>
                    <a:pt x="132268" y="223443"/>
                  </a:lnTo>
                  <a:lnTo>
                    <a:pt x="132268" y="250024"/>
                  </a:lnTo>
                  <a:lnTo>
                    <a:pt x="176718" y="250024"/>
                  </a:lnTo>
                  <a:lnTo>
                    <a:pt x="176718" y="223443"/>
                  </a:lnTo>
                  <a:close/>
                </a:path>
                <a:path w="177165" h="254635">
                  <a:moveTo>
                    <a:pt x="176718" y="101396"/>
                  </a:moveTo>
                  <a:lnTo>
                    <a:pt x="89012" y="101396"/>
                  </a:lnTo>
                  <a:lnTo>
                    <a:pt x="97361" y="102265"/>
                  </a:lnTo>
                  <a:lnTo>
                    <a:pt x="104938" y="104871"/>
                  </a:lnTo>
                  <a:lnTo>
                    <a:pt x="128386" y="145651"/>
                  </a:lnTo>
                  <a:lnTo>
                    <a:pt x="129093" y="160134"/>
                  </a:lnTo>
                  <a:lnTo>
                    <a:pt x="128362" y="173257"/>
                  </a:lnTo>
                  <a:lnTo>
                    <a:pt x="111321" y="208369"/>
                  </a:lnTo>
                  <a:lnTo>
                    <a:pt x="89406" y="216293"/>
                  </a:lnTo>
                  <a:lnTo>
                    <a:pt x="176718" y="216293"/>
                  </a:lnTo>
                  <a:lnTo>
                    <a:pt x="176718" y="101396"/>
                  </a:lnTo>
                  <a:close/>
                </a:path>
                <a:path w="177165" h="254635">
                  <a:moveTo>
                    <a:pt x="176718" y="0"/>
                  </a:moveTo>
                  <a:lnTo>
                    <a:pt x="128890" y="0"/>
                  </a:lnTo>
                  <a:lnTo>
                    <a:pt x="128890" y="90093"/>
                  </a:lnTo>
                  <a:lnTo>
                    <a:pt x="176718" y="90093"/>
                  </a:lnTo>
                  <a:lnTo>
                    <a:pt x="1767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4" name="object 314"/>
          <p:cNvGrpSpPr/>
          <p:nvPr/>
        </p:nvGrpSpPr>
        <p:grpSpPr>
          <a:xfrm>
            <a:off x="8409926" y="5636133"/>
            <a:ext cx="389255" cy="189865"/>
            <a:chOff x="8409926" y="5636133"/>
            <a:chExt cx="389255" cy="189865"/>
          </a:xfrm>
        </p:grpSpPr>
        <p:pic>
          <p:nvPicPr>
            <p:cNvPr id="315" name="object 315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8409926" y="5636133"/>
              <a:ext cx="186931" cy="189318"/>
            </a:xfrm>
            <a:prstGeom prst="rect">
              <a:avLst/>
            </a:prstGeom>
          </p:spPr>
        </p:pic>
        <p:pic>
          <p:nvPicPr>
            <p:cNvPr id="316" name="object 316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8634183" y="5636133"/>
              <a:ext cx="164896" cy="185140"/>
            </a:xfrm>
            <a:prstGeom prst="rect">
              <a:avLst/>
            </a:prstGeom>
          </p:spPr>
        </p:pic>
      </p:grpSp>
      <p:grpSp>
        <p:nvGrpSpPr>
          <p:cNvPr id="317" name="object 317"/>
          <p:cNvGrpSpPr/>
          <p:nvPr/>
        </p:nvGrpSpPr>
        <p:grpSpPr>
          <a:xfrm>
            <a:off x="8927871" y="5571248"/>
            <a:ext cx="453390" cy="254635"/>
            <a:chOff x="8927871" y="5571248"/>
            <a:chExt cx="453390" cy="254635"/>
          </a:xfrm>
        </p:grpSpPr>
        <p:pic>
          <p:nvPicPr>
            <p:cNvPr id="318" name="object 318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9137395" y="5571248"/>
              <a:ext cx="167474" cy="250024"/>
            </a:xfrm>
            <a:prstGeom prst="rect">
              <a:avLst/>
            </a:prstGeom>
          </p:spPr>
        </p:pic>
        <p:pic>
          <p:nvPicPr>
            <p:cNvPr id="319" name="object 319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8927871" y="5636132"/>
              <a:ext cx="169278" cy="189318"/>
            </a:xfrm>
            <a:prstGeom prst="rect">
              <a:avLst/>
            </a:prstGeom>
          </p:spPr>
        </p:pic>
        <p:sp>
          <p:nvSpPr>
            <p:cNvPr id="320" name="object 320"/>
            <p:cNvSpPr/>
            <p:nvPr/>
          </p:nvSpPr>
          <p:spPr>
            <a:xfrm>
              <a:off x="9333217" y="5571248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1" name="object 321"/>
          <p:cNvSpPr/>
          <p:nvPr/>
        </p:nvSpPr>
        <p:spPr>
          <a:xfrm>
            <a:off x="9430245" y="5571248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59" h="250189">
                <a:moveTo>
                  <a:pt x="48018" y="0"/>
                </a:moveTo>
                <a:lnTo>
                  <a:pt x="0" y="0"/>
                </a:lnTo>
                <a:lnTo>
                  <a:pt x="0" y="250024"/>
                </a:lnTo>
                <a:lnTo>
                  <a:pt x="48018" y="250024"/>
                </a:lnTo>
                <a:lnTo>
                  <a:pt x="4801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9527273" y="5571248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59" h="250189">
                <a:moveTo>
                  <a:pt x="48031" y="0"/>
                </a:moveTo>
                <a:lnTo>
                  <a:pt x="0" y="0"/>
                </a:lnTo>
                <a:lnTo>
                  <a:pt x="0" y="250024"/>
                </a:lnTo>
                <a:lnTo>
                  <a:pt x="48031" y="250024"/>
                </a:lnTo>
                <a:lnTo>
                  <a:pt x="48031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3" name="object 323"/>
          <p:cNvGrpSpPr/>
          <p:nvPr/>
        </p:nvGrpSpPr>
        <p:grpSpPr>
          <a:xfrm>
            <a:off x="9717773" y="5576214"/>
            <a:ext cx="1312545" cy="318770"/>
            <a:chOff x="9717773" y="5576214"/>
            <a:chExt cx="1312545" cy="318770"/>
          </a:xfrm>
        </p:grpSpPr>
        <p:sp>
          <p:nvSpPr>
            <p:cNvPr id="324" name="object 324"/>
            <p:cNvSpPr/>
            <p:nvPr/>
          </p:nvSpPr>
          <p:spPr>
            <a:xfrm>
              <a:off x="9717773" y="5636132"/>
              <a:ext cx="266700" cy="185420"/>
            </a:xfrm>
            <a:custGeom>
              <a:avLst/>
              <a:gdLst/>
              <a:ahLst/>
              <a:cxnLst/>
              <a:rect l="l" t="t" r="r" b="b"/>
              <a:pathLst>
                <a:path w="266700" h="185420">
                  <a:moveTo>
                    <a:pt x="207162" y="0"/>
                  </a:moveTo>
                  <a:lnTo>
                    <a:pt x="164204" y="16130"/>
                  </a:lnTo>
                  <a:lnTo>
                    <a:pt x="151803" y="28778"/>
                  </a:lnTo>
                  <a:lnTo>
                    <a:pt x="147438" y="21996"/>
                  </a:lnTo>
                  <a:lnTo>
                    <a:pt x="109038" y="447"/>
                  </a:lnTo>
                  <a:lnTo>
                    <a:pt x="100609" y="0"/>
                  </a:lnTo>
                  <a:lnTo>
                    <a:pt x="84807" y="1799"/>
                  </a:lnTo>
                  <a:lnTo>
                    <a:pt x="70146" y="7197"/>
                  </a:lnTo>
                  <a:lnTo>
                    <a:pt x="56627" y="16191"/>
                  </a:lnTo>
                  <a:lnTo>
                    <a:pt x="44246" y="28778"/>
                  </a:lnTo>
                  <a:lnTo>
                    <a:pt x="44246" y="3975"/>
                  </a:lnTo>
                  <a:lnTo>
                    <a:pt x="0" y="3975"/>
                  </a:lnTo>
                  <a:lnTo>
                    <a:pt x="0" y="185140"/>
                  </a:lnTo>
                  <a:lnTo>
                    <a:pt x="48018" y="185140"/>
                  </a:lnTo>
                  <a:lnTo>
                    <a:pt x="48018" y="97243"/>
                  </a:lnTo>
                  <a:lnTo>
                    <a:pt x="48254" y="85088"/>
                  </a:lnTo>
                  <a:lnTo>
                    <a:pt x="58534" y="46634"/>
                  </a:lnTo>
                  <a:lnTo>
                    <a:pt x="77127" y="36512"/>
                  </a:lnTo>
                  <a:lnTo>
                    <a:pt x="90614" y="36512"/>
                  </a:lnTo>
                  <a:lnTo>
                    <a:pt x="109375" y="73900"/>
                  </a:lnTo>
                  <a:lnTo>
                    <a:pt x="109537" y="85928"/>
                  </a:lnTo>
                  <a:lnTo>
                    <a:pt x="109537" y="185140"/>
                  </a:lnTo>
                  <a:lnTo>
                    <a:pt x="157352" y="185140"/>
                  </a:lnTo>
                  <a:lnTo>
                    <a:pt x="157352" y="98234"/>
                  </a:lnTo>
                  <a:lnTo>
                    <a:pt x="157600" y="86289"/>
                  </a:lnTo>
                  <a:lnTo>
                    <a:pt x="168198" y="46774"/>
                  </a:lnTo>
                  <a:lnTo>
                    <a:pt x="186334" y="36512"/>
                  </a:lnTo>
                  <a:lnTo>
                    <a:pt x="202336" y="36512"/>
                  </a:lnTo>
                  <a:lnTo>
                    <a:pt x="218478" y="81559"/>
                  </a:lnTo>
                  <a:lnTo>
                    <a:pt x="218478" y="185140"/>
                  </a:lnTo>
                  <a:lnTo>
                    <a:pt x="266496" y="185140"/>
                  </a:lnTo>
                  <a:lnTo>
                    <a:pt x="266496" y="69253"/>
                  </a:lnTo>
                  <a:lnTo>
                    <a:pt x="266187" y="57237"/>
                  </a:lnTo>
                  <a:lnTo>
                    <a:pt x="252855" y="18011"/>
                  </a:lnTo>
                  <a:lnTo>
                    <a:pt x="216701" y="509"/>
                  </a:lnTo>
                  <a:lnTo>
                    <a:pt x="207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5" name="object 325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0019373" y="5636132"/>
              <a:ext cx="170065" cy="189318"/>
            </a:xfrm>
            <a:prstGeom prst="rect">
              <a:avLst/>
            </a:prstGeom>
          </p:spPr>
        </p:pic>
        <p:pic>
          <p:nvPicPr>
            <p:cNvPr id="326" name="object 326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10209250" y="5636132"/>
              <a:ext cx="169265" cy="189318"/>
            </a:xfrm>
            <a:prstGeom prst="rect">
              <a:avLst/>
            </a:prstGeom>
          </p:spPr>
        </p:pic>
        <p:pic>
          <p:nvPicPr>
            <p:cNvPr id="327" name="object 327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10400703" y="5576214"/>
              <a:ext cx="291122" cy="249237"/>
            </a:xfrm>
            <a:prstGeom prst="rect">
              <a:avLst/>
            </a:prstGeom>
          </p:spPr>
        </p:pic>
        <p:pic>
          <p:nvPicPr>
            <p:cNvPr id="328" name="object 328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0728909" y="5636132"/>
              <a:ext cx="117271" cy="185140"/>
            </a:xfrm>
            <a:prstGeom prst="rect">
              <a:avLst/>
            </a:prstGeom>
          </p:spPr>
        </p:pic>
        <p:sp>
          <p:nvSpPr>
            <p:cNvPr id="329" name="object 329"/>
            <p:cNvSpPr/>
            <p:nvPr/>
          </p:nvSpPr>
          <p:spPr>
            <a:xfrm>
              <a:off x="10844174" y="5640107"/>
              <a:ext cx="186690" cy="254635"/>
            </a:xfrm>
            <a:custGeom>
              <a:avLst/>
              <a:gdLst/>
              <a:ahLst/>
              <a:cxnLst/>
              <a:rect l="l" t="t" r="r" b="b"/>
              <a:pathLst>
                <a:path w="186690" h="254635">
                  <a:moveTo>
                    <a:pt x="186143" y="0"/>
                  </a:moveTo>
                  <a:lnTo>
                    <a:pt x="136525" y="0"/>
                  </a:lnTo>
                  <a:lnTo>
                    <a:pt x="94259" y="128587"/>
                  </a:lnTo>
                  <a:lnTo>
                    <a:pt x="51003" y="0"/>
                  </a:lnTo>
                  <a:lnTo>
                    <a:pt x="0" y="0"/>
                  </a:lnTo>
                  <a:lnTo>
                    <a:pt x="68859" y="181762"/>
                  </a:lnTo>
                  <a:lnTo>
                    <a:pt x="66533" y="188970"/>
                  </a:lnTo>
                  <a:lnTo>
                    <a:pt x="31953" y="216496"/>
                  </a:lnTo>
                  <a:lnTo>
                    <a:pt x="25869" y="216496"/>
                  </a:lnTo>
                  <a:lnTo>
                    <a:pt x="19050" y="215760"/>
                  </a:lnTo>
                  <a:lnTo>
                    <a:pt x="11518" y="214312"/>
                  </a:lnTo>
                  <a:lnTo>
                    <a:pt x="15875" y="251815"/>
                  </a:lnTo>
                  <a:lnTo>
                    <a:pt x="22561" y="253032"/>
                  </a:lnTo>
                  <a:lnTo>
                    <a:pt x="29322" y="253901"/>
                  </a:lnTo>
                  <a:lnTo>
                    <a:pt x="36157" y="254423"/>
                  </a:lnTo>
                  <a:lnTo>
                    <a:pt x="52057" y="254596"/>
                  </a:lnTo>
                  <a:lnTo>
                    <a:pt x="60134" y="253606"/>
                  </a:lnTo>
                  <a:lnTo>
                    <a:pt x="94996" y="235737"/>
                  </a:lnTo>
                  <a:lnTo>
                    <a:pt x="122237" y="174421"/>
                  </a:lnTo>
                  <a:lnTo>
                    <a:pt x="186143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0" name="object 330"/>
          <p:cNvGrpSpPr/>
          <p:nvPr/>
        </p:nvGrpSpPr>
        <p:grpSpPr>
          <a:xfrm>
            <a:off x="11156683" y="5571248"/>
            <a:ext cx="1233170" cy="319405"/>
            <a:chOff x="11156683" y="5571248"/>
            <a:chExt cx="1233170" cy="319405"/>
          </a:xfrm>
        </p:grpSpPr>
        <p:pic>
          <p:nvPicPr>
            <p:cNvPr id="331" name="object 331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11156683" y="5636132"/>
              <a:ext cx="176809" cy="254000"/>
            </a:xfrm>
            <a:prstGeom prst="rect">
              <a:avLst/>
            </a:prstGeom>
          </p:spPr>
        </p:pic>
        <p:pic>
          <p:nvPicPr>
            <p:cNvPr id="332" name="object 332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11369421" y="5636132"/>
              <a:ext cx="313715" cy="189318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11718671" y="5571248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5" h="254635">
                  <a:moveTo>
                    <a:pt x="158757" y="223443"/>
                  </a:moveTo>
                  <a:lnTo>
                    <a:pt x="44450" y="223443"/>
                  </a:lnTo>
                  <a:lnTo>
                    <a:pt x="50167" y="230534"/>
                  </a:lnTo>
                  <a:lnTo>
                    <a:pt x="85674" y="252263"/>
                  </a:lnTo>
                  <a:lnTo>
                    <a:pt x="101206" y="254203"/>
                  </a:lnTo>
                  <a:lnTo>
                    <a:pt x="116384" y="252639"/>
                  </a:lnTo>
                  <a:lnTo>
                    <a:pt x="130371" y="247948"/>
                  </a:lnTo>
                  <a:lnTo>
                    <a:pt x="143168" y="240133"/>
                  </a:lnTo>
                  <a:lnTo>
                    <a:pt x="154774" y="229196"/>
                  </a:lnTo>
                  <a:lnTo>
                    <a:pt x="158757" y="223443"/>
                  </a:lnTo>
                  <a:close/>
                </a:path>
                <a:path w="177165" h="254635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4450" y="250024"/>
                  </a:lnTo>
                  <a:lnTo>
                    <a:pt x="44450" y="223443"/>
                  </a:lnTo>
                  <a:lnTo>
                    <a:pt x="158757" y="223443"/>
                  </a:lnTo>
                  <a:lnTo>
                    <a:pt x="163707" y="216293"/>
                  </a:lnTo>
                  <a:lnTo>
                    <a:pt x="89496" y="216293"/>
                  </a:lnTo>
                  <a:lnTo>
                    <a:pt x="79683" y="215103"/>
                  </a:lnTo>
                  <a:lnTo>
                    <a:pt x="49806" y="180081"/>
                  </a:lnTo>
                  <a:lnTo>
                    <a:pt x="47805" y="159943"/>
                  </a:lnTo>
                  <a:lnTo>
                    <a:pt x="47707" y="157556"/>
                  </a:lnTo>
                  <a:lnTo>
                    <a:pt x="58927" y="114896"/>
                  </a:lnTo>
                  <a:lnTo>
                    <a:pt x="71718" y="104871"/>
                  </a:lnTo>
                  <a:lnTo>
                    <a:pt x="71580" y="104871"/>
                  </a:lnTo>
                  <a:lnTo>
                    <a:pt x="79358" y="102265"/>
                  </a:lnTo>
                  <a:lnTo>
                    <a:pt x="79182" y="102265"/>
                  </a:lnTo>
                  <a:lnTo>
                    <a:pt x="87706" y="101396"/>
                  </a:lnTo>
                  <a:lnTo>
                    <a:pt x="164123" y="101396"/>
                  </a:lnTo>
                  <a:lnTo>
                    <a:pt x="156035" y="90093"/>
                  </a:lnTo>
                  <a:lnTo>
                    <a:pt x="48018" y="90093"/>
                  </a:lnTo>
                  <a:lnTo>
                    <a:pt x="48018" y="0"/>
                  </a:lnTo>
                  <a:close/>
                </a:path>
                <a:path w="177165" h="254635">
                  <a:moveTo>
                    <a:pt x="164123" y="101396"/>
                  </a:moveTo>
                  <a:lnTo>
                    <a:pt x="87706" y="101396"/>
                  </a:lnTo>
                  <a:lnTo>
                    <a:pt x="96055" y="102265"/>
                  </a:lnTo>
                  <a:lnTo>
                    <a:pt x="103633" y="104871"/>
                  </a:lnTo>
                  <a:lnTo>
                    <a:pt x="127080" y="145544"/>
                  </a:lnTo>
                  <a:lnTo>
                    <a:pt x="127572" y="155575"/>
                  </a:lnTo>
                  <a:lnTo>
                    <a:pt x="127670" y="157556"/>
                  </a:lnTo>
                  <a:lnTo>
                    <a:pt x="116484" y="202806"/>
                  </a:lnTo>
                  <a:lnTo>
                    <a:pt x="89496" y="216293"/>
                  </a:lnTo>
                  <a:lnTo>
                    <a:pt x="163707" y="216293"/>
                  </a:lnTo>
                  <a:lnTo>
                    <a:pt x="164290" y="215450"/>
                  </a:lnTo>
                  <a:lnTo>
                    <a:pt x="164416" y="215268"/>
                  </a:lnTo>
                  <a:lnTo>
                    <a:pt x="171302" y="198686"/>
                  </a:lnTo>
                  <a:lnTo>
                    <a:pt x="175432" y="179449"/>
                  </a:lnTo>
                  <a:lnTo>
                    <a:pt x="176809" y="157556"/>
                  </a:lnTo>
                  <a:lnTo>
                    <a:pt x="175457" y="136448"/>
                  </a:lnTo>
                  <a:lnTo>
                    <a:pt x="171400" y="117970"/>
                  </a:lnTo>
                  <a:lnTo>
                    <a:pt x="164703" y="102265"/>
                  </a:lnTo>
                  <a:lnTo>
                    <a:pt x="164123" y="101396"/>
                  </a:lnTo>
                  <a:close/>
                </a:path>
                <a:path w="177165" h="254635">
                  <a:moveTo>
                    <a:pt x="100406" y="64884"/>
                  </a:moveTo>
                  <a:lnTo>
                    <a:pt x="85744" y="66460"/>
                  </a:lnTo>
                  <a:lnTo>
                    <a:pt x="72126" y="71188"/>
                  </a:lnTo>
                  <a:lnTo>
                    <a:pt x="59551" y="79066"/>
                  </a:lnTo>
                  <a:lnTo>
                    <a:pt x="48018" y="90093"/>
                  </a:lnTo>
                  <a:lnTo>
                    <a:pt x="156035" y="90093"/>
                  </a:lnTo>
                  <a:lnTo>
                    <a:pt x="155181" y="88900"/>
                  </a:lnTo>
                  <a:lnTo>
                    <a:pt x="143643" y="78396"/>
                  </a:lnTo>
                  <a:lnTo>
                    <a:pt x="130670" y="70891"/>
                  </a:lnTo>
                  <a:lnTo>
                    <a:pt x="116495" y="66460"/>
                  </a:lnTo>
                  <a:lnTo>
                    <a:pt x="117039" y="66460"/>
                  </a:lnTo>
                  <a:lnTo>
                    <a:pt x="100406" y="64884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4" name="object 334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11921490" y="5636132"/>
              <a:ext cx="170052" cy="189318"/>
            </a:xfrm>
            <a:prstGeom prst="rect">
              <a:avLst/>
            </a:prstGeom>
          </p:spPr>
        </p:pic>
        <p:sp>
          <p:nvSpPr>
            <p:cNvPr id="335" name="object 335"/>
            <p:cNvSpPr/>
            <p:nvPr/>
          </p:nvSpPr>
          <p:spPr>
            <a:xfrm>
              <a:off x="12126240" y="5571248"/>
              <a:ext cx="263525" cy="254635"/>
            </a:xfrm>
            <a:custGeom>
              <a:avLst/>
              <a:gdLst/>
              <a:ahLst/>
              <a:cxnLst/>
              <a:rect l="l" t="t" r="r" b="b"/>
              <a:pathLst>
                <a:path w="263525" h="254635">
                  <a:moveTo>
                    <a:pt x="176809" y="157556"/>
                  </a:moveTo>
                  <a:lnTo>
                    <a:pt x="171399" y="117970"/>
                  </a:lnTo>
                  <a:lnTo>
                    <a:pt x="156032" y="90093"/>
                  </a:lnTo>
                  <a:lnTo>
                    <a:pt x="155181" y="88900"/>
                  </a:lnTo>
                  <a:lnTo>
                    <a:pt x="143637" y="78397"/>
                  </a:lnTo>
                  <a:lnTo>
                    <a:pt x="130670" y="70904"/>
                  </a:lnTo>
                  <a:lnTo>
                    <a:pt x="127787" y="70015"/>
                  </a:lnTo>
                  <a:lnTo>
                    <a:pt x="127787" y="159943"/>
                  </a:lnTo>
                  <a:lnTo>
                    <a:pt x="127076" y="173570"/>
                  </a:lnTo>
                  <a:lnTo>
                    <a:pt x="110617" y="208711"/>
                  </a:lnTo>
                  <a:lnTo>
                    <a:pt x="89496" y="216293"/>
                  </a:lnTo>
                  <a:lnTo>
                    <a:pt x="79679" y="215112"/>
                  </a:lnTo>
                  <a:lnTo>
                    <a:pt x="49796" y="180086"/>
                  </a:lnTo>
                  <a:lnTo>
                    <a:pt x="47802" y="159943"/>
                  </a:lnTo>
                  <a:lnTo>
                    <a:pt x="47701" y="157556"/>
                  </a:lnTo>
                  <a:lnTo>
                    <a:pt x="58940" y="114896"/>
                  </a:lnTo>
                  <a:lnTo>
                    <a:pt x="71716" y="104876"/>
                  </a:lnTo>
                  <a:lnTo>
                    <a:pt x="71577" y="104876"/>
                  </a:lnTo>
                  <a:lnTo>
                    <a:pt x="79349" y="102273"/>
                  </a:lnTo>
                  <a:lnTo>
                    <a:pt x="79171" y="102273"/>
                  </a:lnTo>
                  <a:lnTo>
                    <a:pt x="87706" y="101396"/>
                  </a:lnTo>
                  <a:lnTo>
                    <a:pt x="121424" y="123228"/>
                  </a:lnTo>
                  <a:lnTo>
                    <a:pt x="127660" y="157556"/>
                  </a:lnTo>
                  <a:lnTo>
                    <a:pt x="127787" y="159943"/>
                  </a:lnTo>
                  <a:lnTo>
                    <a:pt x="127787" y="70015"/>
                  </a:lnTo>
                  <a:lnTo>
                    <a:pt x="116484" y="66471"/>
                  </a:lnTo>
                  <a:lnTo>
                    <a:pt x="117030" y="66471"/>
                  </a:lnTo>
                  <a:lnTo>
                    <a:pt x="100406" y="64884"/>
                  </a:lnTo>
                  <a:lnTo>
                    <a:pt x="85737" y="66471"/>
                  </a:lnTo>
                  <a:lnTo>
                    <a:pt x="72123" y="71196"/>
                  </a:lnTo>
                  <a:lnTo>
                    <a:pt x="59550" y="79070"/>
                  </a:lnTo>
                  <a:lnTo>
                    <a:pt x="48018" y="90093"/>
                  </a:lnTo>
                  <a:lnTo>
                    <a:pt x="48018" y="0"/>
                  </a:lnTo>
                  <a:lnTo>
                    <a:pt x="0" y="0"/>
                  </a:lnTo>
                  <a:lnTo>
                    <a:pt x="0" y="250024"/>
                  </a:lnTo>
                  <a:lnTo>
                    <a:pt x="44450" y="250024"/>
                  </a:lnTo>
                  <a:lnTo>
                    <a:pt x="44450" y="223443"/>
                  </a:lnTo>
                  <a:lnTo>
                    <a:pt x="50165" y="230543"/>
                  </a:lnTo>
                  <a:lnTo>
                    <a:pt x="85674" y="252272"/>
                  </a:lnTo>
                  <a:lnTo>
                    <a:pt x="101206" y="254203"/>
                  </a:lnTo>
                  <a:lnTo>
                    <a:pt x="116382" y="252641"/>
                  </a:lnTo>
                  <a:lnTo>
                    <a:pt x="130365" y="247954"/>
                  </a:lnTo>
                  <a:lnTo>
                    <a:pt x="143167" y="240144"/>
                  </a:lnTo>
                  <a:lnTo>
                    <a:pt x="154774" y="229196"/>
                  </a:lnTo>
                  <a:lnTo>
                    <a:pt x="158750" y="223443"/>
                  </a:lnTo>
                  <a:lnTo>
                    <a:pt x="163703" y="216293"/>
                  </a:lnTo>
                  <a:lnTo>
                    <a:pt x="164287" y="215455"/>
                  </a:lnTo>
                  <a:lnTo>
                    <a:pt x="164414" y="215277"/>
                  </a:lnTo>
                  <a:lnTo>
                    <a:pt x="171297" y="198691"/>
                  </a:lnTo>
                  <a:lnTo>
                    <a:pt x="175425" y="179451"/>
                  </a:lnTo>
                  <a:lnTo>
                    <a:pt x="176809" y="157556"/>
                  </a:lnTo>
                  <a:close/>
                </a:path>
                <a:path w="263525" h="254635">
                  <a:moveTo>
                    <a:pt x="263334" y="68859"/>
                  </a:moveTo>
                  <a:lnTo>
                    <a:pt x="215315" y="68859"/>
                  </a:lnTo>
                  <a:lnTo>
                    <a:pt x="215315" y="250024"/>
                  </a:lnTo>
                  <a:lnTo>
                    <a:pt x="263334" y="250024"/>
                  </a:lnTo>
                  <a:lnTo>
                    <a:pt x="263334" y="68859"/>
                  </a:lnTo>
                  <a:close/>
                </a:path>
                <a:path w="263525" h="254635">
                  <a:moveTo>
                    <a:pt x="263334" y="0"/>
                  </a:moveTo>
                  <a:lnTo>
                    <a:pt x="215315" y="0"/>
                  </a:lnTo>
                  <a:lnTo>
                    <a:pt x="215315" y="44450"/>
                  </a:lnTo>
                  <a:lnTo>
                    <a:pt x="263334" y="44450"/>
                  </a:lnTo>
                  <a:lnTo>
                    <a:pt x="26333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6" name="object 336"/>
          <p:cNvSpPr/>
          <p:nvPr/>
        </p:nvSpPr>
        <p:spPr>
          <a:xfrm>
            <a:off x="12438583" y="5571248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59" h="250189">
                <a:moveTo>
                  <a:pt x="48031" y="0"/>
                </a:moveTo>
                <a:lnTo>
                  <a:pt x="0" y="0"/>
                </a:lnTo>
                <a:lnTo>
                  <a:pt x="0" y="250024"/>
                </a:lnTo>
                <a:lnTo>
                  <a:pt x="48031" y="250024"/>
                </a:lnTo>
                <a:lnTo>
                  <a:pt x="48031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7" name="object 337"/>
          <p:cNvGrpSpPr/>
          <p:nvPr/>
        </p:nvGrpSpPr>
        <p:grpSpPr>
          <a:xfrm>
            <a:off x="12535623" y="5571248"/>
            <a:ext cx="377190" cy="323850"/>
            <a:chOff x="12535623" y="5571248"/>
            <a:chExt cx="377190" cy="323850"/>
          </a:xfrm>
        </p:grpSpPr>
        <p:sp>
          <p:nvSpPr>
            <p:cNvPr id="338" name="object 338"/>
            <p:cNvSpPr/>
            <p:nvPr/>
          </p:nvSpPr>
          <p:spPr>
            <a:xfrm>
              <a:off x="12535624" y="5571248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89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89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9" name="object 339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2613005" y="5576214"/>
              <a:ext cx="106756" cy="249237"/>
            </a:xfrm>
            <a:prstGeom prst="rect">
              <a:avLst/>
            </a:prstGeom>
          </p:spPr>
        </p:pic>
        <p:sp>
          <p:nvSpPr>
            <p:cNvPr id="340" name="object 340"/>
            <p:cNvSpPr/>
            <p:nvPr/>
          </p:nvSpPr>
          <p:spPr>
            <a:xfrm>
              <a:off x="12726327" y="5640108"/>
              <a:ext cx="186690" cy="254635"/>
            </a:xfrm>
            <a:custGeom>
              <a:avLst/>
              <a:gdLst/>
              <a:ahLst/>
              <a:cxnLst/>
              <a:rect l="l" t="t" r="r" b="b"/>
              <a:pathLst>
                <a:path w="186690" h="254635">
                  <a:moveTo>
                    <a:pt x="186143" y="0"/>
                  </a:moveTo>
                  <a:lnTo>
                    <a:pt x="136525" y="0"/>
                  </a:lnTo>
                  <a:lnTo>
                    <a:pt x="94259" y="128587"/>
                  </a:lnTo>
                  <a:lnTo>
                    <a:pt x="51003" y="0"/>
                  </a:lnTo>
                  <a:lnTo>
                    <a:pt x="0" y="0"/>
                  </a:lnTo>
                  <a:lnTo>
                    <a:pt x="68859" y="181762"/>
                  </a:lnTo>
                  <a:lnTo>
                    <a:pt x="66527" y="188970"/>
                  </a:lnTo>
                  <a:lnTo>
                    <a:pt x="31953" y="216496"/>
                  </a:lnTo>
                  <a:lnTo>
                    <a:pt x="25869" y="216496"/>
                  </a:lnTo>
                  <a:lnTo>
                    <a:pt x="19050" y="215760"/>
                  </a:lnTo>
                  <a:lnTo>
                    <a:pt x="11518" y="214312"/>
                  </a:lnTo>
                  <a:lnTo>
                    <a:pt x="15875" y="251815"/>
                  </a:lnTo>
                  <a:lnTo>
                    <a:pt x="22561" y="253032"/>
                  </a:lnTo>
                  <a:lnTo>
                    <a:pt x="29322" y="253901"/>
                  </a:lnTo>
                  <a:lnTo>
                    <a:pt x="36157" y="254423"/>
                  </a:lnTo>
                  <a:lnTo>
                    <a:pt x="52057" y="254596"/>
                  </a:lnTo>
                  <a:lnTo>
                    <a:pt x="60134" y="253606"/>
                  </a:lnTo>
                  <a:lnTo>
                    <a:pt x="94995" y="235737"/>
                  </a:lnTo>
                  <a:lnTo>
                    <a:pt x="122237" y="174421"/>
                  </a:lnTo>
                  <a:lnTo>
                    <a:pt x="186143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1" name="object 341"/>
          <p:cNvGrpSpPr/>
          <p:nvPr/>
        </p:nvGrpSpPr>
        <p:grpSpPr>
          <a:xfrm>
            <a:off x="2585445" y="6556717"/>
            <a:ext cx="998219" cy="252729"/>
            <a:chOff x="2585445" y="6556717"/>
            <a:chExt cx="998219" cy="252729"/>
          </a:xfrm>
        </p:grpSpPr>
        <p:pic>
          <p:nvPicPr>
            <p:cNvPr id="342" name="object 342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2585445" y="6556717"/>
              <a:ext cx="176014" cy="248043"/>
            </a:xfrm>
            <a:prstGeom prst="rect">
              <a:avLst/>
            </a:prstGeom>
          </p:spPr>
        </p:pic>
        <p:pic>
          <p:nvPicPr>
            <p:cNvPr id="343" name="object 343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2784492" y="6619620"/>
              <a:ext cx="170060" cy="189318"/>
            </a:xfrm>
            <a:prstGeom prst="rect">
              <a:avLst/>
            </a:prstGeom>
          </p:spPr>
        </p:pic>
        <p:pic>
          <p:nvPicPr>
            <p:cNvPr id="344" name="object 344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2971584" y="6559702"/>
              <a:ext cx="106760" cy="249237"/>
            </a:xfrm>
            <a:prstGeom prst="rect">
              <a:avLst/>
            </a:prstGeom>
          </p:spPr>
        </p:pic>
        <p:pic>
          <p:nvPicPr>
            <p:cNvPr id="345" name="object 345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3093641" y="6619620"/>
              <a:ext cx="169068" cy="189318"/>
            </a:xfrm>
            <a:prstGeom prst="rect">
              <a:avLst/>
            </a:prstGeom>
          </p:spPr>
        </p:pic>
        <p:pic>
          <p:nvPicPr>
            <p:cNvPr id="346" name="object 346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3284900" y="6619620"/>
              <a:ext cx="169266" cy="189318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3476358" y="6559702"/>
              <a:ext cx="106760" cy="249237"/>
            </a:xfrm>
            <a:prstGeom prst="rect">
              <a:avLst/>
            </a:prstGeom>
          </p:spPr>
        </p:pic>
      </p:grpSp>
      <p:grpSp>
        <p:nvGrpSpPr>
          <p:cNvPr id="348" name="object 348"/>
          <p:cNvGrpSpPr/>
          <p:nvPr/>
        </p:nvGrpSpPr>
        <p:grpSpPr>
          <a:xfrm>
            <a:off x="3691873" y="6554736"/>
            <a:ext cx="386080" cy="254635"/>
            <a:chOff x="3691873" y="6554736"/>
            <a:chExt cx="386080" cy="254635"/>
          </a:xfrm>
        </p:grpSpPr>
        <p:pic>
          <p:nvPicPr>
            <p:cNvPr id="349" name="object 349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3691873" y="6554736"/>
              <a:ext cx="198631" cy="250024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3908780" y="6619620"/>
              <a:ext cx="169062" cy="189318"/>
            </a:xfrm>
            <a:prstGeom prst="rect">
              <a:avLst/>
            </a:prstGeom>
          </p:spPr>
        </p:pic>
      </p:grpSp>
      <p:grpSp>
        <p:nvGrpSpPr>
          <p:cNvPr id="351" name="object 351"/>
          <p:cNvGrpSpPr/>
          <p:nvPr/>
        </p:nvGrpSpPr>
        <p:grpSpPr>
          <a:xfrm>
            <a:off x="4106392" y="6554736"/>
            <a:ext cx="369570" cy="254635"/>
            <a:chOff x="4106392" y="6554736"/>
            <a:chExt cx="369570" cy="254635"/>
          </a:xfrm>
        </p:grpSpPr>
        <p:pic>
          <p:nvPicPr>
            <p:cNvPr id="352" name="object 352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4310938" y="6554736"/>
              <a:ext cx="164909" cy="250024"/>
            </a:xfrm>
            <a:prstGeom prst="rect">
              <a:avLst/>
            </a:prstGeom>
          </p:spPr>
        </p:pic>
        <p:pic>
          <p:nvPicPr>
            <p:cNvPr id="353" name="object 353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4106392" y="6619620"/>
              <a:ext cx="170853" cy="189318"/>
            </a:xfrm>
            <a:prstGeom prst="rect">
              <a:avLst/>
            </a:prstGeom>
          </p:spPr>
        </p:pic>
      </p:grpSp>
      <p:grpSp>
        <p:nvGrpSpPr>
          <p:cNvPr id="354" name="object 354"/>
          <p:cNvGrpSpPr/>
          <p:nvPr/>
        </p:nvGrpSpPr>
        <p:grpSpPr>
          <a:xfrm>
            <a:off x="4524273" y="6554736"/>
            <a:ext cx="474980" cy="254635"/>
            <a:chOff x="4524273" y="6554736"/>
            <a:chExt cx="474980" cy="254635"/>
          </a:xfrm>
        </p:grpSpPr>
        <p:pic>
          <p:nvPicPr>
            <p:cNvPr id="355" name="object 355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4524273" y="6619620"/>
              <a:ext cx="164909" cy="185140"/>
            </a:xfrm>
            <a:prstGeom prst="rect">
              <a:avLst/>
            </a:prstGeom>
          </p:spPr>
        </p:pic>
        <p:pic>
          <p:nvPicPr>
            <p:cNvPr id="356" name="object 356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4726698" y="6619620"/>
              <a:ext cx="186931" cy="189318"/>
            </a:xfrm>
            <a:prstGeom prst="rect">
              <a:avLst/>
            </a:prstGeom>
          </p:spPr>
        </p:pic>
        <p:pic>
          <p:nvPicPr>
            <p:cNvPr id="357" name="object 357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4951145" y="6554736"/>
              <a:ext cx="48018" cy="250024"/>
            </a:xfrm>
            <a:prstGeom prst="rect">
              <a:avLst/>
            </a:prstGeom>
          </p:spPr>
        </p:pic>
      </p:grpSp>
      <p:grpSp>
        <p:nvGrpSpPr>
          <p:cNvPr id="358" name="object 358"/>
          <p:cNvGrpSpPr/>
          <p:nvPr/>
        </p:nvGrpSpPr>
        <p:grpSpPr>
          <a:xfrm>
            <a:off x="5037061" y="6619620"/>
            <a:ext cx="391160" cy="259079"/>
            <a:chOff x="5037061" y="6619620"/>
            <a:chExt cx="391160" cy="259079"/>
          </a:xfrm>
        </p:grpSpPr>
        <p:pic>
          <p:nvPicPr>
            <p:cNvPr id="359" name="object 359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5250802" y="6619620"/>
              <a:ext cx="176796" cy="258571"/>
            </a:xfrm>
            <a:prstGeom prst="rect">
              <a:avLst/>
            </a:prstGeom>
          </p:spPr>
        </p:pic>
        <p:pic>
          <p:nvPicPr>
            <p:cNvPr id="360" name="object 360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5037061" y="6619620"/>
              <a:ext cx="186931" cy="189318"/>
            </a:xfrm>
            <a:prstGeom prst="rect">
              <a:avLst/>
            </a:prstGeom>
          </p:spPr>
        </p:pic>
      </p:grpSp>
      <p:grpSp>
        <p:nvGrpSpPr>
          <p:cNvPr id="361" name="object 361"/>
          <p:cNvGrpSpPr/>
          <p:nvPr/>
        </p:nvGrpSpPr>
        <p:grpSpPr>
          <a:xfrm>
            <a:off x="5474842" y="6554736"/>
            <a:ext cx="443865" cy="254635"/>
            <a:chOff x="5474842" y="6554736"/>
            <a:chExt cx="443865" cy="254635"/>
          </a:xfrm>
        </p:grpSpPr>
        <p:pic>
          <p:nvPicPr>
            <p:cNvPr id="362" name="object 362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5474842" y="6554736"/>
              <a:ext cx="48031" cy="250024"/>
            </a:xfrm>
            <a:prstGeom prst="rect">
              <a:avLst/>
            </a:prstGeom>
          </p:spPr>
        </p:pic>
        <p:pic>
          <p:nvPicPr>
            <p:cNvPr id="363" name="object 363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5557989" y="6619620"/>
              <a:ext cx="169062" cy="189318"/>
            </a:xfrm>
            <a:prstGeom prst="rect">
              <a:avLst/>
            </a:prstGeom>
          </p:spPr>
        </p:pic>
        <p:pic>
          <p:nvPicPr>
            <p:cNvPr id="364" name="object 364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5749251" y="6619620"/>
              <a:ext cx="169265" cy="189318"/>
            </a:xfrm>
            <a:prstGeom prst="rect">
              <a:avLst/>
            </a:prstGeom>
          </p:spPr>
        </p:pic>
      </p:grpSp>
      <p:grpSp>
        <p:nvGrpSpPr>
          <p:cNvPr id="365" name="object 365"/>
          <p:cNvGrpSpPr/>
          <p:nvPr/>
        </p:nvGrpSpPr>
        <p:grpSpPr>
          <a:xfrm>
            <a:off x="6057379" y="6554736"/>
            <a:ext cx="807085" cy="254635"/>
            <a:chOff x="6057379" y="6554736"/>
            <a:chExt cx="807085" cy="254635"/>
          </a:xfrm>
        </p:grpSpPr>
        <p:pic>
          <p:nvPicPr>
            <p:cNvPr id="366" name="object 366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6057379" y="6554736"/>
              <a:ext cx="199428" cy="254203"/>
            </a:xfrm>
            <a:prstGeom prst="rect">
              <a:avLst/>
            </a:prstGeom>
          </p:spPr>
        </p:pic>
        <p:pic>
          <p:nvPicPr>
            <p:cNvPr id="367" name="object 367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6292735" y="6619620"/>
              <a:ext cx="169265" cy="189318"/>
            </a:xfrm>
            <a:prstGeom prst="rect">
              <a:avLst/>
            </a:prstGeom>
          </p:spPr>
        </p:pic>
        <p:pic>
          <p:nvPicPr>
            <p:cNvPr id="368" name="object 368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6489941" y="6619620"/>
              <a:ext cx="169075" cy="189318"/>
            </a:xfrm>
            <a:prstGeom prst="rect">
              <a:avLst/>
            </a:prstGeom>
          </p:spPr>
        </p:pic>
        <p:pic>
          <p:nvPicPr>
            <p:cNvPr id="369" name="object 369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6687440" y="6554736"/>
              <a:ext cx="176718" cy="254203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pic>
        <p:nvPicPr>
          <p:cNvPr id="371" name="object 37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75873" y="7131012"/>
            <a:ext cx="86320" cy="86321"/>
          </a:xfrm>
          <a:prstGeom prst="rect">
            <a:avLst/>
          </a:prstGeom>
        </p:spPr>
      </p:pic>
      <p:pic>
        <p:nvPicPr>
          <p:cNvPr id="370" name="object 370"/>
          <p:cNvPicPr/>
          <p:nvPr/>
        </p:nvPicPr>
        <p:blipFill>
          <a:blip r:embed="rId201" cstate="print"/>
          <a:stretch>
            <a:fillRect/>
          </a:stretch>
        </p:blipFill>
        <p:spPr>
          <a:xfrm>
            <a:off x="3181382" y="7046480"/>
            <a:ext cx="209351" cy="250024"/>
          </a:xfrm>
          <a:prstGeom prst="rect">
            <a:avLst/>
          </a:prstGeom>
        </p:spPr>
      </p:pic>
      <p:grpSp>
        <p:nvGrpSpPr>
          <p:cNvPr id="372" name="object 372"/>
          <p:cNvGrpSpPr/>
          <p:nvPr/>
        </p:nvGrpSpPr>
        <p:grpSpPr>
          <a:xfrm>
            <a:off x="3420502" y="7046480"/>
            <a:ext cx="1245870" cy="323850"/>
            <a:chOff x="3420502" y="7046480"/>
            <a:chExt cx="1245870" cy="323850"/>
          </a:xfrm>
        </p:grpSpPr>
        <p:pic>
          <p:nvPicPr>
            <p:cNvPr id="373" name="object 373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3420502" y="7111365"/>
              <a:ext cx="170060" cy="189318"/>
            </a:xfrm>
            <a:prstGeom prst="rect">
              <a:avLst/>
            </a:prstGeom>
          </p:spPr>
        </p:pic>
        <p:sp>
          <p:nvSpPr>
            <p:cNvPr id="374" name="object 374"/>
            <p:cNvSpPr/>
            <p:nvPr/>
          </p:nvSpPr>
          <p:spPr>
            <a:xfrm>
              <a:off x="3604618" y="7115340"/>
              <a:ext cx="186690" cy="254635"/>
            </a:xfrm>
            <a:custGeom>
              <a:avLst/>
              <a:gdLst/>
              <a:ahLst/>
              <a:cxnLst/>
              <a:rect l="l" t="t" r="r" b="b"/>
              <a:pathLst>
                <a:path w="186689" h="254634">
                  <a:moveTo>
                    <a:pt x="186133" y="0"/>
                  </a:moveTo>
                  <a:lnTo>
                    <a:pt x="136525" y="0"/>
                  </a:lnTo>
                  <a:lnTo>
                    <a:pt x="94258" y="128587"/>
                  </a:lnTo>
                  <a:lnTo>
                    <a:pt x="50998" y="0"/>
                  </a:lnTo>
                  <a:lnTo>
                    <a:pt x="0" y="0"/>
                  </a:lnTo>
                  <a:lnTo>
                    <a:pt x="68856" y="181762"/>
                  </a:lnTo>
                  <a:lnTo>
                    <a:pt x="66525" y="188970"/>
                  </a:lnTo>
                  <a:lnTo>
                    <a:pt x="31948" y="216496"/>
                  </a:lnTo>
                  <a:lnTo>
                    <a:pt x="25862" y="216496"/>
                  </a:lnTo>
                  <a:lnTo>
                    <a:pt x="19050" y="215760"/>
                  </a:lnTo>
                  <a:lnTo>
                    <a:pt x="11508" y="214312"/>
                  </a:lnTo>
                  <a:lnTo>
                    <a:pt x="15875" y="251815"/>
                  </a:lnTo>
                  <a:lnTo>
                    <a:pt x="22559" y="253032"/>
                  </a:lnTo>
                  <a:lnTo>
                    <a:pt x="29318" y="253901"/>
                  </a:lnTo>
                  <a:lnTo>
                    <a:pt x="36152" y="254423"/>
                  </a:lnTo>
                  <a:lnTo>
                    <a:pt x="52056" y="254596"/>
                  </a:lnTo>
                  <a:lnTo>
                    <a:pt x="60126" y="253606"/>
                  </a:lnTo>
                  <a:lnTo>
                    <a:pt x="94984" y="235737"/>
                  </a:lnTo>
                  <a:lnTo>
                    <a:pt x="122237" y="174421"/>
                  </a:lnTo>
                  <a:lnTo>
                    <a:pt x="186133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5" name="object 375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3807585" y="7111365"/>
              <a:ext cx="169063" cy="189318"/>
            </a:xfrm>
            <a:prstGeom prst="rect">
              <a:avLst/>
            </a:prstGeom>
          </p:spPr>
        </p:pic>
        <p:pic>
          <p:nvPicPr>
            <p:cNvPr id="376" name="object 376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3998849" y="7111365"/>
              <a:ext cx="169265" cy="189318"/>
            </a:xfrm>
            <a:prstGeom prst="rect">
              <a:avLst/>
            </a:prstGeom>
          </p:spPr>
        </p:pic>
        <p:sp>
          <p:nvSpPr>
            <p:cNvPr id="377" name="object 377"/>
            <p:cNvSpPr/>
            <p:nvPr/>
          </p:nvSpPr>
          <p:spPr>
            <a:xfrm>
              <a:off x="4209948" y="7046480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90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60" h="250190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8" name="object 378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4294479" y="7111365"/>
              <a:ext cx="170052" cy="189318"/>
            </a:xfrm>
            <a:prstGeom prst="rect">
              <a:avLst/>
            </a:prstGeom>
          </p:spPr>
        </p:pic>
        <p:pic>
          <p:nvPicPr>
            <p:cNvPr id="379" name="object 379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4501019" y="7111365"/>
              <a:ext cx="164896" cy="185140"/>
            </a:xfrm>
            <a:prstGeom prst="rect">
              <a:avLst/>
            </a:prstGeom>
          </p:spPr>
        </p:pic>
      </p:grpSp>
      <p:grpSp>
        <p:nvGrpSpPr>
          <p:cNvPr id="380" name="object 380"/>
          <p:cNvGrpSpPr/>
          <p:nvPr/>
        </p:nvGrpSpPr>
        <p:grpSpPr>
          <a:xfrm>
            <a:off x="4812576" y="7046480"/>
            <a:ext cx="1823085" cy="323850"/>
            <a:chOff x="4812576" y="7046480"/>
            <a:chExt cx="1823085" cy="323850"/>
          </a:xfrm>
        </p:grpSpPr>
        <p:pic>
          <p:nvPicPr>
            <p:cNvPr id="381" name="object 381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4812576" y="7046480"/>
              <a:ext cx="225615" cy="250024"/>
            </a:xfrm>
            <a:prstGeom prst="rect">
              <a:avLst/>
            </a:prstGeom>
          </p:spPr>
        </p:pic>
        <p:pic>
          <p:nvPicPr>
            <p:cNvPr id="382" name="object 382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5063604" y="7111365"/>
              <a:ext cx="164896" cy="185140"/>
            </a:xfrm>
            <a:prstGeom prst="rect">
              <a:avLst/>
            </a:prstGeom>
          </p:spPr>
        </p:pic>
        <p:pic>
          <p:nvPicPr>
            <p:cNvPr id="383" name="object 383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5266016" y="7111365"/>
              <a:ext cx="186931" cy="189318"/>
            </a:xfrm>
            <a:prstGeom prst="rect">
              <a:avLst/>
            </a:prstGeom>
          </p:spPr>
        </p:pic>
        <p:sp>
          <p:nvSpPr>
            <p:cNvPr id="384" name="object 384"/>
            <p:cNvSpPr/>
            <p:nvPr/>
          </p:nvSpPr>
          <p:spPr>
            <a:xfrm>
              <a:off x="5467045" y="7046480"/>
              <a:ext cx="343535" cy="250190"/>
            </a:xfrm>
            <a:custGeom>
              <a:avLst/>
              <a:gdLst/>
              <a:ahLst/>
              <a:cxnLst/>
              <a:rect l="l" t="t" r="r" b="b"/>
              <a:pathLst>
                <a:path w="343535" h="250190">
                  <a:moveTo>
                    <a:pt x="269875" y="68859"/>
                  </a:moveTo>
                  <a:lnTo>
                    <a:pt x="222656" y="68859"/>
                  </a:lnTo>
                  <a:lnTo>
                    <a:pt x="188125" y="187528"/>
                  </a:lnTo>
                  <a:lnTo>
                    <a:pt x="157962" y="68859"/>
                  </a:lnTo>
                  <a:lnTo>
                    <a:pt x="111721" y="68859"/>
                  </a:lnTo>
                  <a:lnTo>
                    <a:pt x="80378" y="187528"/>
                  </a:lnTo>
                  <a:lnTo>
                    <a:pt x="46443" y="68859"/>
                  </a:lnTo>
                  <a:lnTo>
                    <a:pt x="0" y="68859"/>
                  </a:lnTo>
                  <a:lnTo>
                    <a:pt x="57150" y="250024"/>
                  </a:lnTo>
                  <a:lnTo>
                    <a:pt x="103784" y="250024"/>
                  </a:lnTo>
                  <a:lnTo>
                    <a:pt x="134543" y="133553"/>
                  </a:lnTo>
                  <a:lnTo>
                    <a:pt x="165696" y="250024"/>
                  </a:lnTo>
                  <a:lnTo>
                    <a:pt x="211734" y="250024"/>
                  </a:lnTo>
                  <a:lnTo>
                    <a:pt x="269875" y="68859"/>
                  </a:lnTo>
                  <a:close/>
                </a:path>
                <a:path w="343535" h="250190">
                  <a:moveTo>
                    <a:pt x="343103" y="0"/>
                  </a:moveTo>
                  <a:lnTo>
                    <a:pt x="295071" y="0"/>
                  </a:lnTo>
                  <a:lnTo>
                    <a:pt x="295071" y="250024"/>
                  </a:lnTo>
                  <a:lnTo>
                    <a:pt x="343103" y="250024"/>
                  </a:lnTo>
                  <a:lnTo>
                    <a:pt x="343103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5" name="object 385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5845263" y="7111365"/>
              <a:ext cx="169062" cy="189318"/>
            </a:xfrm>
            <a:prstGeom prst="rect">
              <a:avLst/>
            </a:prstGeom>
          </p:spPr>
        </p:pic>
        <p:sp>
          <p:nvSpPr>
            <p:cNvPr id="386" name="object 386"/>
            <p:cNvSpPr/>
            <p:nvPr/>
          </p:nvSpPr>
          <p:spPr>
            <a:xfrm>
              <a:off x="6042761" y="7046480"/>
              <a:ext cx="390525" cy="323850"/>
            </a:xfrm>
            <a:custGeom>
              <a:avLst/>
              <a:gdLst/>
              <a:ahLst/>
              <a:cxnLst/>
              <a:rect l="l" t="t" r="r" b="b"/>
              <a:pathLst>
                <a:path w="390525" h="323850">
                  <a:moveTo>
                    <a:pt x="176720" y="0"/>
                  </a:moveTo>
                  <a:lnTo>
                    <a:pt x="129095" y="0"/>
                  </a:lnTo>
                  <a:lnTo>
                    <a:pt x="129095" y="160134"/>
                  </a:lnTo>
                  <a:lnTo>
                    <a:pt x="128358" y="173266"/>
                  </a:lnTo>
                  <a:lnTo>
                    <a:pt x="111315" y="208381"/>
                  </a:lnTo>
                  <a:lnTo>
                    <a:pt x="89408" y="216293"/>
                  </a:lnTo>
                  <a:lnTo>
                    <a:pt x="79870" y="215163"/>
                  </a:lnTo>
                  <a:lnTo>
                    <a:pt x="79641" y="215163"/>
                  </a:lnTo>
                  <a:lnTo>
                    <a:pt x="50914" y="180530"/>
                  </a:lnTo>
                  <a:lnTo>
                    <a:pt x="48933" y="155575"/>
                  </a:lnTo>
                  <a:lnTo>
                    <a:pt x="49644" y="142925"/>
                  </a:lnTo>
                  <a:lnTo>
                    <a:pt x="73253" y="104876"/>
                  </a:lnTo>
                  <a:lnTo>
                    <a:pt x="89014" y="101396"/>
                  </a:lnTo>
                  <a:lnTo>
                    <a:pt x="97345" y="102273"/>
                  </a:lnTo>
                  <a:lnTo>
                    <a:pt x="126263" y="133350"/>
                  </a:lnTo>
                  <a:lnTo>
                    <a:pt x="129019" y="158750"/>
                  </a:lnTo>
                  <a:lnTo>
                    <a:pt x="129095" y="160134"/>
                  </a:lnTo>
                  <a:lnTo>
                    <a:pt x="129095" y="0"/>
                  </a:lnTo>
                  <a:lnTo>
                    <a:pt x="128892" y="0"/>
                  </a:lnTo>
                  <a:lnTo>
                    <a:pt x="128892" y="90093"/>
                  </a:lnTo>
                  <a:lnTo>
                    <a:pt x="117271" y="79070"/>
                  </a:lnTo>
                  <a:lnTo>
                    <a:pt x="104635" y="71196"/>
                  </a:lnTo>
                  <a:lnTo>
                    <a:pt x="90982" y="66471"/>
                  </a:lnTo>
                  <a:lnTo>
                    <a:pt x="76314" y="64884"/>
                  </a:lnTo>
                  <a:lnTo>
                    <a:pt x="59677" y="66471"/>
                  </a:lnTo>
                  <a:lnTo>
                    <a:pt x="60223" y="66471"/>
                  </a:lnTo>
                  <a:lnTo>
                    <a:pt x="46050" y="70891"/>
                  </a:lnTo>
                  <a:lnTo>
                    <a:pt x="12636" y="101396"/>
                  </a:lnTo>
                  <a:lnTo>
                    <a:pt x="101" y="155575"/>
                  </a:lnTo>
                  <a:lnTo>
                    <a:pt x="0" y="160134"/>
                  </a:lnTo>
                  <a:lnTo>
                    <a:pt x="1295" y="180035"/>
                  </a:lnTo>
                  <a:lnTo>
                    <a:pt x="22136" y="228993"/>
                  </a:lnTo>
                  <a:lnTo>
                    <a:pt x="60604" y="252628"/>
                  </a:lnTo>
                  <a:lnTo>
                    <a:pt x="75717" y="254203"/>
                  </a:lnTo>
                  <a:lnTo>
                    <a:pt x="83337" y="253733"/>
                  </a:lnTo>
                  <a:lnTo>
                    <a:pt x="120167" y="236994"/>
                  </a:lnTo>
                  <a:lnTo>
                    <a:pt x="132270" y="223443"/>
                  </a:lnTo>
                  <a:lnTo>
                    <a:pt x="132270" y="250024"/>
                  </a:lnTo>
                  <a:lnTo>
                    <a:pt x="176720" y="250024"/>
                  </a:lnTo>
                  <a:lnTo>
                    <a:pt x="176720" y="223443"/>
                  </a:lnTo>
                  <a:lnTo>
                    <a:pt x="176720" y="216293"/>
                  </a:lnTo>
                  <a:lnTo>
                    <a:pt x="176720" y="101396"/>
                  </a:lnTo>
                  <a:lnTo>
                    <a:pt x="176720" y="90093"/>
                  </a:lnTo>
                  <a:lnTo>
                    <a:pt x="176720" y="0"/>
                  </a:lnTo>
                  <a:close/>
                </a:path>
                <a:path w="390525" h="323850">
                  <a:moveTo>
                    <a:pt x="390055" y="68859"/>
                  </a:moveTo>
                  <a:lnTo>
                    <a:pt x="345008" y="68859"/>
                  </a:lnTo>
                  <a:lnTo>
                    <a:pt x="345008" y="94259"/>
                  </a:lnTo>
                  <a:lnTo>
                    <a:pt x="342747" y="91770"/>
                  </a:lnTo>
                  <a:lnTo>
                    <a:pt x="342747" y="155778"/>
                  </a:lnTo>
                  <a:lnTo>
                    <a:pt x="342722" y="158546"/>
                  </a:lnTo>
                  <a:lnTo>
                    <a:pt x="330720" y="197637"/>
                  </a:lnTo>
                  <a:lnTo>
                    <a:pt x="317106" y="208026"/>
                  </a:lnTo>
                  <a:lnTo>
                    <a:pt x="316966" y="208026"/>
                  </a:lnTo>
                  <a:lnTo>
                    <a:pt x="309473" y="210515"/>
                  </a:lnTo>
                  <a:lnTo>
                    <a:pt x="309295" y="210515"/>
                  </a:lnTo>
                  <a:lnTo>
                    <a:pt x="301155" y="211340"/>
                  </a:lnTo>
                  <a:lnTo>
                    <a:pt x="293243" y="210515"/>
                  </a:lnTo>
                  <a:lnTo>
                    <a:pt x="265226" y="180733"/>
                  </a:lnTo>
                  <a:lnTo>
                    <a:pt x="263220" y="169633"/>
                  </a:lnTo>
                  <a:lnTo>
                    <a:pt x="263144" y="169214"/>
                  </a:lnTo>
                  <a:lnTo>
                    <a:pt x="262597" y="158546"/>
                  </a:lnTo>
                  <a:lnTo>
                    <a:pt x="262509" y="156959"/>
                  </a:lnTo>
                  <a:lnTo>
                    <a:pt x="262458" y="155778"/>
                  </a:lnTo>
                  <a:lnTo>
                    <a:pt x="263093" y="143776"/>
                  </a:lnTo>
                  <a:lnTo>
                    <a:pt x="263144" y="142887"/>
                  </a:lnTo>
                  <a:lnTo>
                    <a:pt x="265112" y="132410"/>
                  </a:lnTo>
                  <a:lnTo>
                    <a:pt x="265226" y="131775"/>
                  </a:lnTo>
                  <a:lnTo>
                    <a:pt x="293649" y="102260"/>
                  </a:lnTo>
                  <a:lnTo>
                    <a:pt x="301955" y="101396"/>
                  </a:lnTo>
                  <a:lnTo>
                    <a:pt x="310388" y="102260"/>
                  </a:lnTo>
                  <a:lnTo>
                    <a:pt x="339890" y="132410"/>
                  </a:lnTo>
                  <a:lnTo>
                    <a:pt x="342747" y="155778"/>
                  </a:lnTo>
                  <a:lnTo>
                    <a:pt x="342747" y="91770"/>
                  </a:lnTo>
                  <a:lnTo>
                    <a:pt x="333349" y="81419"/>
                  </a:lnTo>
                  <a:lnTo>
                    <a:pt x="320243" y="72237"/>
                  </a:lnTo>
                  <a:lnTo>
                    <a:pt x="305676" y="66725"/>
                  </a:lnTo>
                  <a:lnTo>
                    <a:pt x="289648" y="64884"/>
                  </a:lnTo>
                  <a:lnTo>
                    <a:pt x="274027" y="66395"/>
                  </a:lnTo>
                  <a:lnTo>
                    <a:pt x="235077" y="88900"/>
                  </a:lnTo>
                  <a:lnTo>
                    <a:pt x="214604" y="137083"/>
                  </a:lnTo>
                  <a:lnTo>
                    <a:pt x="213410" y="155778"/>
                  </a:lnTo>
                  <a:lnTo>
                    <a:pt x="213334" y="156959"/>
                  </a:lnTo>
                  <a:lnTo>
                    <a:pt x="222618" y="206222"/>
                  </a:lnTo>
                  <a:lnTo>
                    <a:pt x="255117" y="242290"/>
                  </a:lnTo>
                  <a:lnTo>
                    <a:pt x="270802" y="248196"/>
                  </a:lnTo>
                  <a:lnTo>
                    <a:pt x="271437" y="248196"/>
                  </a:lnTo>
                  <a:lnTo>
                    <a:pt x="287858" y="250024"/>
                  </a:lnTo>
                  <a:lnTo>
                    <a:pt x="303517" y="248196"/>
                  </a:lnTo>
                  <a:lnTo>
                    <a:pt x="317766" y="242697"/>
                  </a:lnTo>
                  <a:lnTo>
                    <a:pt x="330606" y="233514"/>
                  </a:lnTo>
                  <a:lnTo>
                    <a:pt x="342036" y="220662"/>
                  </a:lnTo>
                  <a:lnTo>
                    <a:pt x="342036" y="257771"/>
                  </a:lnTo>
                  <a:lnTo>
                    <a:pt x="341388" y="264185"/>
                  </a:lnTo>
                  <a:lnTo>
                    <a:pt x="341299" y="265112"/>
                  </a:lnTo>
                  <a:lnTo>
                    <a:pt x="339852" y="269074"/>
                  </a:lnTo>
                  <a:lnTo>
                    <a:pt x="302145" y="286943"/>
                  </a:lnTo>
                  <a:lnTo>
                    <a:pt x="292354" y="286943"/>
                  </a:lnTo>
                  <a:lnTo>
                    <a:pt x="285216" y="285216"/>
                  </a:lnTo>
                  <a:lnTo>
                    <a:pt x="280720" y="281774"/>
                  </a:lnTo>
                  <a:lnTo>
                    <a:pt x="277406" y="279400"/>
                  </a:lnTo>
                  <a:lnTo>
                    <a:pt x="275297" y="275031"/>
                  </a:lnTo>
                  <a:lnTo>
                    <a:pt x="274421" y="269074"/>
                  </a:lnTo>
                  <a:lnTo>
                    <a:pt x="274370" y="268681"/>
                  </a:lnTo>
                  <a:lnTo>
                    <a:pt x="219595" y="261937"/>
                  </a:lnTo>
                  <a:lnTo>
                    <a:pt x="230314" y="299313"/>
                  </a:lnTo>
                  <a:lnTo>
                    <a:pt x="264591" y="319493"/>
                  </a:lnTo>
                  <a:lnTo>
                    <a:pt x="303936" y="323456"/>
                  </a:lnTo>
                  <a:lnTo>
                    <a:pt x="315595" y="323138"/>
                  </a:lnTo>
                  <a:lnTo>
                    <a:pt x="358648" y="312293"/>
                  </a:lnTo>
                  <a:lnTo>
                    <a:pt x="381723" y="286943"/>
                  </a:lnTo>
                  <a:lnTo>
                    <a:pt x="389712" y="246443"/>
                  </a:lnTo>
                  <a:lnTo>
                    <a:pt x="390055" y="220662"/>
                  </a:lnTo>
                  <a:lnTo>
                    <a:pt x="390055" y="211340"/>
                  </a:lnTo>
                  <a:lnTo>
                    <a:pt x="390055" y="101396"/>
                  </a:lnTo>
                  <a:lnTo>
                    <a:pt x="390055" y="94259"/>
                  </a:lnTo>
                  <a:lnTo>
                    <a:pt x="390055" y="68859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7" name="object 387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6466166" y="7111365"/>
              <a:ext cx="169075" cy="189318"/>
            </a:xfrm>
            <a:prstGeom prst="rect">
              <a:avLst/>
            </a:prstGeom>
          </p:spPr>
        </p:pic>
      </p:grpSp>
      <p:grpSp>
        <p:nvGrpSpPr>
          <p:cNvPr id="388" name="object 388"/>
          <p:cNvGrpSpPr/>
          <p:nvPr/>
        </p:nvGrpSpPr>
        <p:grpSpPr>
          <a:xfrm>
            <a:off x="6753859" y="7046480"/>
            <a:ext cx="803275" cy="254635"/>
            <a:chOff x="6753859" y="7046480"/>
            <a:chExt cx="803275" cy="254635"/>
          </a:xfrm>
        </p:grpSpPr>
        <p:sp>
          <p:nvSpPr>
            <p:cNvPr id="389" name="object 389"/>
            <p:cNvSpPr/>
            <p:nvPr/>
          </p:nvSpPr>
          <p:spPr>
            <a:xfrm>
              <a:off x="6753860" y="7046594"/>
              <a:ext cx="198755" cy="250190"/>
            </a:xfrm>
            <a:custGeom>
              <a:avLst/>
              <a:gdLst/>
              <a:ahLst/>
              <a:cxnLst/>
              <a:rect l="l" t="t" r="r" b="b"/>
              <a:pathLst>
                <a:path w="198754" h="250190">
                  <a:moveTo>
                    <a:pt x="198640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4218" y="41910"/>
                  </a:lnTo>
                  <a:lnTo>
                    <a:pt x="74218" y="250190"/>
                  </a:lnTo>
                  <a:lnTo>
                    <a:pt x="124625" y="250190"/>
                  </a:lnTo>
                  <a:lnTo>
                    <a:pt x="124625" y="41910"/>
                  </a:lnTo>
                  <a:lnTo>
                    <a:pt x="198640" y="41910"/>
                  </a:lnTo>
                  <a:lnTo>
                    <a:pt x="198640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0" name="object 390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6982675" y="7111365"/>
              <a:ext cx="295465" cy="189318"/>
            </a:xfrm>
            <a:prstGeom prst="rect">
              <a:avLst/>
            </a:prstGeom>
          </p:spPr>
        </p:pic>
        <p:pic>
          <p:nvPicPr>
            <p:cNvPr id="391" name="object 391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7304290" y="7111365"/>
              <a:ext cx="170853" cy="189318"/>
            </a:xfrm>
            <a:prstGeom prst="rect">
              <a:avLst/>
            </a:prstGeom>
          </p:spPr>
        </p:pic>
        <p:sp>
          <p:nvSpPr>
            <p:cNvPr id="392" name="object 392"/>
            <p:cNvSpPr/>
            <p:nvPr/>
          </p:nvSpPr>
          <p:spPr>
            <a:xfrm>
              <a:off x="7509052" y="7046480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90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90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3" name="object 393"/>
          <p:cNvGrpSpPr/>
          <p:nvPr/>
        </p:nvGrpSpPr>
        <p:grpSpPr>
          <a:xfrm>
            <a:off x="7605877" y="7111365"/>
            <a:ext cx="379730" cy="259079"/>
            <a:chOff x="7605877" y="7111365"/>
            <a:chExt cx="379730" cy="259079"/>
          </a:xfrm>
        </p:grpSpPr>
        <p:pic>
          <p:nvPicPr>
            <p:cNvPr id="394" name="object 394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7605877" y="7111365"/>
              <a:ext cx="164909" cy="185140"/>
            </a:xfrm>
            <a:prstGeom prst="rect">
              <a:avLst/>
            </a:prstGeom>
          </p:spPr>
        </p:pic>
        <p:sp>
          <p:nvSpPr>
            <p:cNvPr id="395" name="object 395"/>
            <p:cNvSpPr/>
            <p:nvPr/>
          </p:nvSpPr>
          <p:spPr>
            <a:xfrm>
              <a:off x="7808696" y="7111365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5" h="259079">
                  <a:moveTo>
                    <a:pt x="6350" y="197053"/>
                  </a:moveTo>
                  <a:lnTo>
                    <a:pt x="17076" y="234418"/>
                  </a:lnTo>
                  <a:lnTo>
                    <a:pt x="51349" y="254601"/>
                  </a:lnTo>
                  <a:lnTo>
                    <a:pt x="90690" y="258571"/>
                  </a:lnTo>
                  <a:lnTo>
                    <a:pt x="102359" y="258248"/>
                  </a:lnTo>
                  <a:lnTo>
                    <a:pt x="145403" y="247403"/>
                  </a:lnTo>
                  <a:lnTo>
                    <a:pt x="168489" y="222059"/>
                  </a:lnTo>
                  <a:lnTo>
                    <a:pt x="79108" y="222059"/>
                  </a:lnTo>
                  <a:lnTo>
                    <a:pt x="71970" y="220332"/>
                  </a:lnTo>
                  <a:lnTo>
                    <a:pt x="67475" y="216890"/>
                  </a:lnTo>
                  <a:lnTo>
                    <a:pt x="64160" y="214515"/>
                  </a:lnTo>
                  <a:lnTo>
                    <a:pt x="62052" y="210146"/>
                  </a:lnTo>
                  <a:lnTo>
                    <a:pt x="61182" y="204190"/>
                  </a:lnTo>
                  <a:lnTo>
                    <a:pt x="61125" y="203796"/>
                  </a:lnTo>
                  <a:lnTo>
                    <a:pt x="6350" y="197053"/>
                  </a:lnTo>
                  <a:close/>
                </a:path>
                <a:path w="177165" h="259079">
                  <a:moveTo>
                    <a:pt x="176809" y="155778"/>
                  </a:moveTo>
                  <a:lnTo>
                    <a:pt x="128790" y="155778"/>
                  </a:lnTo>
                  <a:lnTo>
                    <a:pt x="128790" y="192887"/>
                  </a:lnTo>
                  <a:lnTo>
                    <a:pt x="128147" y="199301"/>
                  </a:lnTo>
                  <a:lnTo>
                    <a:pt x="88900" y="222059"/>
                  </a:lnTo>
                  <a:lnTo>
                    <a:pt x="168494" y="222059"/>
                  </a:lnTo>
                  <a:lnTo>
                    <a:pt x="176473" y="181550"/>
                  </a:lnTo>
                  <a:lnTo>
                    <a:pt x="176761" y="168627"/>
                  </a:lnTo>
                  <a:lnTo>
                    <a:pt x="176809" y="155778"/>
                  </a:lnTo>
                  <a:close/>
                </a:path>
                <a:path w="177165" h="259079">
                  <a:moveTo>
                    <a:pt x="76403" y="0"/>
                  </a:moveTo>
                  <a:lnTo>
                    <a:pt x="33499" y="13512"/>
                  </a:lnTo>
                  <a:lnTo>
                    <a:pt x="5457" y="53428"/>
                  </a:lnTo>
                  <a:lnTo>
                    <a:pt x="175" y="90893"/>
                  </a:lnTo>
                  <a:lnTo>
                    <a:pt x="100" y="92074"/>
                  </a:lnTo>
                  <a:lnTo>
                    <a:pt x="9381" y="141329"/>
                  </a:lnTo>
                  <a:lnTo>
                    <a:pt x="41871" y="177404"/>
                  </a:lnTo>
                  <a:lnTo>
                    <a:pt x="57563" y="183306"/>
                  </a:lnTo>
                  <a:lnTo>
                    <a:pt x="58191" y="183306"/>
                  </a:lnTo>
                  <a:lnTo>
                    <a:pt x="74612" y="185140"/>
                  </a:lnTo>
                  <a:lnTo>
                    <a:pt x="90278" y="183306"/>
                  </a:lnTo>
                  <a:lnTo>
                    <a:pt x="104530" y="177803"/>
                  </a:lnTo>
                  <a:lnTo>
                    <a:pt x="117367" y="168627"/>
                  </a:lnTo>
                  <a:lnTo>
                    <a:pt x="128790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06" y="145625"/>
                  </a:lnTo>
                  <a:lnTo>
                    <a:pt x="51992" y="115841"/>
                  </a:lnTo>
                  <a:lnTo>
                    <a:pt x="49983" y="104740"/>
                  </a:lnTo>
                  <a:lnTo>
                    <a:pt x="49907" y="104321"/>
                  </a:lnTo>
                  <a:lnTo>
                    <a:pt x="49355" y="93662"/>
                  </a:lnTo>
                  <a:lnTo>
                    <a:pt x="49273" y="92074"/>
                  </a:lnTo>
                  <a:lnTo>
                    <a:pt x="49212" y="90893"/>
                  </a:lnTo>
                  <a:lnTo>
                    <a:pt x="49859" y="78892"/>
                  </a:lnTo>
                  <a:lnTo>
                    <a:pt x="60202" y="50203"/>
                  </a:lnTo>
                  <a:lnTo>
                    <a:pt x="60325" y="50012"/>
                  </a:lnTo>
                  <a:lnTo>
                    <a:pt x="66150" y="44217"/>
                  </a:lnTo>
                  <a:lnTo>
                    <a:pt x="72890" y="39938"/>
                  </a:lnTo>
                  <a:lnTo>
                    <a:pt x="80414" y="37369"/>
                  </a:lnTo>
                  <a:lnTo>
                    <a:pt x="88709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15" y="16523"/>
                  </a:lnTo>
                  <a:lnTo>
                    <a:pt x="107007" y="7343"/>
                  </a:lnTo>
                  <a:lnTo>
                    <a:pt x="92436" y="1835"/>
                  </a:lnTo>
                  <a:lnTo>
                    <a:pt x="76403" y="0"/>
                  </a:lnTo>
                  <a:close/>
                </a:path>
                <a:path w="177165" h="259079">
                  <a:moveTo>
                    <a:pt x="176809" y="36512"/>
                  </a:moveTo>
                  <a:lnTo>
                    <a:pt x="88709" y="36512"/>
                  </a:lnTo>
                  <a:lnTo>
                    <a:pt x="97154" y="37369"/>
                  </a:lnTo>
                  <a:lnTo>
                    <a:pt x="104827" y="39938"/>
                  </a:lnTo>
                  <a:lnTo>
                    <a:pt x="128846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17475" y="132753"/>
                  </a:lnTo>
                  <a:lnTo>
                    <a:pt x="103865" y="143132"/>
                  </a:lnTo>
                  <a:lnTo>
                    <a:pt x="103725" y="143132"/>
                  </a:lnTo>
                  <a:lnTo>
                    <a:pt x="96229" y="145625"/>
                  </a:lnTo>
                  <a:lnTo>
                    <a:pt x="96053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5" h="259079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6" name="object 396"/>
          <p:cNvGrpSpPr/>
          <p:nvPr/>
        </p:nvGrpSpPr>
        <p:grpSpPr>
          <a:xfrm>
            <a:off x="8123034" y="7042315"/>
            <a:ext cx="914400" cy="327660"/>
            <a:chOff x="8123034" y="7042315"/>
            <a:chExt cx="914400" cy="327660"/>
          </a:xfrm>
        </p:grpSpPr>
        <p:sp>
          <p:nvSpPr>
            <p:cNvPr id="397" name="object 397"/>
            <p:cNvSpPr/>
            <p:nvPr/>
          </p:nvSpPr>
          <p:spPr>
            <a:xfrm>
              <a:off x="8123034" y="7042315"/>
              <a:ext cx="86995" cy="327660"/>
            </a:xfrm>
            <a:custGeom>
              <a:avLst/>
              <a:gdLst/>
              <a:ahLst/>
              <a:cxnLst/>
              <a:rect l="l" t="t" r="r" b="b"/>
              <a:pathLst>
                <a:path w="86995" h="327659">
                  <a:moveTo>
                    <a:pt x="86715" y="0"/>
                  </a:moveTo>
                  <a:lnTo>
                    <a:pt x="53975" y="0"/>
                  </a:lnTo>
                  <a:lnTo>
                    <a:pt x="43247" y="16454"/>
                  </a:lnTo>
                  <a:lnTo>
                    <a:pt x="24692" y="51677"/>
                  </a:lnTo>
                  <a:lnTo>
                    <a:pt x="9488" y="92720"/>
                  </a:lnTo>
                  <a:lnTo>
                    <a:pt x="1054" y="139350"/>
                  </a:lnTo>
                  <a:lnTo>
                    <a:pt x="0" y="163703"/>
                  </a:lnTo>
                  <a:lnTo>
                    <a:pt x="842" y="183724"/>
                  </a:lnTo>
                  <a:lnTo>
                    <a:pt x="7586" y="224801"/>
                  </a:lnTo>
                  <a:lnTo>
                    <a:pt x="21116" y="266892"/>
                  </a:lnTo>
                  <a:lnTo>
                    <a:pt x="41062" y="307774"/>
                  </a:lnTo>
                  <a:lnTo>
                    <a:pt x="53378" y="327621"/>
                  </a:lnTo>
                  <a:lnTo>
                    <a:pt x="86321" y="327621"/>
                  </a:lnTo>
                  <a:lnTo>
                    <a:pt x="79349" y="312300"/>
                  </a:lnTo>
                  <a:lnTo>
                    <a:pt x="73520" y="298892"/>
                  </a:lnTo>
                  <a:lnTo>
                    <a:pt x="57251" y="250572"/>
                  </a:lnTo>
                  <a:lnTo>
                    <a:pt x="48743" y="207452"/>
                  </a:lnTo>
                  <a:lnTo>
                    <a:pt x="45834" y="164706"/>
                  </a:lnTo>
                  <a:lnTo>
                    <a:pt x="46379" y="144648"/>
                  </a:lnTo>
                  <a:lnTo>
                    <a:pt x="50747" y="106252"/>
                  </a:lnTo>
                  <a:lnTo>
                    <a:pt x="59930" y="68792"/>
                  </a:lnTo>
                  <a:lnTo>
                    <a:pt x="75999" y="24839"/>
                  </a:lnTo>
                  <a:lnTo>
                    <a:pt x="8671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8" name="object 398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8246681" y="7046480"/>
              <a:ext cx="209346" cy="250024"/>
            </a:xfrm>
            <a:prstGeom prst="rect">
              <a:avLst/>
            </a:prstGeom>
          </p:spPr>
        </p:pic>
        <p:pic>
          <p:nvPicPr>
            <p:cNvPr id="399" name="object 399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8499284" y="7046480"/>
              <a:ext cx="432396" cy="250304"/>
            </a:xfrm>
            <a:prstGeom prst="rect">
              <a:avLst/>
            </a:prstGeom>
          </p:spPr>
        </p:pic>
        <p:sp>
          <p:nvSpPr>
            <p:cNvPr id="400" name="object 400"/>
            <p:cNvSpPr/>
            <p:nvPr/>
          </p:nvSpPr>
          <p:spPr>
            <a:xfrm>
              <a:off x="8950350" y="7042315"/>
              <a:ext cx="86995" cy="327660"/>
            </a:xfrm>
            <a:custGeom>
              <a:avLst/>
              <a:gdLst/>
              <a:ahLst/>
              <a:cxnLst/>
              <a:rect l="l" t="t" r="r" b="b"/>
              <a:pathLst>
                <a:path w="86995" h="327659">
                  <a:moveTo>
                    <a:pt x="32550" y="0"/>
                  </a:moveTo>
                  <a:lnTo>
                    <a:pt x="0" y="0"/>
                  </a:lnTo>
                  <a:lnTo>
                    <a:pt x="10704" y="24839"/>
                  </a:lnTo>
                  <a:lnTo>
                    <a:pt x="19596" y="47769"/>
                  </a:lnTo>
                  <a:lnTo>
                    <a:pt x="31953" y="87909"/>
                  </a:lnTo>
                  <a:lnTo>
                    <a:pt x="40132" y="144648"/>
                  </a:lnTo>
                  <a:lnTo>
                    <a:pt x="40678" y="164706"/>
                  </a:lnTo>
                  <a:lnTo>
                    <a:pt x="40530" y="174574"/>
                  </a:lnTo>
                  <a:lnTo>
                    <a:pt x="36950" y="213254"/>
                  </a:lnTo>
                  <a:lnTo>
                    <a:pt x="25798" y="263671"/>
                  </a:lnTo>
                  <a:lnTo>
                    <a:pt x="12357" y="300780"/>
                  </a:lnTo>
                  <a:lnTo>
                    <a:pt x="203" y="327621"/>
                  </a:lnTo>
                  <a:lnTo>
                    <a:pt x="33337" y="327621"/>
                  </a:lnTo>
                  <a:lnTo>
                    <a:pt x="58542" y="282870"/>
                  </a:lnTo>
                  <a:lnTo>
                    <a:pt x="75412" y="237528"/>
                  </a:lnTo>
                  <a:lnTo>
                    <a:pt x="83888" y="197988"/>
                  </a:lnTo>
                  <a:lnTo>
                    <a:pt x="86715" y="161124"/>
                  </a:lnTo>
                  <a:lnTo>
                    <a:pt x="85822" y="140070"/>
                  </a:lnTo>
                  <a:lnTo>
                    <a:pt x="78678" y="98399"/>
                  </a:lnTo>
                  <a:lnTo>
                    <a:pt x="64577" y="57444"/>
                  </a:lnTo>
                  <a:lnTo>
                    <a:pt x="44637" y="18549"/>
                  </a:lnTo>
                  <a:lnTo>
                    <a:pt x="32550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1" name="object 401"/>
          <p:cNvSpPr/>
          <p:nvPr/>
        </p:nvSpPr>
        <p:spPr>
          <a:xfrm>
            <a:off x="9151581" y="7187971"/>
            <a:ext cx="194310" cy="36195"/>
          </a:xfrm>
          <a:custGeom>
            <a:avLst/>
            <a:gdLst/>
            <a:ahLst/>
            <a:cxnLst/>
            <a:rect l="l" t="t" r="r" b="b"/>
            <a:pathLst>
              <a:path w="194309" h="36195">
                <a:moveTo>
                  <a:pt x="194068" y="0"/>
                </a:moveTo>
                <a:lnTo>
                  <a:pt x="0" y="0"/>
                </a:lnTo>
                <a:lnTo>
                  <a:pt x="0" y="35915"/>
                </a:lnTo>
                <a:lnTo>
                  <a:pt x="194068" y="35915"/>
                </a:lnTo>
                <a:lnTo>
                  <a:pt x="19406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2" name="object 402"/>
          <p:cNvGrpSpPr/>
          <p:nvPr/>
        </p:nvGrpSpPr>
        <p:grpSpPr>
          <a:xfrm>
            <a:off x="9448800" y="7046480"/>
            <a:ext cx="1007110" cy="254635"/>
            <a:chOff x="9448800" y="7046480"/>
            <a:chExt cx="1007110" cy="254635"/>
          </a:xfrm>
        </p:grpSpPr>
        <p:pic>
          <p:nvPicPr>
            <p:cNvPr id="403" name="object 403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9448800" y="7051446"/>
              <a:ext cx="106756" cy="249237"/>
            </a:xfrm>
            <a:prstGeom prst="rect">
              <a:avLst/>
            </a:prstGeom>
          </p:spPr>
        </p:pic>
        <p:pic>
          <p:nvPicPr>
            <p:cNvPr id="404" name="object 404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9582759" y="7111365"/>
              <a:ext cx="295465" cy="189318"/>
            </a:xfrm>
            <a:prstGeom prst="rect">
              <a:avLst/>
            </a:prstGeom>
          </p:spPr>
        </p:pic>
        <p:pic>
          <p:nvPicPr>
            <p:cNvPr id="405" name="object 405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9904374" y="7111365"/>
              <a:ext cx="170865" cy="189318"/>
            </a:xfrm>
            <a:prstGeom prst="rect">
              <a:avLst/>
            </a:prstGeom>
          </p:spPr>
        </p:pic>
        <p:pic>
          <p:nvPicPr>
            <p:cNvPr id="406" name="object 406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10107548" y="7046480"/>
              <a:ext cx="348221" cy="254203"/>
            </a:xfrm>
            <a:prstGeom prst="rect">
              <a:avLst/>
            </a:prstGeom>
          </p:spPr>
        </p:pic>
      </p:grpSp>
      <p:grpSp>
        <p:nvGrpSpPr>
          <p:cNvPr id="407" name="object 407"/>
          <p:cNvGrpSpPr/>
          <p:nvPr/>
        </p:nvGrpSpPr>
        <p:grpSpPr>
          <a:xfrm>
            <a:off x="10577766" y="7046480"/>
            <a:ext cx="1249045" cy="254635"/>
            <a:chOff x="10577766" y="7046480"/>
            <a:chExt cx="1249045" cy="254635"/>
          </a:xfrm>
        </p:grpSpPr>
        <p:pic>
          <p:nvPicPr>
            <p:cNvPr id="408" name="object 408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10577766" y="7111365"/>
              <a:ext cx="169265" cy="189318"/>
            </a:xfrm>
            <a:prstGeom prst="rect">
              <a:avLst/>
            </a:prstGeom>
          </p:spPr>
        </p:pic>
        <p:pic>
          <p:nvPicPr>
            <p:cNvPr id="409" name="object 409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10769231" y="7051446"/>
              <a:ext cx="106756" cy="249237"/>
            </a:xfrm>
            <a:prstGeom prst="rect">
              <a:avLst/>
            </a:prstGeom>
          </p:spPr>
        </p:pic>
        <p:pic>
          <p:nvPicPr>
            <p:cNvPr id="410" name="object 410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10904182" y="7115340"/>
              <a:ext cx="164706" cy="185343"/>
            </a:xfrm>
            <a:prstGeom prst="rect">
              <a:avLst/>
            </a:prstGeom>
          </p:spPr>
        </p:pic>
        <p:sp>
          <p:nvSpPr>
            <p:cNvPr id="411" name="object 411"/>
            <p:cNvSpPr/>
            <p:nvPr/>
          </p:nvSpPr>
          <p:spPr>
            <a:xfrm>
              <a:off x="11107878" y="7046480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5" h="254634">
                  <a:moveTo>
                    <a:pt x="76312" y="64884"/>
                  </a:moveTo>
                  <a:lnTo>
                    <a:pt x="59679" y="66460"/>
                  </a:lnTo>
                  <a:lnTo>
                    <a:pt x="60223" y="66460"/>
                  </a:lnTo>
                  <a:lnTo>
                    <a:pt x="46050" y="70891"/>
                  </a:lnTo>
                  <a:lnTo>
                    <a:pt x="12650" y="101396"/>
                  </a:lnTo>
                  <a:lnTo>
                    <a:pt x="108" y="155575"/>
                  </a:lnTo>
                  <a:lnTo>
                    <a:pt x="0" y="160134"/>
                  </a:lnTo>
                  <a:lnTo>
                    <a:pt x="1299" y="180034"/>
                  </a:lnTo>
                  <a:lnTo>
                    <a:pt x="22134" y="228993"/>
                  </a:lnTo>
                  <a:lnTo>
                    <a:pt x="60609" y="252627"/>
                  </a:lnTo>
                  <a:lnTo>
                    <a:pt x="75715" y="254203"/>
                  </a:lnTo>
                  <a:lnTo>
                    <a:pt x="83343" y="253731"/>
                  </a:lnTo>
                  <a:lnTo>
                    <a:pt x="120165" y="236985"/>
                  </a:lnTo>
                  <a:lnTo>
                    <a:pt x="132268" y="223443"/>
                  </a:lnTo>
                  <a:lnTo>
                    <a:pt x="176718" y="223443"/>
                  </a:lnTo>
                  <a:lnTo>
                    <a:pt x="176718" y="216293"/>
                  </a:lnTo>
                  <a:lnTo>
                    <a:pt x="89406" y="216293"/>
                  </a:lnTo>
                  <a:lnTo>
                    <a:pt x="79882" y="215153"/>
                  </a:lnTo>
                  <a:lnTo>
                    <a:pt x="79657" y="215153"/>
                  </a:lnTo>
                  <a:lnTo>
                    <a:pt x="70856" y="211580"/>
                  </a:lnTo>
                  <a:lnTo>
                    <a:pt x="49427" y="169057"/>
                  </a:lnTo>
                  <a:lnTo>
                    <a:pt x="49099" y="160134"/>
                  </a:lnTo>
                  <a:lnTo>
                    <a:pt x="49048" y="158750"/>
                  </a:lnTo>
                  <a:lnTo>
                    <a:pt x="60437" y="115087"/>
                  </a:lnTo>
                  <a:lnTo>
                    <a:pt x="89012" y="101396"/>
                  </a:lnTo>
                  <a:lnTo>
                    <a:pt x="176718" y="101396"/>
                  </a:lnTo>
                  <a:lnTo>
                    <a:pt x="176718" y="90093"/>
                  </a:lnTo>
                  <a:lnTo>
                    <a:pt x="128903" y="90093"/>
                  </a:lnTo>
                  <a:lnTo>
                    <a:pt x="117280" y="79066"/>
                  </a:lnTo>
                  <a:lnTo>
                    <a:pt x="104641" y="71188"/>
                  </a:lnTo>
                  <a:lnTo>
                    <a:pt x="90986" y="66460"/>
                  </a:lnTo>
                  <a:lnTo>
                    <a:pt x="76312" y="64884"/>
                  </a:lnTo>
                  <a:close/>
                </a:path>
                <a:path w="177165" h="254634">
                  <a:moveTo>
                    <a:pt x="176718" y="223443"/>
                  </a:moveTo>
                  <a:lnTo>
                    <a:pt x="132268" y="223443"/>
                  </a:lnTo>
                  <a:lnTo>
                    <a:pt x="132268" y="250024"/>
                  </a:lnTo>
                  <a:lnTo>
                    <a:pt x="176718" y="250024"/>
                  </a:lnTo>
                  <a:lnTo>
                    <a:pt x="176718" y="223443"/>
                  </a:lnTo>
                  <a:close/>
                </a:path>
                <a:path w="177165" h="254634">
                  <a:moveTo>
                    <a:pt x="176718" y="101396"/>
                  </a:moveTo>
                  <a:lnTo>
                    <a:pt x="89012" y="101396"/>
                  </a:lnTo>
                  <a:lnTo>
                    <a:pt x="97361" y="102265"/>
                  </a:lnTo>
                  <a:lnTo>
                    <a:pt x="104940" y="104871"/>
                  </a:lnTo>
                  <a:lnTo>
                    <a:pt x="128386" y="145651"/>
                  </a:lnTo>
                  <a:lnTo>
                    <a:pt x="129026" y="158750"/>
                  </a:lnTo>
                  <a:lnTo>
                    <a:pt x="129093" y="160134"/>
                  </a:lnTo>
                  <a:lnTo>
                    <a:pt x="117384" y="202209"/>
                  </a:lnTo>
                  <a:lnTo>
                    <a:pt x="89406" y="216293"/>
                  </a:lnTo>
                  <a:lnTo>
                    <a:pt x="176718" y="216293"/>
                  </a:lnTo>
                  <a:lnTo>
                    <a:pt x="176718" y="101396"/>
                  </a:lnTo>
                  <a:close/>
                </a:path>
                <a:path w="177165" h="254634">
                  <a:moveTo>
                    <a:pt x="176718" y="0"/>
                  </a:moveTo>
                  <a:lnTo>
                    <a:pt x="128903" y="0"/>
                  </a:lnTo>
                  <a:lnTo>
                    <a:pt x="128903" y="90093"/>
                  </a:lnTo>
                  <a:lnTo>
                    <a:pt x="176718" y="90093"/>
                  </a:lnTo>
                  <a:lnTo>
                    <a:pt x="1767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2" name="object 412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11317948" y="7111365"/>
              <a:ext cx="169075" cy="189318"/>
            </a:xfrm>
            <a:prstGeom prst="rect">
              <a:avLst/>
            </a:prstGeom>
          </p:spPr>
        </p:pic>
        <p:pic>
          <p:nvPicPr>
            <p:cNvPr id="413" name="object 413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11525885" y="7111365"/>
              <a:ext cx="164896" cy="185140"/>
            </a:xfrm>
            <a:prstGeom prst="rect">
              <a:avLst/>
            </a:prstGeom>
          </p:spPr>
        </p:pic>
        <p:pic>
          <p:nvPicPr>
            <p:cNvPr id="414" name="object 414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11719776" y="7051446"/>
              <a:ext cx="106756" cy="249237"/>
            </a:xfrm>
            <a:prstGeom prst="rect">
              <a:avLst/>
            </a:prstGeom>
          </p:spPr>
        </p:pic>
      </p:grpSp>
      <p:grpSp>
        <p:nvGrpSpPr>
          <p:cNvPr id="415" name="object 415"/>
          <p:cNvGrpSpPr/>
          <p:nvPr/>
        </p:nvGrpSpPr>
        <p:grpSpPr>
          <a:xfrm>
            <a:off x="11949176" y="7051446"/>
            <a:ext cx="1312545" cy="318770"/>
            <a:chOff x="11949176" y="7051446"/>
            <a:chExt cx="1312545" cy="318770"/>
          </a:xfrm>
        </p:grpSpPr>
        <p:sp>
          <p:nvSpPr>
            <p:cNvPr id="416" name="object 416"/>
            <p:cNvSpPr/>
            <p:nvPr/>
          </p:nvSpPr>
          <p:spPr>
            <a:xfrm>
              <a:off x="11949176" y="7111364"/>
              <a:ext cx="266700" cy="185420"/>
            </a:xfrm>
            <a:custGeom>
              <a:avLst/>
              <a:gdLst/>
              <a:ahLst/>
              <a:cxnLst/>
              <a:rect l="l" t="t" r="r" b="b"/>
              <a:pathLst>
                <a:path w="266700" h="185420">
                  <a:moveTo>
                    <a:pt x="207162" y="0"/>
                  </a:moveTo>
                  <a:lnTo>
                    <a:pt x="164204" y="16130"/>
                  </a:lnTo>
                  <a:lnTo>
                    <a:pt x="151803" y="28778"/>
                  </a:lnTo>
                  <a:lnTo>
                    <a:pt x="147438" y="21996"/>
                  </a:lnTo>
                  <a:lnTo>
                    <a:pt x="109038" y="447"/>
                  </a:lnTo>
                  <a:lnTo>
                    <a:pt x="100609" y="0"/>
                  </a:lnTo>
                  <a:lnTo>
                    <a:pt x="84807" y="1799"/>
                  </a:lnTo>
                  <a:lnTo>
                    <a:pt x="70146" y="7197"/>
                  </a:lnTo>
                  <a:lnTo>
                    <a:pt x="56627" y="16191"/>
                  </a:lnTo>
                  <a:lnTo>
                    <a:pt x="44246" y="28778"/>
                  </a:lnTo>
                  <a:lnTo>
                    <a:pt x="44246" y="3975"/>
                  </a:lnTo>
                  <a:lnTo>
                    <a:pt x="0" y="3975"/>
                  </a:lnTo>
                  <a:lnTo>
                    <a:pt x="0" y="185140"/>
                  </a:lnTo>
                  <a:lnTo>
                    <a:pt x="48018" y="185140"/>
                  </a:lnTo>
                  <a:lnTo>
                    <a:pt x="48018" y="97243"/>
                  </a:lnTo>
                  <a:lnTo>
                    <a:pt x="48254" y="85088"/>
                  </a:lnTo>
                  <a:lnTo>
                    <a:pt x="58534" y="46634"/>
                  </a:lnTo>
                  <a:lnTo>
                    <a:pt x="77127" y="36512"/>
                  </a:lnTo>
                  <a:lnTo>
                    <a:pt x="90614" y="36512"/>
                  </a:lnTo>
                  <a:lnTo>
                    <a:pt x="109375" y="73900"/>
                  </a:lnTo>
                  <a:lnTo>
                    <a:pt x="109537" y="85928"/>
                  </a:lnTo>
                  <a:lnTo>
                    <a:pt x="109537" y="185140"/>
                  </a:lnTo>
                  <a:lnTo>
                    <a:pt x="157365" y="185140"/>
                  </a:lnTo>
                  <a:lnTo>
                    <a:pt x="157365" y="98234"/>
                  </a:lnTo>
                  <a:lnTo>
                    <a:pt x="157613" y="86289"/>
                  </a:lnTo>
                  <a:lnTo>
                    <a:pt x="168211" y="46774"/>
                  </a:lnTo>
                  <a:lnTo>
                    <a:pt x="186334" y="36512"/>
                  </a:lnTo>
                  <a:lnTo>
                    <a:pt x="202336" y="36512"/>
                  </a:lnTo>
                  <a:lnTo>
                    <a:pt x="218478" y="81559"/>
                  </a:lnTo>
                  <a:lnTo>
                    <a:pt x="218478" y="185140"/>
                  </a:lnTo>
                  <a:lnTo>
                    <a:pt x="266496" y="185140"/>
                  </a:lnTo>
                  <a:lnTo>
                    <a:pt x="266496" y="69253"/>
                  </a:lnTo>
                  <a:lnTo>
                    <a:pt x="266187" y="57237"/>
                  </a:lnTo>
                  <a:lnTo>
                    <a:pt x="252857" y="18011"/>
                  </a:lnTo>
                  <a:lnTo>
                    <a:pt x="216701" y="509"/>
                  </a:lnTo>
                  <a:lnTo>
                    <a:pt x="207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7" name="object 417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12250788" y="7111364"/>
              <a:ext cx="170053" cy="189318"/>
            </a:xfrm>
            <a:prstGeom prst="rect">
              <a:avLst/>
            </a:prstGeom>
          </p:spPr>
        </p:pic>
        <p:pic>
          <p:nvPicPr>
            <p:cNvPr id="418" name="object 418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12440653" y="7111364"/>
              <a:ext cx="169265" cy="189318"/>
            </a:xfrm>
            <a:prstGeom prst="rect">
              <a:avLst/>
            </a:prstGeom>
          </p:spPr>
        </p:pic>
        <p:pic>
          <p:nvPicPr>
            <p:cNvPr id="419" name="object 419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12632105" y="7051446"/>
              <a:ext cx="291134" cy="249237"/>
            </a:xfrm>
            <a:prstGeom prst="rect">
              <a:avLst/>
            </a:prstGeom>
          </p:spPr>
        </p:pic>
        <p:pic>
          <p:nvPicPr>
            <p:cNvPr id="420" name="object 420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12960311" y="7111364"/>
              <a:ext cx="117271" cy="185140"/>
            </a:xfrm>
            <a:prstGeom prst="rect">
              <a:avLst/>
            </a:prstGeom>
          </p:spPr>
        </p:pic>
        <p:sp>
          <p:nvSpPr>
            <p:cNvPr id="421" name="object 421"/>
            <p:cNvSpPr/>
            <p:nvPr/>
          </p:nvSpPr>
          <p:spPr>
            <a:xfrm>
              <a:off x="13075589" y="7115340"/>
              <a:ext cx="186690" cy="254635"/>
            </a:xfrm>
            <a:custGeom>
              <a:avLst/>
              <a:gdLst/>
              <a:ahLst/>
              <a:cxnLst/>
              <a:rect l="l" t="t" r="r" b="b"/>
              <a:pathLst>
                <a:path w="186690" h="254634">
                  <a:moveTo>
                    <a:pt x="186131" y="0"/>
                  </a:moveTo>
                  <a:lnTo>
                    <a:pt x="136525" y="0"/>
                  </a:lnTo>
                  <a:lnTo>
                    <a:pt x="94259" y="128587"/>
                  </a:lnTo>
                  <a:lnTo>
                    <a:pt x="50990" y="0"/>
                  </a:lnTo>
                  <a:lnTo>
                    <a:pt x="0" y="0"/>
                  </a:lnTo>
                  <a:lnTo>
                    <a:pt x="68859" y="181762"/>
                  </a:lnTo>
                  <a:lnTo>
                    <a:pt x="66525" y="188970"/>
                  </a:lnTo>
                  <a:lnTo>
                    <a:pt x="31940" y="216496"/>
                  </a:lnTo>
                  <a:lnTo>
                    <a:pt x="25857" y="216496"/>
                  </a:lnTo>
                  <a:lnTo>
                    <a:pt x="19050" y="215760"/>
                  </a:lnTo>
                  <a:lnTo>
                    <a:pt x="11506" y="214312"/>
                  </a:lnTo>
                  <a:lnTo>
                    <a:pt x="15875" y="251815"/>
                  </a:lnTo>
                  <a:lnTo>
                    <a:pt x="22559" y="253032"/>
                  </a:lnTo>
                  <a:lnTo>
                    <a:pt x="29316" y="253901"/>
                  </a:lnTo>
                  <a:lnTo>
                    <a:pt x="36147" y="254423"/>
                  </a:lnTo>
                  <a:lnTo>
                    <a:pt x="52057" y="254596"/>
                  </a:lnTo>
                  <a:lnTo>
                    <a:pt x="60121" y="253606"/>
                  </a:lnTo>
                  <a:lnTo>
                    <a:pt x="94983" y="235737"/>
                  </a:lnTo>
                  <a:lnTo>
                    <a:pt x="122237" y="174421"/>
                  </a:lnTo>
                  <a:lnTo>
                    <a:pt x="1861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2" name="object 422"/>
          <p:cNvGrpSpPr/>
          <p:nvPr/>
        </p:nvGrpSpPr>
        <p:grpSpPr>
          <a:xfrm>
            <a:off x="13388086" y="7046480"/>
            <a:ext cx="1233170" cy="319405"/>
            <a:chOff x="13388086" y="7046480"/>
            <a:chExt cx="1233170" cy="319405"/>
          </a:xfrm>
        </p:grpSpPr>
        <p:pic>
          <p:nvPicPr>
            <p:cNvPr id="423" name="object 423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13388086" y="7111365"/>
              <a:ext cx="176809" cy="254000"/>
            </a:xfrm>
            <a:prstGeom prst="rect">
              <a:avLst/>
            </a:prstGeom>
          </p:spPr>
        </p:pic>
        <p:pic>
          <p:nvPicPr>
            <p:cNvPr id="424" name="object 424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13600824" y="7111365"/>
              <a:ext cx="313715" cy="189318"/>
            </a:xfrm>
            <a:prstGeom prst="rect">
              <a:avLst/>
            </a:prstGeom>
          </p:spPr>
        </p:pic>
        <p:sp>
          <p:nvSpPr>
            <p:cNvPr id="425" name="object 425"/>
            <p:cNvSpPr/>
            <p:nvPr/>
          </p:nvSpPr>
          <p:spPr>
            <a:xfrm>
              <a:off x="13950074" y="7046480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5" h="254634">
                  <a:moveTo>
                    <a:pt x="158767" y="223443"/>
                  </a:moveTo>
                  <a:lnTo>
                    <a:pt x="44450" y="223443"/>
                  </a:lnTo>
                  <a:lnTo>
                    <a:pt x="50167" y="230534"/>
                  </a:lnTo>
                  <a:lnTo>
                    <a:pt x="85678" y="252263"/>
                  </a:lnTo>
                  <a:lnTo>
                    <a:pt x="101206" y="254203"/>
                  </a:lnTo>
                  <a:lnTo>
                    <a:pt x="116384" y="252639"/>
                  </a:lnTo>
                  <a:lnTo>
                    <a:pt x="130373" y="247948"/>
                  </a:lnTo>
                  <a:lnTo>
                    <a:pt x="143174" y="240133"/>
                  </a:lnTo>
                  <a:lnTo>
                    <a:pt x="154787" y="229196"/>
                  </a:lnTo>
                  <a:lnTo>
                    <a:pt x="158767" y="223443"/>
                  </a:lnTo>
                  <a:close/>
                </a:path>
                <a:path w="177165" h="254634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4450" y="250024"/>
                  </a:lnTo>
                  <a:lnTo>
                    <a:pt x="44450" y="223443"/>
                  </a:lnTo>
                  <a:lnTo>
                    <a:pt x="158767" y="223443"/>
                  </a:lnTo>
                  <a:lnTo>
                    <a:pt x="163713" y="216293"/>
                  </a:lnTo>
                  <a:lnTo>
                    <a:pt x="89496" y="216293"/>
                  </a:lnTo>
                  <a:lnTo>
                    <a:pt x="79688" y="215103"/>
                  </a:lnTo>
                  <a:lnTo>
                    <a:pt x="49807" y="180081"/>
                  </a:lnTo>
                  <a:lnTo>
                    <a:pt x="47707" y="157556"/>
                  </a:lnTo>
                  <a:lnTo>
                    <a:pt x="47625" y="155575"/>
                  </a:lnTo>
                  <a:lnTo>
                    <a:pt x="58940" y="114896"/>
                  </a:lnTo>
                  <a:lnTo>
                    <a:pt x="71720" y="104871"/>
                  </a:lnTo>
                  <a:lnTo>
                    <a:pt x="71581" y="104871"/>
                  </a:lnTo>
                  <a:lnTo>
                    <a:pt x="79359" y="102265"/>
                  </a:lnTo>
                  <a:lnTo>
                    <a:pt x="79183" y="102265"/>
                  </a:lnTo>
                  <a:lnTo>
                    <a:pt x="87706" y="101396"/>
                  </a:lnTo>
                  <a:lnTo>
                    <a:pt x="164123" y="101396"/>
                  </a:lnTo>
                  <a:lnTo>
                    <a:pt x="156035" y="90093"/>
                  </a:lnTo>
                  <a:lnTo>
                    <a:pt x="48018" y="90093"/>
                  </a:lnTo>
                  <a:lnTo>
                    <a:pt x="48018" y="0"/>
                  </a:lnTo>
                  <a:close/>
                </a:path>
                <a:path w="177165" h="254634">
                  <a:moveTo>
                    <a:pt x="164123" y="101396"/>
                  </a:moveTo>
                  <a:lnTo>
                    <a:pt x="87706" y="101396"/>
                  </a:lnTo>
                  <a:lnTo>
                    <a:pt x="96055" y="102265"/>
                  </a:lnTo>
                  <a:lnTo>
                    <a:pt x="103633" y="104871"/>
                  </a:lnTo>
                  <a:lnTo>
                    <a:pt x="127092" y="145544"/>
                  </a:lnTo>
                  <a:lnTo>
                    <a:pt x="127585" y="155575"/>
                  </a:lnTo>
                  <a:lnTo>
                    <a:pt x="127682" y="157556"/>
                  </a:lnTo>
                  <a:lnTo>
                    <a:pt x="116484" y="202806"/>
                  </a:lnTo>
                  <a:lnTo>
                    <a:pt x="89496" y="216293"/>
                  </a:lnTo>
                  <a:lnTo>
                    <a:pt x="163713" y="216293"/>
                  </a:lnTo>
                  <a:lnTo>
                    <a:pt x="175433" y="179449"/>
                  </a:lnTo>
                  <a:lnTo>
                    <a:pt x="176809" y="157556"/>
                  </a:lnTo>
                  <a:lnTo>
                    <a:pt x="175457" y="136448"/>
                  </a:lnTo>
                  <a:lnTo>
                    <a:pt x="171400" y="117970"/>
                  </a:lnTo>
                  <a:lnTo>
                    <a:pt x="164703" y="102265"/>
                  </a:lnTo>
                  <a:lnTo>
                    <a:pt x="164123" y="101396"/>
                  </a:lnTo>
                  <a:close/>
                </a:path>
                <a:path w="177165" h="254634">
                  <a:moveTo>
                    <a:pt x="100406" y="64884"/>
                  </a:moveTo>
                  <a:lnTo>
                    <a:pt x="85751" y="66460"/>
                  </a:lnTo>
                  <a:lnTo>
                    <a:pt x="72135" y="71188"/>
                  </a:lnTo>
                  <a:lnTo>
                    <a:pt x="59558" y="79066"/>
                  </a:lnTo>
                  <a:lnTo>
                    <a:pt x="48018" y="90093"/>
                  </a:lnTo>
                  <a:lnTo>
                    <a:pt x="156035" y="90093"/>
                  </a:lnTo>
                  <a:lnTo>
                    <a:pt x="155181" y="88900"/>
                  </a:lnTo>
                  <a:lnTo>
                    <a:pt x="143643" y="78396"/>
                  </a:lnTo>
                  <a:lnTo>
                    <a:pt x="130670" y="70891"/>
                  </a:lnTo>
                  <a:lnTo>
                    <a:pt x="116495" y="66460"/>
                  </a:lnTo>
                  <a:lnTo>
                    <a:pt x="117039" y="66460"/>
                  </a:lnTo>
                  <a:lnTo>
                    <a:pt x="100406" y="64884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6" name="object 426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14152893" y="7111365"/>
              <a:ext cx="170065" cy="189318"/>
            </a:xfrm>
            <a:prstGeom prst="rect">
              <a:avLst/>
            </a:prstGeom>
          </p:spPr>
        </p:pic>
        <p:sp>
          <p:nvSpPr>
            <p:cNvPr id="427" name="object 427"/>
            <p:cNvSpPr/>
            <p:nvPr/>
          </p:nvSpPr>
          <p:spPr>
            <a:xfrm>
              <a:off x="14357643" y="7046480"/>
              <a:ext cx="263525" cy="254635"/>
            </a:xfrm>
            <a:custGeom>
              <a:avLst/>
              <a:gdLst/>
              <a:ahLst/>
              <a:cxnLst/>
              <a:rect l="l" t="t" r="r" b="b"/>
              <a:pathLst>
                <a:path w="263525" h="254634">
                  <a:moveTo>
                    <a:pt x="176809" y="157556"/>
                  </a:moveTo>
                  <a:lnTo>
                    <a:pt x="171399" y="117970"/>
                  </a:lnTo>
                  <a:lnTo>
                    <a:pt x="156032" y="90093"/>
                  </a:lnTo>
                  <a:lnTo>
                    <a:pt x="155181" y="88900"/>
                  </a:lnTo>
                  <a:lnTo>
                    <a:pt x="143637" y="78397"/>
                  </a:lnTo>
                  <a:lnTo>
                    <a:pt x="130670" y="70891"/>
                  </a:lnTo>
                  <a:lnTo>
                    <a:pt x="127800" y="70002"/>
                  </a:lnTo>
                  <a:lnTo>
                    <a:pt x="127800" y="159943"/>
                  </a:lnTo>
                  <a:lnTo>
                    <a:pt x="127088" y="173570"/>
                  </a:lnTo>
                  <a:lnTo>
                    <a:pt x="110629" y="208711"/>
                  </a:lnTo>
                  <a:lnTo>
                    <a:pt x="89496" y="216293"/>
                  </a:lnTo>
                  <a:lnTo>
                    <a:pt x="79679" y="215112"/>
                  </a:lnTo>
                  <a:lnTo>
                    <a:pt x="49796" y="180086"/>
                  </a:lnTo>
                  <a:lnTo>
                    <a:pt x="47802" y="159943"/>
                  </a:lnTo>
                  <a:lnTo>
                    <a:pt x="47701" y="157556"/>
                  </a:lnTo>
                  <a:lnTo>
                    <a:pt x="58940" y="114896"/>
                  </a:lnTo>
                  <a:lnTo>
                    <a:pt x="71716" y="104876"/>
                  </a:lnTo>
                  <a:lnTo>
                    <a:pt x="71577" y="104876"/>
                  </a:lnTo>
                  <a:lnTo>
                    <a:pt x="79362" y="102273"/>
                  </a:lnTo>
                  <a:lnTo>
                    <a:pt x="79184" y="102273"/>
                  </a:lnTo>
                  <a:lnTo>
                    <a:pt x="87718" y="101396"/>
                  </a:lnTo>
                  <a:lnTo>
                    <a:pt x="121424" y="123228"/>
                  </a:lnTo>
                  <a:lnTo>
                    <a:pt x="127673" y="157556"/>
                  </a:lnTo>
                  <a:lnTo>
                    <a:pt x="127800" y="159943"/>
                  </a:lnTo>
                  <a:lnTo>
                    <a:pt x="127800" y="70002"/>
                  </a:lnTo>
                  <a:lnTo>
                    <a:pt x="116497" y="66471"/>
                  </a:lnTo>
                  <a:lnTo>
                    <a:pt x="117043" y="66471"/>
                  </a:lnTo>
                  <a:lnTo>
                    <a:pt x="100418" y="64884"/>
                  </a:lnTo>
                  <a:lnTo>
                    <a:pt x="85750" y="66471"/>
                  </a:lnTo>
                  <a:lnTo>
                    <a:pt x="72136" y="71196"/>
                  </a:lnTo>
                  <a:lnTo>
                    <a:pt x="59563" y="79070"/>
                  </a:lnTo>
                  <a:lnTo>
                    <a:pt x="48031" y="90093"/>
                  </a:lnTo>
                  <a:lnTo>
                    <a:pt x="48031" y="0"/>
                  </a:lnTo>
                  <a:lnTo>
                    <a:pt x="0" y="0"/>
                  </a:lnTo>
                  <a:lnTo>
                    <a:pt x="0" y="250024"/>
                  </a:lnTo>
                  <a:lnTo>
                    <a:pt x="44450" y="250024"/>
                  </a:lnTo>
                  <a:lnTo>
                    <a:pt x="44450" y="223443"/>
                  </a:lnTo>
                  <a:lnTo>
                    <a:pt x="50165" y="230543"/>
                  </a:lnTo>
                  <a:lnTo>
                    <a:pt x="85674" y="252272"/>
                  </a:lnTo>
                  <a:lnTo>
                    <a:pt x="101206" y="254203"/>
                  </a:lnTo>
                  <a:lnTo>
                    <a:pt x="116382" y="252641"/>
                  </a:lnTo>
                  <a:lnTo>
                    <a:pt x="154787" y="229196"/>
                  </a:lnTo>
                  <a:lnTo>
                    <a:pt x="163703" y="216293"/>
                  </a:lnTo>
                  <a:lnTo>
                    <a:pt x="164287" y="215455"/>
                  </a:lnTo>
                  <a:lnTo>
                    <a:pt x="164414" y="215277"/>
                  </a:lnTo>
                  <a:lnTo>
                    <a:pt x="171297" y="198691"/>
                  </a:lnTo>
                  <a:lnTo>
                    <a:pt x="175425" y="179451"/>
                  </a:lnTo>
                  <a:lnTo>
                    <a:pt x="176809" y="157556"/>
                  </a:lnTo>
                  <a:close/>
                </a:path>
                <a:path w="263525" h="254634">
                  <a:moveTo>
                    <a:pt x="263347" y="68859"/>
                  </a:moveTo>
                  <a:lnTo>
                    <a:pt x="215328" y="68859"/>
                  </a:lnTo>
                  <a:lnTo>
                    <a:pt x="215328" y="250024"/>
                  </a:lnTo>
                  <a:lnTo>
                    <a:pt x="263347" y="250024"/>
                  </a:lnTo>
                  <a:lnTo>
                    <a:pt x="263347" y="68859"/>
                  </a:lnTo>
                  <a:close/>
                </a:path>
                <a:path w="263525" h="254634">
                  <a:moveTo>
                    <a:pt x="263347" y="0"/>
                  </a:moveTo>
                  <a:lnTo>
                    <a:pt x="215328" y="0"/>
                  </a:lnTo>
                  <a:lnTo>
                    <a:pt x="215328" y="44450"/>
                  </a:lnTo>
                  <a:lnTo>
                    <a:pt x="263347" y="44450"/>
                  </a:lnTo>
                  <a:lnTo>
                    <a:pt x="26334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  <p:sp>
        <p:nvSpPr>
          <p:cNvPr id="428" name="object 428"/>
          <p:cNvSpPr/>
          <p:nvPr/>
        </p:nvSpPr>
        <p:spPr>
          <a:xfrm>
            <a:off x="14669999" y="7046480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59" h="250190">
                <a:moveTo>
                  <a:pt x="48018" y="0"/>
                </a:moveTo>
                <a:lnTo>
                  <a:pt x="0" y="0"/>
                </a:lnTo>
                <a:lnTo>
                  <a:pt x="0" y="250024"/>
                </a:lnTo>
                <a:lnTo>
                  <a:pt x="48018" y="250024"/>
                </a:lnTo>
                <a:lnTo>
                  <a:pt x="4801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9" name="object 429"/>
          <p:cNvGrpSpPr/>
          <p:nvPr/>
        </p:nvGrpSpPr>
        <p:grpSpPr>
          <a:xfrm>
            <a:off x="14767027" y="7046480"/>
            <a:ext cx="377190" cy="323850"/>
            <a:chOff x="14767027" y="7046480"/>
            <a:chExt cx="377190" cy="323850"/>
          </a:xfrm>
        </p:grpSpPr>
        <p:sp>
          <p:nvSpPr>
            <p:cNvPr id="430" name="object 430"/>
            <p:cNvSpPr/>
            <p:nvPr/>
          </p:nvSpPr>
          <p:spPr>
            <a:xfrm>
              <a:off x="14767028" y="7046480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90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90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1" name="object 431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14844408" y="7051446"/>
              <a:ext cx="106768" cy="249237"/>
            </a:xfrm>
            <a:prstGeom prst="rect">
              <a:avLst/>
            </a:prstGeom>
          </p:spPr>
        </p:pic>
        <p:sp>
          <p:nvSpPr>
            <p:cNvPr id="432" name="object 432"/>
            <p:cNvSpPr/>
            <p:nvPr/>
          </p:nvSpPr>
          <p:spPr>
            <a:xfrm>
              <a:off x="14957743" y="7115340"/>
              <a:ext cx="186690" cy="254635"/>
            </a:xfrm>
            <a:custGeom>
              <a:avLst/>
              <a:gdLst/>
              <a:ahLst/>
              <a:cxnLst/>
              <a:rect l="l" t="t" r="r" b="b"/>
              <a:pathLst>
                <a:path w="186690" h="254634">
                  <a:moveTo>
                    <a:pt x="186131" y="0"/>
                  </a:moveTo>
                  <a:lnTo>
                    <a:pt x="136525" y="0"/>
                  </a:lnTo>
                  <a:lnTo>
                    <a:pt x="94259" y="128587"/>
                  </a:lnTo>
                  <a:lnTo>
                    <a:pt x="50990" y="0"/>
                  </a:lnTo>
                  <a:lnTo>
                    <a:pt x="0" y="0"/>
                  </a:lnTo>
                  <a:lnTo>
                    <a:pt x="68859" y="181762"/>
                  </a:lnTo>
                  <a:lnTo>
                    <a:pt x="66525" y="188970"/>
                  </a:lnTo>
                  <a:lnTo>
                    <a:pt x="31940" y="216496"/>
                  </a:lnTo>
                  <a:lnTo>
                    <a:pt x="25857" y="216496"/>
                  </a:lnTo>
                  <a:lnTo>
                    <a:pt x="19050" y="215760"/>
                  </a:lnTo>
                  <a:lnTo>
                    <a:pt x="11506" y="214312"/>
                  </a:lnTo>
                  <a:lnTo>
                    <a:pt x="15875" y="251815"/>
                  </a:lnTo>
                  <a:lnTo>
                    <a:pt x="22559" y="253032"/>
                  </a:lnTo>
                  <a:lnTo>
                    <a:pt x="29316" y="253901"/>
                  </a:lnTo>
                  <a:lnTo>
                    <a:pt x="36147" y="254423"/>
                  </a:lnTo>
                  <a:lnTo>
                    <a:pt x="52057" y="254596"/>
                  </a:lnTo>
                  <a:lnTo>
                    <a:pt x="60121" y="253606"/>
                  </a:lnTo>
                  <a:lnTo>
                    <a:pt x="94983" y="235737"/>
                  </a:lnTo>
                  <a:lnTo>
                    <a:pt x="122237" y="174421"/>
                  </a:lnTo>
                  <a:lnTo>
                    <a:pt x="1861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33" name="object 43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75873" y="7622755"/>
            <a:ext cx="86320" cy="86321"/>
          </a:xfrm>
          <a:prstGeom prst="rect">
            <a:avLst/>
          </a:prstGeom>
        </p:spPr>
      </p:pic>
      <p:grpSp>
        <p:nvGrpSpPr>
          <p:cNvPr id="434" name="object 434"/>
          <p:cNvGrpSpPr/>
          <p:nvPr/>
        </p:nvGrpSpPr>
        <p:grpSpPr>
          <a:xfrm>
            <a:off x="3181382" y="7538224"/>
            <a:ext cx="922019" cy="254635"/>
            <a:chOff x="3181382" y="7538224"/>
            <a:chExt cx="922019" cy="254635"/>
          </a:xfrm>
        </p:grpSpPr>
        <p:pic>
          <p:nvPicPr>
            <p:cNvPr id="435" name="object 435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3181382" y="7538224"/>
              <a:ext cx="406798" cy="254203"/>
            </a:xfrm>
            <a:prstGeom prst="rect">
              <a:avLst/>
            </a:prstGeom>
          </p:spPr>
        </p:pic>
        <p:pic>
          <p:nvPicPr>
            <p:cNvPr id="436" name="object 436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3614738" y="7603108"/>
              <a:ext cx="170060" cy="189318"/>
            </a:xfrm>
            <a:prstGeom prst="rect">
              <a:avLst/>
            </a:prstGeom>
          </p:spPr>
        </p:pic>
        <p:pic>
          <p:nvPicPr>
            <p:cNvPr id="437" name="object 437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3810958" y="7543190"/>
              <a:ext cx="291865" cy="249237"/>
            </a:xfrm>
            <a:prstGeom prst="rect">
              <a:avLst/>
            </a:prstGeom>
          </p:spPr>
        </p:pic>
      </p:grpSp>
      <p:grpSp>
        <p:nvGrpSpPr>
          <p:cNvPr id="438" name="object 438"/>
          <p:cNvGrpSpPr/>
          <p:nvPr/>
        </p:nvGrpSpPr>
        <p:grpSpPr>
          <a:xfrm>
            <a:off x="4230039" y="7538224"/>
            <a:ext cx="1008380" cy="254635"/>
            <a:chOff x="4230039" y="7538224"/>
            <a:chExt cx="1008380" cy="254635"/>
          </a:xfrm>
        </p:grpSpPr>
        <p:pic>
          <p:nvPicPr>
            <p:cNvPr id="439" name="object 439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4230039" y="7538224"/>
              <a:ext cx="198234" cy="250024"/>
            </a:xfrm>
            <a:prstGeom prst="rect">
              <a:avLst/>
            </a:prstGeom>
          </p:spPr>
        </p:pic>
        <p:pic>
          <p:nvPicPr>
            <p:cNvPr id="440" name="object 440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4468761" y="7543190"/>
              <a:ext cx="293852" cy="249237"/>
            </a:xfrm>
            <a:prstGeom prst="rect">
              <a:avLst/>
            </a:prstGeom>
          </p:spPr>
        </p:pic>
        <p:sp>
          <p:nvSpPr>
            <p:cNvPr id="441" name="object 441"/>
            <p:cNvSpPr/>
            <p:nvPr/>
          </p:nvSpPr>
          <p:spPr>
            <a:xfrm>
              <a:off x="4791799" y="753822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90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60" h="250190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2" name="object 442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4865611" y="7603108"/>
              <a:ext cx="372630" cy="189318"/>
            </a:xfrm>
            <a:prstGeom prst="rect">
              <a:avLst/>
            </a:prstGeom>
          </p:spPr>
        </p:pic>
      </p:grpSp>
      <p:sp>
        <p:nvSpPr>
          <p:cNvPr id="443" name="object 443"/>
          <p:cNvSpPr/>
          <p:nvPr/>
        </p:nvSpPr>
        <p:spPr>
          <a:xfrm>
            <a:off x="5348732" y="7679715"/>
            <a:ext cx="194310" cy="36195"/>
          </a:xfrm>
          <a:custGeom>
            <a:avLst/>
            <a:gdLst/>
            <a:ahLst/>
            <a:cxnLst/>
            <a:rect l="l" t="t" r="r" b="b"/>
            <a:pathLst>
              <a:path w="194310" h="36195">
                <a:moveTo>
                  <a:pt x="194068" y="0"/>
                </a:moveTo>
                <a:lnTo>
                  <a:pt x="0" y="0"/>
                </a:lnTo>
                <a:lnTo>
                  <a:pt x="0" y="35915"/>
                </a:lnTo>
                <a:lnTo>
                  <a:pt x="194068" y="35915"/>
                </a:lnTo>
                <a:lnTo>
                  <a:pt x="19406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4" name="object 444"/>
          <p:cNvGrpSpPr/>
          <p:nvPr/>
        </p:nvGrpSpPr>
        <p:grpSpPr>
          <a:xfrm>
            <a:off x="5662028" y="7538224"/>
            <a:ext cx="789305" cy="254635"/>
            <a:chOff x="5662028" y="7538224"/>
            <a:chExt cx="789305" cy="254635"/>
          </a:xfrm>
        </p:grpSpPr>
        <p:sp>
          <p:nvSpPr>
            <p:cNvPr id="445" name="object 445"/>
            <p:cNvSpPr/>
            <p:nvPr/>
          </p:nvSpPr>
          <p:spPr>
            <a:xfrm>
              <a:off x="5662028" y="7603108"/>
              <a:ext cx="266700" cy="185420"/>
            </a:xfrm>
            <a:custGeom>
              <a:avLst/>
              <a:gdLst/>
              <a:ahLst/>
              <a:cxnLst/>
              <a:rect l="l" t="t" r="r" b="b"/>
              <a:pathLst>
                <a:path w="266700" h="185420">
                  <a:moveTo>
                    <a:pt x="207162" y="0"/>
                  </a:moveTo>
                  <a:lnTo>
                    <a:pt x="164204" y="16130"/>
                  </a:lnTo>
                  <a:lnTo>
                    <a:pt x="151803" y="28778"/>
                  </a:lnTo>
                  <a:lnTo>
                    <a:pt x="147438" y="21996"/>
                  </a:lnTo>
                  <a:lnTo>
                    <a:pt x="109038" y="447"/>
                  </a:lnTo>
                  <a:lnTo>
                    <a:pt x="100609" y="0"/>
                  </a:lnTo>
                  <a:lnTo>
                    <a:pt x="84807" y="1799"/>
                  </a:lnTo>
                  <a:lnTo>
                    <a:pt x="70146" y="7197"/>
                  </a:lnTo>
                  <a:lnTo>
                    <a:pt x="56627" y="16191"/>
                  </a:lnTo>
                  <a:lnTo>
                    <a:pt x="44246" y="28778"/>
                  </a:lnTo>
                  <a:lnTo>
                    <a:pt x="44246" y="3975"/>
                  </a:lnTo>
                  <a:lnTo>
                    <a:pt x="0" y="3975"/>
                  </a:lnTo>
                  <a:lnTo>
                    <a:pt x="0" y="185140"/>
                  </a:lnTo>
                  <a:lnTo>
                    <a:pt x="48018" y="185140"/>
                  </a:lnTo>
                  <a:lnTo>
                    <a:pt x="48018" y="97243"/>
                  </a:lnTo>
                  <a:lnTo>
                    <a:pt x="48254" y="85088"/>
                  </a:lnTo>
                  <a:lnTo>
                    <a:pt x="58534" y="46634"/>
                  </a:lnTo>
                  <a:lnTo>
                    <a:pt x="77127" y="36512"/>
                  </a:lnTo>
                  <a:lnTo>
                    <a:pt x="90614" y="36512"/>
                  </a:lnTo>
                  <a:lnTo>
                    <a:pt x="109375" y="73900"/>
                  </a:lnTo>
                  <a:lnTo>
                    <a:pt x="109537" y="85928"/>
                  </a:lnTo>
                  <a:lnTo>
                    <a:pt x="109537" y="185140"/>
                  </a:lnTo>
                  <a:lnTo>
                    <a:pt x="157365" y="185140"/>
                  </a:lnTo>
                  <a:lnTo>
                    <a:pt x="157365" y="98234"/>
                  </a:lnTo>
                  <a:lnTo>
                    <a:pt x="157613" y="86289"/>
                  </a:lnTo>
                  <a:lnTo>
                    <a:pt x="168211" y="46774"/>
                  </a:lnTo>
                  <a:lnTo>
                    <a:pt x="186334" y="36512"/>
                  </a:lnTo>
                  <a:lnTo>
                    <a:pt x="202336" y="36512"/>
                  </a:lnTo>
                  <a:lnTo>
                    <a:pt x="218478" y="81559"/>
                  </a:lnTo>
                  <a:lnTo>
                    <a:pt x="218478" y="185140"/>
                  </a:lnTo>
                  <a:lnTo>
                    <a:pt x="266496" y="185140"/>
                  </a:lnTo>
                  <a:lnTo>
                    <a:pt x="266496" y="69253"/>
                  </a:lnTo>
                  <a:lnTo>
                    <a:pt x="266187" y="57237"/>
                  </a:lnTo>
                  <a:lnTo>
                    <a:pt x="252856" y="18011"/>
                  </a:lnTo>
                  <a:lnTo>
                    <a:pt x="216701" y="509"/>
                  </a:lnTo>
                  <a:lnTo>
                    <a:pt x="207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6" name="object 446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5965025" y="7603108"/>
              <a:ext cx="186931" cy="189318"/>
            </a:xfrm>
            <a:prstGeom prst="rect">
              <a:avLst/>
            </a:prstGeom>
          </p:spPr>
        </p:pic>
        <p:sp>
          <p:nvSpPr>
            <p:cNvPr id="447" name="object 447"/>
            <p:cNvSpPr/>
            <p:nvPr/>
          </p:nvSpPr>
          <p:spPr>
            <a:xfrm>
              <a:off x="6187491" y="7538224"/>
              <a:ext cx="263525" cy="254635"/>
            </a:xfrm>
            <a:custGeom>
              <a:avLst/>
              <a:gdLst/>
              <a:ahLst/>
              <a:cxnLst/>
              <a:rect l="l" t="t" r="r" b="b"/>
              <a:pathLst>
                <a:path w="263525" h="254634">
                  <a:moveTo>
                    <a:pt x="176809" y="157556"/>
                  </a:moveTo>
                  <a:lnTo>
                    <a:pt x="171399" y="117970"/>
                  </a:lnTo>
                  <a:lnTo>
                    <a:pt x="156019" y="90093"/>
                  </a:lnTo>
                  <a:lnTo>
                    <a:pt x="155168" y="88900"/>
                  </a:lnTo>
                  <a:lnTo>
                    <a:pt x="143637" y="78397"/>
                  </a:lnTo>
                  <a:lnTo>
                    <a:pt x="130657" y="70891"/>
                  </a:lnTo>
                  <a:lnTo>
                    <a:pt x="127787" y="70002"/>
                  </a:lnTo>
                  <a:lnTo>
                    <a:pt x="127787" y="159943"/>
                  </a:lnTo>
                  <a:lnTo>
                    <a:pt x="127076" y="173570"/>
                  </a:lnTo>
                  <a:lnTo>
                    <a:pt x="110617" y="208711"/>
                  </a:lnTo>
                  <a:lnTo>
                    <a:pt x="89496" y="216293"/>
                  </a:lnTo>
                  <a:lnTo>
                    <a:pt x="79679" y="215112"/>
                  </a:lnTo>
                  <a:lnTo>
                    <a:pt x="49796" y="180086"/>
                  </a:lnTo>
                  <a:lnTo>
                    <a:pt x="47802" y="159943"/>
                  </a:lnTo>
                  <a:lnTo>
                    <a:pt x="47701" y="157556"/>
                  </a:lnTo>
                  <a:lnTo>
                    <a:pt x="58928" y="114896"/>
                  </a:lnTo>
                  <a:lnTo>
                    <a:pt x="71704" y="104876"/>
                  </a:lnTo>
                  <a:lnTo>
                    <a:pt x="71564" y="104876"/>
                  </a:lnTo>
                  <a:lnTo>
                    <a:pt x="79349" y="102273"/>
                  </a:lnTo>
                  <a:lnTo>
                    <a:pt x="79171" y="102273"/>
                  </a:lnTo>
                  <a:lnTo>
                    <a:pt x="87706" y="101396"/>
                  </a:lnTo>
                  <a:lnTo>
                    <a:pt x="121424" y="123228"/>
                  </a:lnTo>
                  <a:lnTo>
                    <a:pt x="127660" y="157556"/>
                  </a:lnTo>
                  <a:lnTo>
                    <a:pt x="127787" y="159943"/>
                  </a:lnTo>
                  <a:lnTo>
                    <a:pt x="127787" y="70002"/>
                  </a:lnTo>
                  <a:lnTo>
                    <a:pt x="116484" y="66471"/>
                  </a:lnTo>
                  <a:lnTo>
                    <a:pt x="117030" y="66471"/>
                  </a:lnTo>
                  <a:lnTo>
                    <a:pt x="100406" y="64884"/>
                  </a:lnTo>
                  <a:lnTo>
                    <a:pt x="85737" y="66471"/>
                  </a:lnTo>
                  <a:lnTo>
                    <a:pt x="72123" y="71196"/>
                  </a:lnTo>
                  <a:lnTo>
                    <a:pt x="59550" y="79070"/>
                  </a:lnTo>
                  <a:lnTo>
                    <a:pt x="48018" y="90093"/>
                  </a:lnTo>
                  <a:lnTo>
                    <a:pt x="48018" y="0"/>
                  </a:lnTo>
                  <a:lnTo>
                    <a:pt x="0" y="0"/>
                  </a:lnTo>
                  <a:lnTo>
                    <a:pt x="0" y="250024"/>
                  </a:lnTo>
                  <a:lnTo>
                    <a:pt x="44450" y="250024"/>
                  </a:lnTo>
                  <a:lnTo>
                    <a:pt x="44450" y="223443"/>
                  </a:lnTo>
                  <a:lnTo>
                    <a:pt x="50165" y="230543"/>
                  </a:lnTo>
                  <a:lnTo>
                    <a:pt x="85661" y="252272"/>
                  </a:lnTo>
                  <a:lnTo>
                    <a:pt x="101193" y="254203"/>
                  </a:lnTo>
                  <a:lnTo>
                    <a:pt x="116370" y="252641"/>
                  </a:lnTo>
                  <a:lnTo>
                    <a:pt x="154774" y="229196"/>
                  </a:lnTo>
                  <a:lnTo>
                    <a:pt x="163690" y="216293"/>
                  </a:lnTo>
                  <a:lnTo>
                    <a:pt x="164274" y="215455"/>
                  </a:lnTo>
                  <a:lnTo>
                    <a:pt x="164401" y="215277"/>
                  </a:lnTo>
                  <a:lnTo>
                    <a:pt x="171297" y="198691"/>
                  </a:lnTo>
                  <a:lnTo>
                    <a:pt x="175425" y="179451"/>
                  </a:lnTo>
                  <a:lnTo>
                    <a:pt x="176809" y="157556"/>
                  </a:lnTo>
                  <a:close/>
                </a:path>
                <a:path w="263525" h="254634">
                  <a:moveTo>
                    <a:pt x="263334" y="68859"/>
                  </a:moveTo>
                  <a:lnTo>
                    <a:pt x="215315" y="68859"/>
                  </a:lnTo>
                  <a:lnTo>
                    <a:pt x="215315" y="250024"/>
                  </a:lnTo>
                  <a:lnTo>
                    <a:pt x="263334" y="250024"/>
                  </a:lnTo>
                  <a:lnTo>
                    <a:pt x="263334" y="68859"/>
                  </a:lnTo>
                  <a:close/>
                </a:path>
                <a:path w="263525" h="254634">
                  <a:moveTo>
                    <a:pt x="263334" y="0"/>
                  </a:moveTo>
                  <a:lnTo>
                    <a:pt x="215315" y="0"/>
                  </a:lnTo>
                  <a:lnTo>
                    <a:pt x="215315" y="44450"/>
                  </a:lnTo>
                  <a:lnTo>
                    <a:pt x="263334" y="44450"/>
                  </a:lnTo>
                  <a:lnTo>
                    <a:pt x="26333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8" name="object 448"/>
          <p:cNvGrpSpPr/>
          <p:nvPr/>
        </p:nvGrpSpPr>
        <p:grpSpPr>
          <a:xfrm>
            <a:off x="6499834" y="7538224"/>
            <a:ext cx="252729" cy="254635"/>
            <a:chOff x="6499834" y="7538224"/>
            <a:chExt cx="252729" cy="254635"/>
          </a:xfrm>
        </p:grpSpPr>
        <p:sp>
          <p:nvSpPr>
            <p:cNvPr id="449" name="object 449"/>
            <p:cNvSpPr/>
            <p:nvPr/>
          </p:nvSpPr>
          <p:spPr>
            <a:xfrm>
              <a:off x="6499834" y="753822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90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0" name="object 450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6582981" y="7603108"/>
              <a:ext cx="169062" cy="189318"/>
            </a:xfrm>
            <a:prstGeom prst="rect">
              <a:avLst/>
            </a:prstGeom>
          </p:spPr>
        </p:pic>
      </p:grpSp>
      <p:grpSp>
        <p:nvGrpSpPr>
          <p:cNvPr id="451" name="object 451"/>
          <p:cNvGrpSpPr/>
          <p:nvPr/>
        </p:nvGrpSpPr>
        <p:grpSpPr>
          <a:xfrm>
            <a:off x="6888136" y="7538224"/>
            <a:ext cx="448945" cy="254635"/>
            <a:chOff x="6888136" y="7538224"/>
            <a:chExt cx="448945" cy="254635"/>
          </a:xfrm>
        </p:grpSpPr>
        <p:sp>
          <p:nvSpPr>
            <p:cNvPr id="452" name="object 452"/>
            <p:cNvSpPr/>
            <p:nvPr/>
          </p:nvSpPr>
          <p:spPr>
            <a:xfrm>
              <a:off x="6888136" y="753822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90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3" name="object 453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6971271" y="7603108"/>
              <a:ext cx="169075" cy="189318"/>
            </a:xfrm>
            <a:prstGeom prst="rect">
              <a:avLst/>
            </a:prstGeom>
          </p:spPr>
        </p:pic>
        <p:pic>
          <p:nvPicPr>
            <p:cNvPr id="454" name="object 454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7166901" y="7603108"/>
              <a:ext cx="170065" cy="189318"/>
            </a:xfrm>
            <a:prstGeom prst="rect">
              <a:avLst/>
            </a:prstGeom>
          </p:spPr>
        </p:pic>
      </p:grpSp>
      <p:grpSp>
        <p:nvGrpSpPr>
          <p:cNvPr id="455" name="object 455"/>
          <p:cNvGrpSpPr/>
          <p:nvPr/>
        </p:nvGrpSpPr>
        <p:grpSpPr>
          <a:xfrm>
            <a:off x="7371651" y="7603108"/>
            <a:ext cx="302895" cy="185420"/>
            <a:chOff x="7371651" y="7603108"/>
            <a:chExt cx="302895" cy="185420"/>
          </a:xfrm>
        </p:grpSpPr>
        <p:pic>
          <p:nvPicPr>
            <p:cNvPr id="456" name="object 456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7509357" y="7603108"/>
              <a:ext cx="164896" cy="185140"/>
            </a:xfrm>
            <a:prstGeom prst="rect">
              <a:avLst/>
            </a:prstGeom>
          </p:spPr>
        </p:pic>
        <p:pic>
          <p:nvPicPr>
            <p:cNvPr id="457" name="object 457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7371651" y="7603108"/>
              <a:ext cx="117284" cy="185140"/>
            </a:xfrm>
            <a:prstGeom prst="rect">
              <a:avLst/>
            </a:prstGeom>
          </p:spPr>
        </p:pic>
      </p:grpSp>
      <p:sp>
        <p:nvSpPr>
          <p:cNvPr id="458" name="object 458"/>
          <p:cNvSpPr/>
          <p:nvPr/>
        </p:nvSpPr>
        <p:spPr>
          <a:xfrm>
            <a:off x="7722882" y="7538224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59" h="250190">
                <a:moveTo>
                  <a:pt x="48031" y="68859"/>
                </a:moveTo>
                <a:lnTo>
                  <a:pt x="0" y="68859"/>
                </a:lnTo>
                <a:lnTo>
                  <a:pt x="0" y="250024"/>
                </a:lnTo>
                <a:lnTo>
                  <a:pt x="48031" y="250024"/>
                </a:lnTo>
                <a:lnTo>
                  <a:pt x="48031" y="68859"/>
                </a:lnTo>
                <a:close/>
              </a:path>
              <a:path w="48259" h="250190">
                <a:moveTo>
                  <a:pt x="48031" y="0"/>
                </a:moveTo>
                <a:lnTo>
                  <a:pt x="0" y="0"/>
                </a:lnTo>
                <a:lnTo>
                  <a:pt x="0" y="44450"/>
                </a:lnTo>
                <a:lnTo>
                  <a:pt x="48031" y="44450"/>
                </a:lnTo>
                <a:lnTo>
                  <a:pt x="48031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9" name="object 459"/>
          <p:cNvGrpSpPr/>
          <p:nvPr/>
        </p:nvGrpSpPr>
        <p:grpSpPr>
          <a:xfrm>
            <a:off x="7819720" y="7603108"/>
            <a:ext cx="379730" cy="259079"/>
            <a:chOff x="7819720" y="7603108"/>
            <a:chExt cx="379730" cy="259079"/>
          </a:xfrm>
        </p:grpSpPr>
        <p:pic>
          <p:nvPicPr>
            <p:cNvPr id="460" name="object 460"/>
            <p:cNvPicPr/>
            <p:nvPr/>
          </p:nvPicPr>
          <p:blipFill>
            <a:blip r:embed="rId241" cstate="print"/>
            <a:stretch>
              <a:fillRect/>
            </a:stretch>
          </p:blipFill>
          <p:spPr>
            <a:xfrm>
              <a:off x="7819720" y="7603108"/>
              <a:ext cx="164896" cy="185140"/>
            </a:xfrm>
            <a:prstGeom prst="rect">
              <a:avLst/>
            </a:prstGeom>
          </p:spPr>
        </p:pic>
        <p:sp>
          <p:nvSpPr>
            <p:cNvPr id="461" name="object 461"/>
            <p:cNvSpPr/>
            <p:nvPr/>
          </p:nvSpPr>
          <p:spPr>
            <a:xfrm>
              <a:off x="8022539" y="7603108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5" h="259079">
                  <a:moveTo>
                    <a:pt x="6350" y="197053"/>
                  </a:moveTo>
                  <a:lnTo>
                    <a:pt x="17074" y="234418"/>
                  </a:lnTo>
                  <a:lnTo>
                    <a:pt x="51344" y="254601"/>
                  </a:lnTo>
                  <a:lnTo>
                    <a:pt x="90690" y="258571"/>
                  </a:lnTo>
                  <a:lnTo>
                    <a:pt x="102358" y="258248"/>
                  </a:lnTo>
                  <a:lnTo>
                    <a:pt x="145402" y="247403"/>
                  </a:lnTo>
                  <a:lnTo>
                    <a:pt x="168489" y="222059"/>
                  </a:lnTo>
                  <a:lnTo>
                    <a:pt x="79108" y="222059"/>
                  </a:lnTo>
                  <a:lnTo>
                    <a:pt x="71970" y="220332"/>
                  </a:lnTo>
                  <a:lnTo>
                    <a:pt x="67462" y="216890"/>
                  </a:lnTo>
                  <a:lnTo>
                    <a:pt x="64160" y="214515"/>
                  </a:lnTo>
                  <a:lnTo>
                    <a:pt x="62039" y="210146"/>
                  </a:lnTo>
                  <a:lnTo>
                    <a:pt x="61169" y="204190"/>
                  </a:lnTo>
                  <a:lnTo>
                    <a:pt x="61112" y="203796"/>
                  </a:lnTo>
                  <a:lnTo>
                    <a:pt x="6350" y="197053"/>
                  </a:lnTo>
                  <a:close/>
                </a:path>
                <a:path w="177165" h="259079">
                  <a:moveTo>
                    <a:pt x="176809" y="155778"/>
                  </a:moveTo>
                  <a:lnTo>
                    <a:pt x="128790" y="155778"/>
                  </a:lnTo>
                  <a:lnTo>
                    <a:pt x="128790" y="192887"/>
                  </a:lnTo>
                  <a:lnTo>
                    <a:pt x="128147" y="199301"/>
                  </a:lnTo>
                  <a:lnTo>
                    <a:pt x="88900" y="222059"/>
                  </a:lnTo>
                  <a:lnTo>
                    <a:pt x="168494" y="222059"/>
                  </a:lnTo>
                  <a:lnTo>
                    <a:pt x="176473" y="181550"/>
                  </a:lnTo>
                  <a:lnTo>
                    <a:pt x="176761" y="168627"/>
                  </a:lnTo>
                  <a:lnTo>
                    <a:pt x="176809" y="155778"/>
                  </a:lnTo>
                  <a:close/>
                </a:path>
                <a:path w="177165" h="259079">
                  <a:moveTo>
                    <a:pt x="76403" y="0"/>
                  </a:moveTo>
                  <a:lnTo>
                    <a:pt x="33499" y="13512"/>
                  </a:lnTo>
                  <a:lnTo>
                    <a:pt x="5457" y="53428"/>
                  </a:lnTo>
                  <a:lnTo>
                    <a:pt x="175" y="90893"/>
                  </a:lnTo>
                  <a:lnTo>
                    <a:pt x="100" y="92074"/>
                  </a:lnTo>
                  <a:lnTo>
                    <a:pt x="9370" y="141329"/>
                  </a:lnTo>
                  <a:lnTo>
                    <a:pt x="41865" y="177404"/>
                  </a:lnTo>
                  <a:lnTo>
                    <a:pt x="57561" y="183306"/>
                  </a:lnTo>
                  <a:lnTo>
                    <a:pt x="58189" y="183306"/>
                  </a:lnTo>
                  <a:lnTo>
                    <a:pt x="74612" y="185140"/>
                  </a:lnTo>
                  <a:lnTo>
                    <a:pt x="90278" y="183306"/>
                  </a:lnTo>
                  <a:lnTo>
                    <a:pt x="104530" y="177803"/>
                  </a:lnTo>
                  <a:lnTo>
                    <a:pt x="117367" y="168627"/>
                  </a:lnTo>
                  <a:lnTo>
                    <a:pt x="128790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06" y="145625"/>
                  </a:lnTo>
                  <a:lnTo>
                    <a:pt x="51992" y="115841"/>
                  </a:lnTo>
                  <a:lnTo>
                    <a:pt x="49983" y="104740"/>
                  </a:lnTo>
                  <a:lnTo>
                    <a:pt x="49907" y="104321"/>
                  </a:lnTo>
                  <a:lnTo>
                    <a:pt x="49355" y="93662"/>
                  </a:lnTo>
                  <a:lnTo>
                    <a:pt x="49273" y="92074"/>
                  </a:lnTo>
                  <a:lnTo>
                    <a:pt x="49212" y="90893"/>
                  </a:lnTo>
                  <a:lnTo>
                    <a:pt x="49859" y="78892"/>
                  </a:lnTo>
                  <a:lnTo>
                    <a:pt x="49907" y="77994"/>
                  </a:lnTo>
                  <a:lnTo>
                    <a:pt x="51872" y="67519"/>
                  </a:lnTo>
                  <a:lnTo>
                    <a:pt x="51992" y="66881"/>
                  </a:lnTo>
                  <a:lnTo>
                    <a:pt x="55465" y="57554"/>
                  </a:lnTo>
                  <a:lnTo>
                    <a:pt x="60202" y="50203"/>
                  </a:lnTo>
                  <a:lnTo>
                    <a:pt x="60325" y="50012"/>
                  </a:lnTo>
                  <a:lnTo>
                    <a:pt x="66150" y="44217"/>
                  </a:lnTo>
                  <a:lnTo>
                    <a:pt x="72889" y="39938"/>
                  </a:lnTo>
                  <a:lnTo>
                    <a:pt x="80409" y="37369"/>
                  </a:lnTo>
                  <a:lnTo>
                    <a:pt x="88696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15" y="16523"/>
                  </a:lnTo>
                  <a:lnTo>
                    <a:pt x="107007" y="7343"/>
                  </a:lnTo>
                  <a:lnTo>
                    <a:pt x="92436" y="1835"/>
                  </a:lnTo>
                  <a:lnTo>
                    <a:pt x="76403" y="0"/>
                  </a:lnTo>
                  <a:close/>
                </a:path>
                <a:path w="177165" h="259079">
                  <a:moveTo>
                    <a:pt x="176809" y="36512"/>
                  </a:moveTo>
                  <a:lnTo>
                    <a:pt x="88696" y="36512"/>
                  </a:lnTo>
                  <a:lnTo>
                    <a:pt x="97144" y="37369"/>
                  </a:lnTo>
                  <a:lnTo>
                    <a:pt x="104821" y="39938"/>
                  </a:lnTo>
                  <a:lnTo>
                    <a:pt x="128846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17475" y="132753"/>
                  </a:lnTo>
                  <a:lnTo>
                    <a:pt x="103860" y="143132"/>
                  </a:lnTo>
                  <a:lnTo>
                    <a:pt x="103720" y="143132"/>
                  </a:lnTo>
                  <a:lnTo>
                    <a:pt x="96224" y="145625"/>
                  </a:lnTo>
                  <a:lnTo>
                    <a:pt x="96048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5" h="259079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2" name="object 462"/>
          <p:cNvGrpSpPr/>
          <p:nvPr/>
        </p:nvGrpSpPr>
        <p:grpSpPr>
          <a:xfrm>
            <a:off x="8331124" y="7538224"/>
            <a:ext cx="681990" cy="319405"/>
            <a:chOff x="8331124" y="7538224"/>
            <a:chExt cx="681990" cy="319405"/>
          </a:xfrm>
        </p:grpSpPr>
        <p:pic>
          <p:nvPicPr>
            <p:cNvPr id="463" name="object 463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8331124" y="7603108"/>
              <a:ext cx="170053" cy="189318"/>
            </a:xfrm>
            <a:prstGeom prst="rect">
              <a:avLst/>
            </a:prstGeom>
          </p:spPr>
        </p:pic>
        <p:pic>
          <p:nvPicPr>
            <p:cNvPr id="464" name="object 464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8536470" y="7603108"/>
              <a:ext cx="176809" cy="254000"/>
            </a:xfrm>
            <a:prstGeom prst="rect">
              <a:avLst/>
            </a:prstGeom>
          </p:spPr>
        </p:pic>
        <p:pic>
          <p:nvPicPr>
            <p:cNvPr id="465" name="object 465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8749804" y="7603108"/>
              <a:ext cx="176809" cy="254000"/>
            </a:xfrm>
            <a:prstGeom prst="rect">
              <a:avLst/>
            </a:prstGeom>
          </p:spPr>
        </p:pic>
        <p:sp>
          <p:nvSpPr>
            <p:cNvPr id="466" name="object 466"/>
            <p:cNvSpPr/>
            <p:nvPr/>
          </p:nvSpPr>
          <p:spPr>
            <a:xfrm>
              <a:off x="8964523" y="753822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90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7" name="object 467"/>
          <p:cNvGrpSpPr/>
          <p:nvPr/>
        </p:nvGrpSpPr>
        <p:grpSpPr>
          <a:xfrm>
            <a:off x="9061551" y="7538224"/>
            <a:ext cx="1076960" cy="254635"/>
            <a:chOff x="9061551" y="7538224"/>
            <a:chExt cx="1076960" cy="254635"/>
          </a:xfrm>
        </p:grpSpPr>
        <p:sp>
          <p:nvSpPr>
            <p:cNvPr id="468" name="object 468"/>
            <p:cNvSpPr/>
            <p:nvPr/>
          </p:nvSpPr>
          <p:spPr>
            <a:xfrm>
              <a:off x="9061551" y="753822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90">
                  <a:moveTo>
                    <a:pt x="48031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31" y="250024"/>
                  </a:lnTo>
                  <a:lnTo>
                    <a:pt x="48031" y="68859"/>
                  </a:lnTo>
                  <a:close/>
                </a:path>
                <a:path w="48259" h="250190">
                  <a:moveTo>
                    <a:pt x="48031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31" y="44450"/>
                  </a:lnTo>
                  <a:lnTo>
                    <a:pt x="480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9" name="object 469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9148076" y="7603108"/>
              <a:ext cx="170853" cy="189318"/>
            </a:xfrm>
            <a:prstGeom prst="rect">
              <a:avLst/>
            </a:prstGeom>
          </p:spPr>
        </p:pic>
        <p:pic>
          <p:nvPicPr>
            <p:cNvPr id="470" name="object 470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9340316" y="7543190"/>
              <a:ext cx="293852" cy="249237"/>
            </a:xfrm>
            <a:prstGeom prst="rect">
              <a:avLst/>
            </a:prstGeom>
          </p:spPr>
        </p:pic>
        <p:sp>
          <p:nvSpPr>
            <p:cNvPr id="471" name="object 471"/>
            <p:cNvSpPr/>
            <p:nvPr/>
          </p:nvSpPr>
          <p:spPr>
            <a:xfrm>
              <a:off x="9663366" y="7538224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90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90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2" name="object 472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9749281" y="7603108"/>
              <a:ext cx="186931" cy="189318"/>
            </a:xfrm>
            <a:prstGeom prst="rect">
              <a:avLst/>
            </a:prstGeom>
          </p:spPr>
        </p:pic>
        <p:pic>
          <p:nvPicPr>
            <p:cNvPr id="473" name="object 473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9973525" y="7603108"/>
              <a:ext cx="164909" cy="185140"/>
            </a:xfrm>
            <a:prstGeom prst="rect">
              <a:avLst/>
            </a:prstGeom>
          </p:spPr>
        </p:pic>
      </p:grpSp>
      <p:pic>
        <p:nvPicPr>
          <p:cNvPr id="474" name="object 47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75873" y="8114500"/>
            <a:ext cx="86320" cy="86321"/>
          </a:xfrm>
          <a:prstGeom prst="rect">
            <a:avLst/>
          </a:prstGeom>
        </p:spPr>
      </p:pic>
      <p:grpSp>
        <p:nvGrpSpPr>
          <p:cNvPr id="475" name="object 475"/>
          <p:cNvGrpSpPr/>
          <p:nvPr/>
        </p:nvGrpSpPr>
        <p:grpSpPr>
          <a:xfrm>
            <a:off x="3168484" y="8025803"/>
            <a:ext cx="642620" cy="323215"/>
            <a:chOff x="3168484" y="8025803"/>
            <a:chExt cx="642620" cy="323215"/>
          </a:xfrm>
        </p:grpSpPr>
        <p:sp>
          <p:nvSpPr>
            <p:cNvPr id="476" name="object 476"/>
            <p:cNvSpPr/>
            <p:nvPr/>
          </p:nvSpPr>
          <p:spPr>
            <a:xfrm>
              <a:off x="3168484" y="8025803"/>
              <a:ext cx="203200" cy="259079"/>
            </a:xfrm>
            <a:custGeom>
              <a:avLst/>
              <a:gdLst/>
              <a:ahLst/>
              <a:cxnLst/>
              <a:rect l="l" t="t" r="r" b="b"/>
              <a:pathLst>
                <a:path w="203200" h="259079">
                  <a:moveTo>
                    <a:pt x="100211" y="0"/>
                  </a:moveTo>
                  <a:lnTo>
                    <a:pt x="61739" y="4907"/>
                  </a:lnTo>
                  <a:lnTo>
                    <a:pt x="25697" y="26107"/>
                  </a:lnTo>
                  <a:lnTo>
                    <a:pt x="8930" y="69646"/>
                  </a:lnTo>
                  <a:lnTo>
                    <a:pt x="10369" y="83962"/>
                  </a:lnTo>
                  <a:lnTo>
                    <a:pt x="31949" y="120053"/>
                  </a:lnTo>
                  <a:lnTo>
                    <a:pt x="70160" y="139400"/>
                  </a:lnTo>
                  <a:lnTo>
                    <a:pt x="114796" y="151357"/>
                  </a:lnTo>
                  <a:lnTo>
                    <a:pt x="129381" y="155575"/>
                  </a:lnTo>
                  <a:lnTo>
                    <a:pt x="137980" y="158610"/>
                  </a:lnTo>
                  <a:lnTo>
                    <a:pt x="143998" y="162255"/>
                  </a:lnTo>
                  <a:lnTo>
                    <a:pt x="151011" y="170586"/>
                  </a:lnTo>
                  <a:lnTo>
                    <a:pt x="152797" y="175615"/>
                  </a:lnTo>
                  <a:lnTo>
                    <a:pt x="152797" y="181571"/>
                  </a:lnTo>
                  <a:lnTo>
                    <a:pt x="124966" y="213367"/>
                  </a:lnTo>
                  <a:lnTo>
                    <a:pt x="103585" y="215900"/>
                  </a:lnTo>
                  <a:lnTo>
                    <a:pt x="92658" y="215180"/>
                  </a:lnTo>
                  <a:lnTo>
                    <a:pt x="55662" y="189552"/>
                  </a:lnTo>
                  <a:lnTo>
                    <a:pt x="49014" y="168071"/>
                  </a:lnTo>
                  <a:lnTo>
                    <a:pt x="0" y="172834"/>
                  </a:lnTo>
                  <a:lnTo>
                    <a:pt x="10070" y="209743"/>
                  </a:lnTo>
                  <a:lnTo>
                    <a:pt x="44438" y="246279"/>
                  </a:lnTo>
                  <a:lnTo>
                    <a:pt x="103187" y="258559"/>
                  </a:lnTo>
                  <a:lnTo>
                    <a:pt x="118789" y="257989"/>
                  </a:lnTo>
                  <a:lnTo>
                    <a:pt x="157560" y="249428"/>
                  </a:lnTo>
                  <a:lnTo>
                    <a:pt x="191293" y="221653"/>
                  </a:lnTo>
                  <a:lnTo>
                    <a:pt x="203200" y="181368"/>
                  </a:lnTo>
                  <a:lnTo>
                    <a:pt x="202567" y="170031"/>
                  </a:lnTo>
                  <a:lnTo>
                    <a:pt x="187635" y="133980"/>
                  </a:lnTo>
                  <a:lnTo>
                    <a:pt x="155550" y="111468"/>
                  </a:lnTo>
                  <a:lnTo>
                    <a:pt x="94381" y="93895"/>
                  </a:lnTo>
                  <a:lnTo>
                    <a:pt x="81062" y="89641"/>
                  </a:lnTo>
                  <a:lnTo>
                    <a:pt x="71165" y="85461"/>
                  </a:lnTo>
                  <a:lnTo>
                    <a:pt x="64691" y="81356"/>
                  </a:lnTo>
                  <a:lnTo>
                    <a:pt x="59663" y="77254"/>
                  </a:lnTo>
                  <a:lnTo>
                    <a:pt x="57150" y="72224"/>
                  </a:lnTo>
                  <a:lnTo>
                    <a:pt x="57150" y="59791"/>
                  </a:lnTo>
                  <a:lnTo>
                    <a:pt x="99616" y="41668"/>
                  </a:lnTo>
                  <a:lnTo>
                    <a:pt x="109649" y="42202"/>
                  </a:lnTo>
                  <a:lnTo>
                    <a:pt x="143508" y="68841"/>
                  </a:lnTo>
                  <a:lnTo>
                    <a:pt x="145653" y="77787"/>
                  </a:lnTo>
                  <a:lnTo>
                    <a:pt x="196056" y="75603"/>
                  </a:lnTo>
                  <a:lnTo>
                    <a:pt x="181546" y="31810"/>
                  </a:lnTo>
                  <a:lnTo>
                    <a:pt x="141436" y="5156"/>
                  </a:lnTo>
                  <a:lnTo>
                    <a:pt x="122275" y="1288"/>
                  </a:lnTo>
                  <a:lnTo>
                    <a:pt x="10021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7" name="object 477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3412343" y="8094853"/>
              <a:ext cx="176808" cy="254000"/>
            </a:xfrm>
            <a:prstGeom prst="rect">
              <a:avLst/>
            </a:prstGeom>
          </p:spPr>
        </p:pic>
        <p:pic>
          <p:nvPicPr>
            <p:cNvPr id="478" name="object 478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3625084" y="8094853"/>
              <a:ext cx="117276" cy="185140"/>
            </a:xfrm>
            <a:prstGeom prst="rect">
              <a:avLst/>
            </a:prstGeom>
          </p:spPr>
        </p:pic>
        <p:sp>
          <p:nvSpPr>
            <p:cNvPr id="479" name="object 479"/>
            <p:cNvSpPr/>
            <p:nvPr/>
          </p:nvSpPr>
          <p:spPr>
            <a:xfrm>
              <a:off x="3762972" y="8029968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90">
                  <a:moveTo>
                    <a:pt x="48031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31" y="250024"/>
                  </a:lnTo>
                  <a:lnTo>
                    <a:pt x="48031" y="68859"/>
                  </a:lnTo>
                  <a:close/>
                </a:path>
                <a:path w="48260" h="250190">
                  <a:moveTo>
                    <a:pt x="48031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31" y="44450"/>
                  </a:lnTo>
                  <a:lnTo>
                    <a:pt x="480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0" name="object 480"/>
          <p:cNvGrpSpPr/>
          <p:nvPr/>
        </p:nvGrpSpPr>
        <p:grpSpPr>
          <a:xfrm>
            <a:off x="3859809" y="8094853"/>
            <a:ext cx="379730" cy="259079"/>
            <a:chOff x="3859809" y="8094853"/>
            <a:chExt cx="379730" cy="259079"/>
          </a:xfrm>
        </p:grpSpPr>
        <p:pic>
          <p:nvPicPr>
            <p:cNvPr id="481" name="object 481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3859809" y="8094853"/>
              <a:ext cx="164909" cy="185140"/>
            </a:xfrm>
            <a:prstGeom prst="rect">
              <a:avLst/>
            </a:prstGeom>
          </p:spPr>
        </p:pic>
        <p:sp>
          <p:nvSpPr>
            <p:cNvPr id="482" name="object 482"/>
            <p:cNvSpPr/>
            <p:nvPr/>
          </p:nvSpPr>
          <p:spPr>
            <a:xfrm>
              <a:off x="4062628" y="8094853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4" h="259079">
                  <a:moveTo>
                    <a:pt x="6350" y="197053"/>
                  </a:moveTo>
                  <a:lnTo>
                    <a:pt x="17076" y="234418"/>
                  </a:lnTo>
                  <a:lnTo>
                    <a:pt x="51349" y="254601"/>
                  </a:lnTo>
                  <a:lnTo>
                    <a:pt x="90690" y="258572"/>
                  </a:lnTo>
                  <a:lnTo>
                    <a:pt x="102360" y="258248"/>
                  </a:lnTo>
                  <a:lnTo>
                    <a:pt x="145408" y="247403"/>
                  </a:lnTo>
                  <a:lnTo>
                    <a:pt x="168489" y="222059"/>
                  </a:lnTo>
                  <a:lnTo>
                    <a:pt x="79108" y="222059"/>
                  </a:lnTo>
                  <a:lnTo>
                    <a:pt x="71970" y="220332"/>
                  </a:lnTo>
                  <a:lnTo>
                    <a:pt x="67475" y="216890"/>
                  </a:lnTo>
                  <a:lnTo>
                    <a:pt x="64160" y="214515"/>
                  </a:lnTo>
                  <a:lnTo>
                    <a:pt x="62052" y="210146"/>
                  </a:lnTo>
                  <a:lnTo>
                    <a:pt x="61182" y="204190"/>
                  </a:lnTo>
                  <a:lnTo>
                    <a:pt x="61125" y="203796"/>
                  </a:lnTo>
                  <a:lnTo>
                    <a:pt x="6350" y="197053"/>
                  </a:lnTo>
                  <a:close/>
                </a:path>
                <a:path w="177164" h="259079">
                  <a:moveTo>
                    <a:pt x="176809" y="155778"/>
                  </a:moveTo>
                  <a:lnTo>
                    <a:pt x="128790" y="155778"/>
                  </a:lnTo>
                  <a:lnTo>
                    <a:pt x="128790" y="192887"/>
                  </a:lnTo>
                  <a:lnTo>
                    <a:pt x="128158" y="199301"/>
                  </a:lnTo>
                  <a:lnTo>
                    <a:pt x="88900" y="222059"/>
                  </a:lnTo>
                  <a:lnTo>
                    <a:pt x="168494" y="222059"/>
                  </a:lnTo>
                  <a:lnTo>
                    <a:pt x="176475" y="181550"/>
                  </a:lnTo>
                  <a:lnTo>
                    <a:pt x="176762" y="168627"/>
                  </a:lnTo>
                  <a:lnTo>
                    <a:pt x="176809" y="155778"/>
                  </a:lnTo>
                  <a:close/>
                </a:path>
                <a:path w="177164" h="259079">
                  <a:moveTo>
                    <a:pt x="76403" y="0"/>
                  </a:moveTo>
                  <a:lnTo>
                    <a:pt x="33501" y="13512"/>
                  </a:lnTo>
                  <a:lnTo>
                    <a:pt x="5457" y="53428"/>
                  </a:lnTo>
                  <a:lnTo>
                    <a:pt x="100" y="92075"/>
                  </a:lnTo>
                  <a:lnTo>
                    <a:pt x="0" y="93662"/>
                  </a:lnTo>
                  <a:lnTo>
                    <a:pt x="9381" y="141329"/>
                  </a:lnTo>
                  <a:lnTo>
                    <a:pt x="41876" y="177404"/>
                  </a:lnTo>
                  <a:lnTo>
                    <a:pt x="57568" y="183306"/>
                  </a:lnTo>
                  <a:lnTo>
                    <a:pt x="58196" y="183306"/>
                  </a:lnTo>
                  <a:lnTo>
                    <a:pt x="74612" y="185140"/>
                  </a:lnTo>
                  <a:lnTo>
                    <a:pt x="90278" y="183306"/>
                  </a:lnTo>
                  <a:lnTo>
                    <a:pt x="104530" y="177803"/>
                  </a:lnTo>
                  <a:lnTo>
                    <a:pt x="117367" y="168627"/>
                  </a:lnTo>
                  <a:lnTo>
                    <a:pt x="128790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13" y="145625"/>
                  </a:lnTo>
                  <a:lnTo>
                    <a:pt x="51992" y="115841"/>
                  </a:lnTo>
                  <a:lnTo>
                    <a:pt x="49273" y="92075"/>
                  </a:lnTo>
                  <a:lnTo>
                    <a:pt x="49212" y="90893"/>
                  </a:lnTo>
                  <a:lnTo>
                    <a:pt x="49859" y="78892"/>
                  </a:lnTo>
                  <a:lnTo>
                    <a:pt x="49907" y="77994"/>
                  </a:lnTo>
                  <a:lnTo>
                    <a:pt x="51872" y="67519"/>
                  </a:lnTo>
                  <a:lnTo>
                    <a:pt x="80416" y="37369"/>
                  </a:lnTo>
                  <a:lnTo>
                    <a:pt x="88709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21" y="16523"/>
                  </a:lnTo>
                  <a:lnTo>
                    <a:pt x="107011" y="7343"/>
                  </a:lnTo>
                  <a:lnTo>
                    <a:pt x="92437" y="1835"/>
                  </a:lnTo>
                  <a:lnTo>
                    <a:pt x="76403" y="0"/>
                  </a:lnTo>
                  <a:close/>
                </a:path>
                <a:path w="177164" h="259079">
                  <a:moveTo>
                    <a:pt x="176809" y="36512"/>
                  </a:moveTo>
                  <a:lnTo>
                    <a:pt x="88709" y="36512"/>
                  </a:lnTo>
                  <a:lnTo>
                    <a:pt x="97154" y="37369"/>
                  </a:lnTo>
                  <a:lnTo>
                    <a:pt x="104828" y="39938"/>
                  </a:lnTo>
                  <a:lnTo>
                    <a:pt x="128847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28847" y="104321"/>
                  </a:lnTo>
                  <a:lnTo>
                    <a:pt x="128822" y="104740"/>
                  </a:lnTo>
                  <a:lnTo>
                    <a:pt x="111090" y="138746"/>
                  </a:lnTo>
                  <a:lnTo>
                    <a:pt x="103865" y="143132"/>
                  </a:lnTo>
                  <a:lnTo>
                    <a:pt x="103725" y="143132"/>
                  </a:lnTo>
                  <a:lnTo>
                    <a:pt x="96229" y="145625"/>
                  </a:lnTo>
                  <a:lnTo>
                    <a:pt x="96053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4" h="259079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3" name="object 483"/>
          <p:cNvGrpSpPr/>
          <p:nvPr/>
        </p:nvGrpSpPr>
        <p:grpSpPr>
          <a:xfrm>
            <a:off x="4384306" y="8029968"/>
            <a:ext cx="765810" cy="254635"/>
            <a:chOff x="4384306" y="8029968"/>
            <a:chExt cx="765810" cy="254635"/>
          </a:xfrm>
        </p:grpSpPr>
        <p:pic>
          <p:nvPicPr>
            <p:cNvPr id="484" name="object 484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4384306" y="8029968"/>
              <a:ext cx="209359" cy="250024"/>
            </a:xfrm>
            <a:prstGeom prst="rect">
              <a:avLst/>
            </a:prstGeom>
          </p:spPr>
        </p:pic>
        <p:pic>
          <p:nvPicPr>
            <p:cNvPr id="485" name="object 485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4624819" y="8094853"/>
              <a:ext cx="186931" cy="189318"/>
            </a:xfrm>
            <a:prstGeom prst="rect">
              <a:avLst/>
            </a:prstGeom>
          </p:spPr>
        </p:pic>
        <p:pic>
          <p:nvPicPr>
            <p:cNvPr id="486" name="object 486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4838154" y="8034934"/>
              <a:ext cx="311556" cy="249237"/>
            </a:xfrm>
            <a:prstGeom prst="rect">
              <a:avLst/>
            </a:prstGeom>
          </p:spPr>
        </p:pic>
      </p:grpSp>
      <p:sp>
        <p:nvSpPr>
          <p:cNvPr id="487" name="object 487"/>
          <p:cNvSpPr/>
          <p:nvPr/>
        </p:nvSpPr>
        <p:spPr>
          <a:xfrm>
            <a:off x="5250332" y="8171459"/>
            <a:ext cx="194310" cy="36195"/>
          </a:xfrm>
          <a:custGeom>
            <a:avLst/>
            <a:gdLst/>
            <a:ahLst/>
            <a:cxnLst/>
            <a:rect l="l" t="t" r="r" b="b"/>
            <a:pathLst>
              <a:path w="194310" h="36195">
                <a:moveTo>
                  <a:pt x="194068" y="0"/>
                </a:moveTo>
                <a:lnTo>
                  <a:pt x="0" y="0"/>
                </a:lnTo>
                <a:lnTo>
                  <a:pt x="0" y="35915"/>
                </a:lnTo>
                <a:lnTo>
                  <a:pt x="194068" y="35915"/>
                </a:lnTo>
                <a:lnTo>
                  <a:pt x="19406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8" name="object 488"/>
          <p:cNvGrpSpPr/>
          <p:nvPr/>
        </p:nvGrpSpPr>
        <p:grpSpPr>
          <a:xfrm>
            <a:off x="5565216" y="8029968"/>
            <a:ext cx="1372235" cy="254635"/>
            <a:chOff x="5565216" y="8029968"/>
            <a:chExt cx="1372235" cy="254635"/>
          </a:xfrm>
        </p:grpSpPr>
        <p:sp>
          <p:nvSpPr>
            <p:cNvPr id="489" name="object 489"/>
            <p:cNvSpPr/>
            <p:nvPr/>
          </p:nvSpPr>
          <p:spPr>
            <a:xfrm>
              <a:off x="5565216" y="8029968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4" h="254634">
                  <a:moveTo>
                    <a:pt x="158757" y="223443"/>
                  </a:moveTo>
                  <a:lnTo>
                    <a:pt x="44449" y="223443"/>
                  </a:lnTo>
                  <a:lnTo>
                    <a:pt x="50167" y="230534"/>
                  </a:lnTo>
                  <a:lnTo>
                    <a:pt x="85674" y="252263"/>
                  </a:lnTo>
                  <a:lnTo>
                    <a:pt x="101206" y="254203"/>
                  </a:lnTo>
                  <a:lnTo>
                    <a:pt x="116384" y="252639"/>
                  </a:lnTo>
                  <a:lnTo>
                    <a:pt x="130371" y="247948"/>
                  </a:lnTo>
                  <a:lnTo>
                    <a:pt x="143168" y="240133"/>
                  </a:lnTo>
                  <a:lnTo>
                    <a:pt x="154774" y="229196"/>
                  </a:lnTo>
                  <a:lnTo>
                    <a:pt x="158757" y="223443"/>
                  </a:lnTo>
                  <a:close/>
                </a:path>
                <a:path w="177164" h="254634">
                  <a:moveTo>
                    <a:pt x="48018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4449" y="250024"/>
                  </a:lnTo>
                  <a:lnTo>
                    <a:pt x="44449" y="223443"/>
                  </a:lnTo>
                  <a:lnTo>
                    <a:pt x="158757" y="223443"/>
                  </a:lnTo>
                  <a:lnTo>
                    <a:pt x="163707" y="216293"/>
                  </a:lnTo>
                  <a:lnTo>
                    <a:pt x="89496" y="216293"/>
                  </a:lnTo>
                  <a:lnTo>
                    <a:pt x="79683" y="215103"/>
                  </a:lnTo>
                  <a:lnTo>
                    <a:pt x="49806" y="180081"/>
                  </a:lnTo>
                  <a:lnTo>
                    <a:pt x="47707" y="157556"/>
                  </a:lnTo>
                  <a:lnTo>
                    <a:pt x="47624" y="155575"/>
                  </a:lnTo>
                  <a:lnTo>
                    <a:pt x="58940" y="114896"/>
                  </a:lnTo>
                  <a:lnTo>
                    <a:pt x="71720" y="104871"/>
                  </a:lnTo>
                  <a:lnTo>
                    <a:pt x="71581" y="104871"/>
                  </a:lnTo>
                  <a:lnTo>
                    <a:pt x="79359" y="102265"/>
                  </a:lnTo>
                  <a:lnTo>
                    <a:pt x="79183" y="102265"/>
                  </a:lnTo>
                  <a:lnTo>
                    <a:pt x="87706" y="101396"/>
                  </a:lnTo>
                  <a:lnTo>
                    <a:pt x="164123" y="101396"/>
                  </a:lnTo>
                  <a:lnTo>
                    <a:pt x="156035" y="90093"/>
                  </a:lnTo>
                  <a:lnTo>
                    <a:pt x="48018" y="90093"/>
                  </a:lnTo>
                  <a:lnTo>
                    <a:pt x="48018" y="0"/>
                  </a:lnTo>
                  <a:close/>
                </a:path>
                <a:path w="177164" h="254634">
                  <a:moveTo>
                    <a:pt x="164123" y="101396"/>
                  </a:moveTo>
                  <a:lnTo>
                    <a:pt x="87706" y="101396"/>
                  </a:lnTo>
                  <a:lnTo>
                    <a:pt x="96055" y="102265"/>
                  </a:lnTo>
                  <a:lnTo>
                    <a:pt x="103633" y="104871"/>
                  </a:lnTo>
                  <a:lnTo>
                    <a:pt x="127080" y="145544"/>
                  </a:lnTo>
                  <a:lnTo>
                    <a:pt x="127572" y="155575"/>
                  </a:lnTo>
                  <a:lnTo>
                    <a:pt x="127670" y="157556"/>
                  </a:lnTo>
                  <a:lnTo>
                    <a:pt x="116484" y="202806"/>
                  </a:lnTo>
                  <a:lnTo>
                    <a:pt x="89496" y="216293"/>
                  </a:lnTo>
                  <a:lnTo>
                    <a:pt x="163707" y="216293"/>
                  </a:lnTo>
                  <a:lnTo>
                    <a:pt x="164290" y="215450"/>
                  </a:lnTo>
                  <a:lnTo>
                    <a:pt x="164416" y="215268"/>
                  </a:lnTo>
                  <a:lnTo>
                    <a:pt x="171302" y="198686"/>
                  </a:lnTo>
                  <a:lnTo>
                    <a:pt x="175432" y="179449"/>
                  </a:lnTo>
                  <a:lnTo>
                    <a:pt x="176809" y="157556"/>
                  </a:lnTo>
                  <a:lnTo>
                    <a:pt x="175457" y="136448"/>
                  </a:lnTo>
                  <a:lnTo>
                    <a:pt x="171400" y="117970"/>
                  </a:lnTo>
                  <a:lnTo>
                    <a:pt x="164703" y="102265"/>
                  </a:lnTo>
                  <a:lnTo>
                    <a:pt x="164123" y="101396"/>
                  </a:lnTo>
                  <a:close/>
                </a:path>
                <a:path w="177164" h="254634">
                  <a:moveTo>
                    <a:pt x="100406" y="64884"/>
                  </a:moveTo>
                  <a:lnTo>
                    <a:pt x="85744" y="66460"/>
                  </a:lnTo>
                  <a:lnTo>
                    <a:pt x="72126" y="71188"/>
                  </a:lnTo>
                  <a:lnTo>
                    <a:pt x="59551" y="79066"/>
                  </a:lnTo>
                  <a:lnTo>
                    <a:pt x="48018" y="90093"/>
                  </a:lnTo>
                  <a:lnTo>
                    <a:pt x="156035" y="90093"/>
                  </a:lnTo>
                  <a:lnTo>
                    <a:pt x="155181" y="88900"/>
                  </a:lnTo>
                  <a:lnTo>
                    <a:pt x="143643" y="78396"/>
                  </a:lnTo>
                  <a:lnTo>
                    <a:pt x="130670" y="70891"/>
                  </a:lnTo>
                  <a:lnTo>
                    <a:pt x="116495" y="66460"/>
                  </a:lnTo>
                  <a:lnTo>
                    <a:pt x="117039" y="66460"/>
                  </a:lnTo>
                  <a:lnTo>
                    <a:pt x="100406" y="64884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0" name="object 490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5768035" y="8094853"/>
              <a:ext cx="170052" cy="189318"/>
            </a:xfrm>
            <a:prstGeom prst="rect">
              <a:avLst/>
            </a:prstGeom>
          </p:spPr>
        </p:pic>
        <p:pic>
          <p:nvPicPr>
            <p:cNvPr id="491" name="object 491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5964250" y="8094853"/>
              <a:ext cx="170853" cy="189318"/>
            </a:xfrm>
            <a:prstGeom prst="rect">
              <a:avLst/>
            </a:prstGeom>
          </p:spPr>
        </p:pic>
        <p:pic>
          <p:nvPicPr>
            <p:cNvPr id="492" name="object 492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6167412" y="8029968"/>
              <a:ext cx="351002" cy="254203"/>
            </a:xfrm>
            <a:prstGeom prst="rect">
              <a:avLst/>
            </a:prstGeom>
          </p:spPr>
        </p:pic>
        <p:pic>
          <p:nvPicPr>
            <p:cNvPr id="493" name="object 493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6557276" y="8094853"/>
              <a:ext cx="164909" cy="185140"/>
            </a:xfrm>
            <a:prstGeom prst="rect">
              <a:avLst/>
            </a:prstGeom>
          </p:spPr>
        </p:pic>
        <p:sp>
          <p:nvSpPr>
            <p:cNvPr id="494" name="object 494"/>
            <p:cNvSpPr/>
            <p:nvPr/>
          </p:nvSpPr>
          <p:spPr>
            <a:xfrm>
              <a:off x="6760185" y="8029968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5" h="254634">
                  <a:moveTo>
                    <a:pt x="76312" y="64884"/>
                  </a:moveTo>
                  <a:lnTo>
                    <a:pt x="59679" y="66460"/>
                  </a:lnTo>
                  <a:lnTo>
                    <a:pt x="60223" y="66460"/>
                  </a:lnTo>
                  <a:lnTo>
                    <a:pt x="46048" y="70891"/>
                  </a:lnTo>
                  <a:lnTo>
                    <a:pt x="12645" y="101396"/>
                  </a:lnTo>
                  <a:lnTo>
                    <a:pt x="108" y="155575"/>
                  </a:lnTo>
                  <a:lnTo>
                    <a:pt x="0" y="160134"/>
                  </a:lnTo>
                  <a:lnTo>
                    <a:pt x="1298" y="180034"/>
                  </a:lnTo>
                  <a:lnTo>
                    <a:pt x="22134" y="228993"/>
                  </a:lnTo>
                  <a:lnTo>
                    <a:pt x="60609" y="252627"/>
                  </a:lnTo>
                  <a:lnTo>
                    <a:pt x="75715" y="254203"/>
                  </a:lnTo>
                  <a:lnTo>
                    <a:pt x="83343" y="253731"/>
                  </a:lnTo>
                  <a:lnTo>
                    <a:pt x="120165" y="236985"/>
                  </a:lnTo>
                  <a:lnTo>
                    <a:pt x="132269" y="223443"/>
                  </a:lnTo>
                  <a:lnTo>
                    <a:pt x="176719" y="223443"/>
                  </a:lnTo>
                  <a:lnTo>
                    <a:pt x="176719" y="216293"/>
                  </a:lnTo>
                  <a:lnTo>
                    <a:pt x="89406" y="216293"/>
                  </a:lnTo>
                  <a:lnTo>
                    <a:pt x="79877" y="215153"/>
                  </a:lnTo>
                  <a:lnTo>
                    <a:pt x="79651" y="215153"/>
                  </a:lnTo>
                  <a:lnTo>
                    <a:pt x="70850" y="211580"/>
                  </a:lnTo>
                  <a:lnTo>
                    <a:pt x="49426" y="169057"/>
                  </a:lnTo>
                  <a:lnTo>
                    <a:pt x="49099" y="160134"/>
                  </a:lnTo>
                  <a:lnTo>
                    <a:pt x="49048" y="158750"/>
                  </a:lnTo>
                  <a:lnTo>
                    <a:pt x="60437" y="115087"/>
                  </a:lnTo>
                  <a:lnTo>
                    <a:pt x="89012" y="101396"/>
                  </a:lnTo>
                  <a:lnTo>
                    <a:pt x="176719" y="101396"/>
                  </a:lnTo>
                  <a:lnTo>
                    <a:pt x="176719" y="90093"/>
                  </a:lnTo>
                  <a:lnTo>
                    <a:pt x="128890" y="90093"/>
                  </a:lnTo>
                  <a:lnTo>
                    <a:pt x="117275" y="79066"/>
                  </a:lnTo>
                  <a:lnTo>
                    <a:pt x="104640" y="71188"/>
                  </a:lnTo>
                  <a:lnTo>
                    <a:pt x="90986" y="66460"/>
                  </a:lnTo>
                  <a:lnTo>
                    <a:pt x="76312" y="64884"/>
                  </a:lnTo>
                  <a:close/>
                </a:path>
                <a:path w="177165" h="254634">
                  <a:moveTo>
                    <a:pt x="176719" y="223443"/>
                  </a:moveTo>
                  <a:lnTo>
                    <a:pt x="132269" y="223443"/>
                  </a:lnTo>
                  <a:lnTo>
                    <a:pt x="132269" y="250024"/>
                  </a:lnTo>
                  <a:lnTo>
                    <a:pt x="176719" y="250024"/>
                  </a:lnTo>
                  <a:lnTo>
                    <a:pt x="176719" y="223443"/>
                  </a:lnTo>
                  <a:close/>
                </a:path>
                <a:path w="177165" h="254634">
                  <a:moveTo>
                    <a:pt x="176719" y="101396"/>
                  </a:moveTo>
                  <a:lnTo>
                    <a:pt x="89012" y="101396"/>
                  </a:lnTo>
                  <a:lnTo>
                    <a:pt x="97356" y="102265"/>
                  </a:lnTo>
                  <a:lnTo>
                    <a:pt x="104933" y="104871"/>
                  </a:lnTo>
                  <a:lnTo>
                    <a:pt x="128386" y="145651"/>
                  </a:lnTo>
                  <a:lnTo>
                    <a:pt x="129094" y="160134"/>
                  </a:lnTo>
                  <a:lnTo>
                    <a:pt x="128362" y="173257"/>
                  </a:lnTo>
                  <a:lnTo>
                    <a:pt x="111321" y="208369"/>
                  </a:lnTo>
                  <a:lnTo>
                    <a:pt x="89406" y="216293"/>
                  </a:lnTo>
                  <a:lnTo>
                    <a:pt x="176719" y="216293"/>
                  </a:lnTo>
                  <a:lnTo>
                    <a:pt x="176719" y="101396"/>
                  </a:lnTo>
                  <a:close/>
                </a:path>
                <a:path w="177165" h="254634">
                  <a:moveTo>
                    <a:pt x="176719" y="0"/>
                  </a:moveTo>
                  <a:lnTo>
                    <a:pt x="128890" y="0"/>
                  </a:lnTo>
                  <a:lnTo>
                    <a:pt x="128890" y="90093"/>
                  </a:lnTo>
                  <a:lnTo>
                    <a:pt x="176719" y="90093"/>
                  </a:lnTo>
                  <a:lnTo>
                    <a:pt x="17671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5" name="object 495"/>
          <p:cNvGrpSpPr/>
          <p:nvPr/>
        </p:nvGrpSpPr>
        <p:grpSpPr>
          <a:xfrm>
            <a:off x="7064311" y="8029968"/>
            <a:ext cx="1373505" cy="254635"/>
            <a:chOff x="7064311" y="8029968"/>
            <a:chExt cx="1373505" cy="254635"/>
          </a:xfrm>
        </p:grpSpPr>
        <p:pic>
          <p:nvPicPr>
            <p:cNvPr id="496" name="object 496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7064311" y="8094853"/>
              <a:ext cx="169265" cy="189318"/>
            </a:xfrm>
            <a:prstGeom prst="rect">
              <a:avLst/>
            </a:prstGeom>
          </p:spPr>
        </p:pic>
        <p:pic>
          <p:nvPicPr>
            <p:cNvPr id="497" name="object 497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7261529" y="8094853"/>
              <a:ext cx="169062" cy="189318"/>
            </a:xfrm>
            <a:prstGeom prst="rect">
              <a:avLst/>
            </a:prstGeom>
          </p:spPr>
        </p:pic>
        <p:pic>
          <p:nvPicPr>
            <p:cNvPr id="498" name="object 498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7467663" y="8094853"/>
              <a:ext cx="302806" cy="185140"/>
            </a:xfrm>
            <a:prstGeom prst="rect">
              <a:avLst/>
            </a:prstGeom>
          </p:spPr>
        </p:pic>
        <p:sp>
          <p:nvSpPr>
            <p:cNvPr id="499" name="object 499"/>
            <p:cNvSpPr/>
            <p:nvPr/>
          </p:nvSpPr>
          <p:spPr>
            <a:xfrm>
              <a:off x="7799806" y="8029968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90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90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0" name="object 500"/>
            <p:cNvPicPr/>
            <p:nvPr/>
          </p:nvPicPr>
          <p:blipFill>
            <a:blip r:embed="rId261" cstate="print"/>
            <a:stretch>
              <a:fillRect/>
            </a:stretch>
          </p:blipFill>
          <p:spPr>
            <a:xfrm>
              <a:off x="7886318" y="8094853"/>
              <a:ext cx="170853" cy="189318"/>
            </a:xfrm>
            <a:prstGeom prst="rect">
              <a:avLst/>
            </a:prstGeom>
          </p:spPr>
        </p:pic>
        <p:pic>
          <p:nvPicPr>
            <p:cNvPr id="501" name="object 501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8077174" y="8094853"/>
              <a:ext cx="169075" cy="189318"/>
            </a:xfrm>
            <a:prstGeom prst="rect">
              <a:avLst/>
            </a:prstGeom>
          </p:spPr>
        </p:pic>
        <p:pic>
          <p:nvPicPr>
            <p:cNvPr id="502" name="object 502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8268436" y="8094853"/>
              <a:ext cx="169265" cy="189318"/>
            </a:xfrm>
            <a:prstGeom prst="rect">
              <a:avLst/>
            </a:prstGeom>
          </p:spPr>
        </p:pic>
      </p:grpSp>
      <p:grpSp>
        <p:nvGrpSpPr>
          <p:cNvPr id="503" name="object 503"/>
          <p:cNvGrpSpPr/>
          <p:nvPr/>
        </p:nvGrpSpPr>
        <p:grpSpPr>
          <a:xfrm>
            <a:off x="8564067" y="8029968"/>
            <a:ext cx="586740" cy="254635"/>
            <a:chOff x="8564067" y="8029968"/>
            <a:chExt cx="586740" cy="254635"/>
          </a:xfrm>
        </p:grpSpPr>
        <p:pic>
          <p:nvPicPr>
            <p:cNvPr id="504" name="object 504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8564067" y="8094853"/>
              <a:ext cx="170065" cy="189318"/>
            </a:xfrm>
            <a:prstGeom prst="rect">
              <a:avLst/>
            </a:prstGeom>
          </p:spPr>
        </p:pic>
        <p:pic>
          <p:nvPicPr>
            <p:cNvPr id="505" name="object 505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8770607" y="8094853"/>
              <a:ext cx="164909" cy="185140"/>
            </a:xfrm>
            <a:prstGeom prst="rect">
              <a:avLst/>
            </a:prstGeom>
          </p:spPr>
        </p:pic>
        <p:sp>
          <p:nvSpPr>
            <p:cNvPr id="506" name="object 506"/>
            <p:cNvSpPr/>
            <p:nvPr/>
          </p:nvSpPr>
          <p:spPr>
            <a:xfrm>
              <a:off x="8973516" y="8029968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5" h="254634">
                  <a:moveTo>
                    <a:pt x="76312" y="64884"/>
                  </a:moveTo>
                  <a:lnTo>
                    <a:pt x="59679" y="66460"/>
                  </a:lnTo>
                  <a:lnTo>
                    <a:pt x="60223" y="66460"/>
                  </a:lnTo>
                  <a:lnTo>
                    <a:pt x="46048" y="70891"/>
                  </a:lnTo>
                  <a:lnTo>
                    <a:pt x="12645" y="101396"/>
                  </a:lnTo>
                  <a:lnTo>
                    <a:pt x="108" y="155575"/>
                  </a:lnTo>
                  <a:lnTo>
                    <a:pt x="0" y="160134"/>
                  </a:lnTo>
                  <a:lnTo>
                    <a:pt x="1298" y="180034"/>
                  </a:lnTo>
                  <a:lnTo>
                    <a:pt x="22134" y="228993"/>
                  </a:lnTo>
                  <a:lnTo>
                    <a:pt x="60609" y="252627"/>
                  </a:lnTo>
                  <a:lnTo>
                    <a:pt x="75715" y="254203"/>
                  </a:lnTo>
                  <a:lnTo>
                    <a:pt x="83342" y="253731"/>
                  </a:lnTo>
                  <a:lnTo>
                    <a:pt x="120164" y="236985"/>
                  </a:lnTo>
                  <a:lnTo>
                    <a:pt x="132269" y="223443"/>
                  </a:lnTo>
                  <a:lnTo>
                    <a:pt x="176719" y="223443"/>
                  </a:lnTo>
                  <a:lnTo>
                    <a:pt x="176719" y="216293"/>
                  </a:lnTo>
                  <a:lnTo>
                    <a:pt x="89406" y="216293"/>
                  </a:lnTo>
                  <a:lnTo>
                    <a:pt x="79877" y="215153"/>
                  </a:lnTo>
                  <a:lnTo>
                    <a:pt x="79651" y="215153"/>
                  </a:lnTo>
                  <a:lnTo>
                    <a:pt x="70850" y="211580"/>
                  </a:lnTo>
                  <a:lnTo>
                    <a:pt x="49416" y="169057"/>
                  </a:lnTo>
                  <a:lnTo>
                    <a:pt x="49036" y="158750"/>
                  </a:lnTo>
                  <a:lnTo>
                    <a:pt x="48918" y="155575"/>
                  </a:lnTo>
                  <a:lnTo>
                    <a:pt x="60437" y="115087"/>
                  </a:lnTo>
                  <a:lnTo>
                    <a:pt x="89012" y="101396"/>
                  </a:lnTo>
                  <a:lnTo>
                    <a:pt x="176719" y="101396"/>
                  </a:lnTo>
                  <a:lnTo>
                    <a:pt x="176719" y="90093"/>
                  </a:lnTo>
                  <a:lnTo>
                    <a:pt x="128890" y="90093"/>
                  </a:lnTo>
                  <a:lnTo>
                    <a:pt x="117273" y="79066"/>
                  </a:lnTo>
                  <a:lnTo>
                    <a:pt x="104635" y="71188"/>
                  </a:lnTo>
                  <a:lnTo>
                    <a:pt x="90980" y="66460"/>
                  </a:lnTo>
                  <a:lnTo>
                    <a:pt x="76312" y="64884"/>
                  </a:lnTo>
                  <a:close/>
                </a:path>
                <a:path w="177165" h="254634">
                  <a:moveTo>
                    <a:pt x="176719" y="223443"/>
                  </a:moveTo>
                  <a:lnTo>
                    <a:pt x="132269" y="223443"/>
                  </a:lnTo>
                  <a:lnTo>
                    <a:pt x="132269" y="250024"/>
                  </a:lnTo>
                  <a:lnTo>
                    <a:pt x="176719" y="250024"/>
                  </a:lnTo>
                  <a:lnTo>
                    <a:pt x="176719" y="223443"/>
                  </a:lnTo>
                  <a:close/>
                </a:path>
                <a:path w="177165" h="254634">
                  <a:moveTo>
                    <a:pt x="176719" y="101396"/>
                  </a:moveTo>
                  <a:lnTo>
                    <a:pt x="89012" y="101396"/>
                  </a:lnTo>
                  <a:lnTo>
                    <a:pt x="97356" y="102265"/>
                  </a:lnTo>
                  <a:lnTo>
                    <a:pt x="104933" y="104871"/>
                  </a:lnTo>
                  <a:lnTo>
                    <a:pt x="128386" y="145651"/>
                  </a:lnTo>
                  <a:lnTo>
                    <a:pt x="129026" y="158750"/>
                  </a:lnTo>
                  <a:lnTo>
                    <a:pt x="129094" y="160134"/>
                  </a:lnTo>
                  <a:lnTo>
                    <a:pt x="117384" y="202209"/>
                  </a:lnTo>
                  <a:lnTo>
                    <a:pt x="89406" y="216293"/>
                  </a:lnTo>
                  <a:lnTo>
                    <a:pt x="176719" y="216293"/>
                  </a:lnTo>
                  <a:lnTo>
                    <a:pt x="176719" y="101396"/>
                  </a:lnTo>
                  <a:close/>
                </a:path>
                <a:path w="177165" h="254634">
                  <a:moveTo>
                    <a:pt x="176719" y="0"/>
                  </a:moveTo>
                  <a:lnTo>
                    <a:pt x="128890" y="0"/>
                  </a:lnTo>
                  <a:lnTo>
                    <a:pt x="128890" y="90093"/>
                  </a:lnTo>
                  <a:lnTo>
                    <a:pt x="176719" y="90093"/>
                  </a:lnTo>
                  <a:lnTo>
                    <a:pt x="17671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7" name="object 507"/>
          <p:cNvGrpSpPr/>
          <p:nvPr/>
        </p:nvGrpSpPr>
        <p:grpSpPr>
          <a:xfrm>
            <a:off x="9269501" y="8029968"/>
            <a:ext cx="760095" cy="254635"/>
            <a:chOff x="9269501" y="8029968"/>
            <a:chExt cx="760095" cy="254635"/>
          </a:xfrm>
        </p:grpSpPr>
        <p:pic>
          <p:nvPicPr>
            <p:cNvPr id="508" name="object 508"/>
            <p:cNvPicPr/>
            <p:nvPr/>
          </p:nvPicPr>
          <p:blipFill>
            <a:blip r:embed="rId264" cstate="print"/>
            <a:stretch>
              <a:fillRect/>
            </a:stretch>
          </p:blipFill>
          <p:spPr>
            <a:xfrm>
              <a:off x="9269501" y="8029968"/>
              <a:ext cx="250825" cy="250024"/>
            </a:xfrm>
            <a:prstGeom prst="rect">
              <a:avLst/>
            </a:prstGeom>
          </p:spPr>
        </p:pic>
        <p:pic>
          <p:nvPicPr>
            <p:cNvPr id="509" name="object 509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9547123" y="8029968"/>
              <a:ext cx="191490" cy="250024"/>
            </a:xfrm>
            <a:prstGeom prst="rect">
              <a:avLst/>
            </a:prstGeom>
          </p:spPr>
        </p:pic>
        <p:sp>
          <p:nvSpPr>
            <p:cNvPr id="510" name="object 510"/>
            <p:cNvSpPr/>
            <p:nvPr/>
          </p:nvSpPr>
          <p:spPr>
            <a:xfrm>
              <a:off x="9778479" y="8029968"/>
              <a:ext cx="50800" cy="250190"/>
            </a:xfrm>
            <a:custGeom>
              <a:avLst/>
              <a:gdLst/>
              <a:ahLst/>
              <a:cxnLst/>
              <a:rect l="l" t="t" r="r" b="b"/>
              <a:pathLst>
                <a:path w="50800" h="250190">
                  <a:moveTo>
                    <a:pt x="50596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50596" y="250024"/>
                  </a:lnTo>
                  <a:lnTo>
                    <a:pt x="505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1" name="object 511"/>
            <p:cNvPicPr/>
            <p:nvPr/>
          </p:nvPicPr>
          <p:blipFill>
            <a:blip r:embed="rId266" cstate="print"/>
            <a:stretch>
              <a:fillRect/>
            </a:stretch>
          </p:blipFill>
          <p:spPr>
            <a:xfrm>
              <a:off x="9859835" y="8094853"/>
              <a:ext cx="169265" cy="189318"/>
            </a:xfrm>
            <a:prstGeom prst="rect">
              <a:avLst/>
            </a:prstGeom>
          </p:spPr>
        </p:pic>
      </p:grpSp>
      <p:pic>
        <p:nvPicPr>
          <p:cNvPr id="512" name="object 51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75873" y="8606243"/>
            <a:ext cx="86320" cy="86321"/>
          </a:xfrm>
          <a:prstGeom prst="rect">
            <a:avLst/>
          </a:prstGeom>
        </p:spPr>
      </p:pic>
      <p:grpSp>
        <p:nvGrpSpPr>
          <p:cNvPr id="513" name="object 513"/>
          <p:cNvGrpSpPr/>
          <p:nvPr/>
        </p:nvGrpSpPr>
        <p:grpSpPr>
          <a:xfrm>
            <a:off x="3180589" y="8521712"/>
            <a:ext cx="1607185" cy="323850"/>
            <a:chOff x="3180589" y="8521712"/>
            <a:chExt cx="1607185" cy="323850"/>
          </a:xfrm>
        </p:grpSpPr>
        <p:pic>
          <p:nvPicPr>
            <p:cNvPr id="514" name="object 51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180589" y="8521712"/>
              <a:ext cx="241301" cy="250024"/>
            </a:xfrm>
            <a:prstGeom prst="rect">
              <a:avLst/>
            </a:prstGeom>
          </p:spPr>
        </p:pic>
        <p:pic>
          <p:nvPicPr>
            <p:cNvPr id="515" name="object 515"/>
            <p:cNvPicPr/>
            <p:nvPr/>
          </p:nvPicPr>
          <p:blipFill>
            <a:blip r:embed="rId267" cstate="print"/>
            <a:stretch>
              <a:fillRect/>
            </a:stretch>
          </p:blipFill>
          <p:spPr>
            <a:xfrm>
              <a:off x="3460602" y="8586596"/>
              <a:ext cx="186927" cy="189318"/>
            </a:xfrm>
            <a:prstGeom prst="rect">
              <a:avLst/>
            </a:prstGeom>
          </p:spPr>
        </p:pic>
        <p:pic>
          <p:nvPicPr>
            <p:cNvPr id="516" name="object 516"/>
            <p:cNvPicPr/>
            <p:nvPr/>
          </p:nvPicPr>
          <p:blipFill>
            <a:blip r:embed="rId268" cstate="print"/>
            <a:stretch>
              <a:fillRect/>
            </a:stretch>
          </p:blipFill>
          <p:spPr>
            <a:xfrm>
              <a:off x="3684851" y="8586596"/>
              <a:ext cx="164899" cy="185140"/>
            </a:xfrm>
            <a:prstGeom prst="rect">
              <a:avLst/>
            </a:prstGeom>
          </p:spPr>
        </p:pic>
        <p:sp>
          <p:nvSpPr>
            <p:cNvPr id="517" name="object 517"/>
            <p:cNvSpPr/>
            <p:nvPr/>
          </p:nvSpPr>
          <p:spPr>
            <a:xfrm>
              <a:off x="3887673" y="8586596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4" h="259079">
                  <a:moveTo>
                    <a:pt x="6350" y="197053"/>
                  </a:moveTo>
                  <a:lnTo>
                    <a:pt x="17069" y="234418"/>
                  </a:lnTo>
                  <a:lnTo>
                    <a:pt x="51342" y="254601"/>
                  </a:lnTo>
                  <a:lnTo>
                    <a:pt x="90678" y="258571"/>
                  </a:lnTo>
                  <a:lnTo>
                    <a:pt x="102353" y="258248"/>
                  </a:lnTo>
                  <a:lnTo>
                    <a:pt x="145402" y="247403"/>
                  </a:lnTo>
                  <a:lnTo>
                    <a:pt x="168484" y="222059"/>
                  </a:lnTo>
                  <a:lnTo>
                    <a:pt x="79108" y="222059"/>
                  </a:lnTo>
                  <a:lnTo>
                    <a:pt x="71958" y="220332"/>
                  </a:lnTo>
                  <a:lnTo>
                    <a:pt x="67462" y="216890"/>
                  </a:lnTo>
                  <a:lnTo>
                    <a:pt x="64160" y="214515"/>
                  </a:lnTo>
                  <a:lnTo>
                    <a:pt x="62039" y="210146"/>
                  </a:lnTo>
                  <a:lnTo>
                    <a:pt x="61169" y="204190"/>
                  </a:lnTo>
                  <a:lnTo>
                    <a:pt x="61112" y="203796"/>
                  </a:lnTo>
                  <a:lnTo>
                    <a:pt x="6350" y="197053"/>
                  </a:lnTo>
                  <a:close/>
                </a:path>
                <a:path w="177164" h="259079">
                  <a:moveTo>
                    <a:pt x="176809" y="155778"/>
                  </a:moveTo>
                  <a:lnTo>
                    <a:pt x="128778" y="155778"/>
                  </a:lnTo>
                  <a:lnTo>
                    <a:pt x="128778" y="192887"/>
                  </a:lnTo>
                  <a:lnTo>
                    <a:pt x="128145" y="199301"/>
                  </a:lnTo>
                  <a:lnTo>
                    <a:pt x="88900" y="222059"/>
                  </a:lnTo>
                  <a:lnTo>
                    <a:pt x="168489" y="222059"/>
                  </a:lnTo>
                  <a:lnTo>
                    <a:pt x="176473" y="181550"/>
                  </a:lnTo>
                  <a:lnTo>
                    <a:pt x="176761" y="168627"/>
                  </a:lnTo>
                  <a:lnTo>
                    <a:pt x="176809" y="155778"/>
                  </a:lnTo>
                  <a:close/>
                </a:path>
                <a:path w="177164" h="259079">
                  <a:moveTo>
                    <a:pt x="76390" y="0"/>
                  </a:moveTo>
                  <a:lnTo>
                    <a:pt x="33494" y="13512"/>
                  </a:lnTo>
                  <a:lnTo>
                    <a:pt x="5456" y="53433"/>
                  </a:lnTo>
                  <a:lnTo>
                    <a:pt x="175" y="90893"/>
                  </a:lnTo>
                  <a:lnTo>
                    <a:pt x="100" y="92075"/>
                  </a:lnTo>
                  <a:lnTo>
                    <a:pt x="9370" y="141329"/>
                  </a:lnTo>
                  <a:lnTo>
                    <a:pt x="41865" y="177404"/>
                  </a:lnTo>
                  <a:lnTo>
                    <a:pt x="57561" y="183306"/>
                  </a:lnTo>
                  <a:lnTo>
                    <a:pt x="58189" y="183306"/>
                  </a:lnTo>
                  <a:lnTo>
                    <a:pt x="74612" y="185140"/>
                  </a:lnTo>
                  <a:lnTo>
                    <a:pt x="90271" y="183306"/>
                  </a:lnTo>
                  <a:lnTo>
                    <a:pt x="104519" y="177803"/>
                  </a:lnTo>
                  <a:lnTo>
                    <a:pt x="117355" y="168627"/>
                  </a:lnTo>
                  <a:lnTo>
                    <a:pt x="128778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06" y="145625"/>
                  </a:lnTo>
                  <a:lnTo>
                    <a:pt x="51987" y="115841"/>
                  </a:lnTo>
                  <a:lnTo>
                    <a:pt x="49981" y="104740"/>
                  </a:lnTo>
                  <a:lnTo>
                    <a:pt x="49905" y="104321"/>
                  </a:lnTo>
                  <a:lnTo>
                    <a:pt x="49355" y="93662"/>
                  </a:lnTo>
                  <a:lnTo>
                    <a:pt x="49273" y="92075"/>
                  </a:lnTo>
                  <a:lnTo>
                    <a:pt x="49212" y="90893"/>
                  </a:lnTo>
                  <a:lnTo>
                    <a:pt x="60202" y="50203"/>
                  </a:lnTo>
                  <a:lnTo>
                    <a:pt x="88696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15" y="16523"/>
                  </a:lnTo>
                  <a:lnTo>
                    <a:pt x="107005" y="7343"/>
                  </a:lnTo>
                  <a:lnTo>
                    <a:pt x="92430" y="1835"/>
                  </a:lnTo>
                  <a:lnTo>
                    <a:pt x="76390" y="0"/>
                  </a:lnTo>
                  <a:close/>
                </a:path>
                <a:path w="177164" h="259079">
                  <a:moveTo>
                    <a:pt x="176809" y="36512"/>
                  </a:moveTo>
                  <a:lnTo>
                    <a:pt x="88696" y="36512"/>
                  </a:lnTo>
                  <a:lnTo>
                    <a:pt x="97149" y="37371"/>
                  </a:lnTo>
                  <a:lnTo>
                    <a:pt x="104821" y="39938"/>
                  </a:lnTo>
                  <a:lnTo>
                    <a:pt x="128845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28846" y="104321"/>
                  </a:lnTo>
                  <a:lnTo>
                    <a:pt x="128821" y="104740"/>
                  </a:lnTo>
                  <a:lnTo>
                    <a:pt x="111083" y="138746"/>
                  </a:lnTo>
                  <a:lnTo>
                    <a:pt x="103855" y="143132"/>
                  </a:lnTo>
                  <a:lnTo>
                    <a:pt x="103715" y="143132"/>
                  </a:lnTo>
                  <a:lnTo>
                    <a:pt x="96222" y="145625"/>
                  </a:lnTo>
                  <a:lnTo>
                    <a:pt x="96046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4" h="259079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8" name="object 518"/>
            <p:cNvPicPr/>
            <p:nvPr/>
          </p:nvPicPr>
          <p:blipFill>
            <a:blip r:embed="rId269" cstate="print"/>
            <a:stretch>
              <a:fillRect/>
            </a:stretch>
          </p:blipFill>
          <p:spPr>
            <a:xfrm>
              <a:off x="4100601" y="8586596"/>
              <a:ext cx="186931" cy="189318"/>
            </a:xfrm>
            <a:prstGeom prst="rect">
              <a:avLst/>
            </a:prstGeom>
          </p:spPr>
        </p:pic>
        <p:pic>
          <p:nvPicPr>
            <p:cNvPr id="519" name="object 519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4325251" y="8521712"/>
              <a:ext cx="209550" cy="250024"/>
            </a:xfrm>
            <a:prstGeom prst="rect">
              <a:avLst/>
            </a:prstGeom>
          </p:spPr>
        </p:pic>
        <p:pic>
          <p:nvPicPr>
            <p:cNvPr id="520" name="object 520"/>
            <p:cNvPicPr/>
            <p:nvPr/>
          </p:nvPicPr>
          <p:blipFill>
            <a:blip r:embed="rId271" cstate="print"/>
            <a:stretch>
              <a:fillRect/>
            </a:stretch>
          </p:blipFill>
          <p:spPr>
            <a:xfrm>
              <a:off x="4577867" y="8521712"/>
              <a:ext cx="209346" cy="250024"/>
            </a:xfrm>
            <a:prstGeom prst="rect">
              <a:avLst/>
            </a:prstGeom>
          </p:spPr>
        </p:pic>
      </p:grpSp>
      <p:sp>
        <p:nvSpPr>
          <p:cNvPr id="521" name="object 521"/>
          <p:cNvSpPr/>
          <p:nvPr/>
        </p:nvSpPr>
        <p:spPr>
          <a:xfrm>
            <a:off x="4900917" y="8663203"/>
            <a:ext cx="194310" cy="36195"/>
          </a:xfrm>
          <a:custGeom>
            <a:avLst/>
            <a:gdLst/>
            <a:ahLst/>
            <a:cxnLst/>
            <a:rect l="l" t="t" r="r" b="b"/>
            <a:pathLst>
              <a:path w="194310" h="36195">
                <a:moveTo>
                  <a:pt x="194068" y="0"/>
                </a:moveTo>
                <a:lnTo>
                  <a:pt x="0" y="0"/>
                </a:lnTo>
                <a:lnTo>
                  <a:pt x="0" y="35915"/>
                </a:lnTo>
                <a:lnTo>
                  <a:pt x="194068" y="35915"/>
                </a:lnTo>
                <a:lnTo>
                  <a:pt x="19406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2" name="object 522"/>
          <p:cNvGrpSpPr/>
          <p:nvPr/>
        </p:nvGrpSpPr>
        <p:grpSpPr>
          <a:xfrm>
            <a:off x="5200916" y="8521712"/>
            <a:ext cx="725170" cy="254635"/>
            <a:chOff x="5200916" y="8521712"/>
            <a:chExt cx="725170" cy="254635"/>
          </a:xfrm>
        </p:grpSpPr>
        <p:pic>
          <p:nvPicPr>
            <p:cNvPr id="523" name="object 523"/>
            <p:cNvPicPr/>
            <p:nvPr/>
          </p:nvPicPr>
          <p:blipFill>
            <a:blip r:embed="rId272" cstate="print"/>
            <a:stretch>
              <a:fillRect/>
            </a:stretch>
          </p:blipFill>
          <p:spPr>
            <a:xfrm>
              <a:off x="5200916" y="8586596"/>
              <a:ext cx="169265" cy="189318"/>
            </a:xfrm>
            <a:prstGeom prst="rect">
              <a:avLst/>
            </a:prstGeom>
          </p:spPr>
        </p:pic>
        <p:pic>
          <p:nvPicPr>
            <p:cNvPr id="524" name="object 524"/>
            <p:cNvPicPr/>
            <p:nvPr/>
          </p:nvPicPr>
          <p:blipFill>
            <a:blip r:embed="rId273" cstate="print"/>
            <a:stretch>
              <a:fillRect/>
            </a:stretch>
          </p:blipFill>
          <p:spPr>
            <a:xfrm>
              <a:off x="5392369" y="8526678"/>
              <a:ext cx="311772" cy="249237"/>
            </a:xfrm>
            <a:prstGeom prst="rect">
              <a:avLst/>
            </a:prstGeom>
          </p:spPr>
        </p:pic>
        <p:pic>
          <p:nvPicPr>
            <p:cNvPr id="525" name="object 525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5739676" y="8586596"/>
              <a:ext cx="117271" cy="185140"/>
            </a:xfrm>
            <a:prstGeom prst="rect">
              <a:avLst/>
            </a:prstGeom>
          </p:spPr>
        </p:pic>
        <p:sp>
          <p:nvSpPr>
            <p:cNvPr id="526" name="object 526"/>
            <p:cNvSpPr/>
            <p:nvPr/>
          </p:nvSpPr>
          <p:spPr>
            <a:xfrm>
              <a:off x="5877572" y="8521712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60" h="250190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60" h="250190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7" name="object 527"/>
          <p:cNvGrpSpPr/>
          <p:nvPr/>
        </p:nvGrpSpPr>
        <p:grpSpPr>
          <a:xfrm>
            <a:off x="5974397" y="8586596"/>
            <a:ext cx="379730" cy="259079"/>
            <a:chOff x="5974397" y="8586596"/>
            <a:chExt cx="379730" cy="259079"/>
          </a:xfrm>
        </p:grpSpPr>
        <p:pic>
          <p:nvPicPr>
            <p:cNvPr id="528" name="object 528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5974397" y="8586596"/>
              <a:ext cx="164909" cy="185140"/>
            </a:xfrm>
            <a:prstGeom prst="rect">
              <a:avLst/>
            </a:prstGeom>
          </p:spPr>
        </p:pic>
        <p:sp>
          <p:nvSpPr>
            <p:cNvPr id="529" name="object 529"/>
            <p:cNvSpPr/>
            <p:nvPr/>
          </p:nvSpPr>
          <p:spPr>
            <a:xfrm>
              <a:off x="6177216" y="8586596"/>
              <a:ext cx="177165" cy="259079"/>
            </a:xfrm>
            <a:custGeom>
              <a:avLst/>
              <a:gdLst/>
              <a:ahLst/>
              <a:cxnLst/>
              <a:rect l="l" t="t" r="r" b="b"/>
              <a:pathLst>
                <a:path w="177164" h="259079">
                  <a:moveTo>
                    <a:pt x="6350" y="197053"/>
                  </a:moveTo>
                  <a:lnTo>
                    <a:pt x="17076" y="234418"/>
                  </a:lnTo>
                  <a:lnTo>
                    <a:pt x="51349" y="254601"/>
                  </a:lnTo>
                  <a:lnTo>
                    <a:pt x="90690" y="258571"/>
                  </a:lnTo>
                  <a:lnTo>
                    <a:pt x="102359" y="258248"/>
                  </a:lnTo>
                  <a:lnTo>
                    <a:pt x="145408" y="247403"/>
                  </a:lnTo>
                  <a:lnTo>
                    <a:pt x="168489" y="222059"/>
                  </a:lnTo>
                  <a:lnTo>
                    <a:pt x="79108" y="222059"/>
                  </a:lnTo>
                  <a:lnTo>
                    <a:pt x="71970" y="220332"/>
                  </a:lnTo>
                  <a:lnTo>
                    <a:pt x="67475" y="216890"/>
                  </a:lnTo>
                  <a:lnTo>
                    <a:pt x="64160" y="214515"/>
                  </a:lnTo>
                  <a:lnTo>
                    <a:pt x="62052" y="210146"/>
                  </a:lnTo>
                  <a:lnTo>
                    <a:pt x="61182" y="204190"/>
                  </a:lnTo>
                  <a:lnTo>
                    <a:pt x="61125" y="203796"/>
                  </a:lnTo>
                  <a:lnTo>
                    <a:pt x="6350" y="197053"/>
                  </a:lnTo>
                  <a:close/>
                </a:path>
                <a:path w="177164" h="259079">
                  <a:moveTo>
                    <a:pt x="176809" y="155778"/>
                  </a:moveTo>
                  <a:lnTo>
                    <a:pt x="128790" y="155778"/>
                  </a:lnTo>
                  <a:lnTo>
                    <a:pt x="128790" y="192887"/>
                  </a:lnTo>
                  <a:lnTo>
                    <a:pt x="128158" y="199301"/>
                  </a:lnTo>
                  <a:lnTo>
                    <a:pt x="88900" y="222059"/>
                  </a:lnTo>
                  <a:lnTo>
                    <a:pt x="168494" y="222059"/>
                  </a:lnTo>
                  <a:lnTo>
                    <a:pt x="176475" y="181550"/>
                  </a:lnTo>
                  <a:lnTo>
                    <a:pt x="176762" y="168627"/>
                  </a:lnTo>
                  <a:lnTo>
                    <a:pt x="176809" y="155778"/>
                  </a:lnTo>
                  <a:close/>
                </a:path>
                <a:path w="177164" h="259079">
                  <a:moveTo>
                    <a:pt x="76403" y="0"/>
                  </a:moveTo>
                  <a:lnTo>
                    <a:pt x="33501" y="13512"/>
                  </a:lnTo>
                  <a:lnTo>
                    <a:pt x="5457" y="53433"/>
                  </a:lnTo>
                  <a:lnTo>
                    <a:pt x="175" y="90893"/>
                  </a:lnTo>
                  <a:lnTo>
                    <a:pt x="100" y="92075"/>
                  </a:lnTo>
                  <a:lnTo>
                    <a:pt x="9381" y="141329"/>
                  </a:lnTo>
                  <a:lnTo>
                    <a:pt x="41876" y="177404"/>
                  </a:lnTo>
                  <a:lnTo>
                    <a:pt x="57568" y="183306"/>
                  </a:lnTo>
                  <a:lnTo>
                    <a:pt x="58196" y="183306"/>
                  </a:lnTo>
                  <a:lnTo>
                    <a:pt x="74612" y="185140"/>
                  </a:lnTo>
                  <a:lnTo>
                    <a:pt x="90278" y="183306"/>
                  </a:lnTo>
                  <a:lnTo>
                    <a:pt x="104530" y="177803"/>
                  </a:lnTo>
                  <a:lnTo>
                    <a:pt x="117367" y="168627"/>
                  </a:lnTo>
                  <a:lnTo>
                    <a:pt x="128790" y="155778"/>
                  </a:lnTo>
                  <a:lnTo>
                    <a:pt x="176809" y="155778"/>
                  </a:lnTo>
                  <a:lnTo>
                    <a:pt x="176809" y="146456"/>
                  </a:lnTo>
                  <a:lnTo>
                    <a:pt x="87909" y="146456"/>
                  </a:lnTo>
                  <a:lnTo>
                    <a:pt x="80013" y="145625"/>
                  </a:lnTo>
                  <a:lnTo>
                    <a:pt x="51992" y="115841"/>
                  </a:lnTo>
                  <a:lnTo>
                    <a:pt x="49983" y="104740"/>
                  </a:lnTo>
                  <a:lnTo>
                    <a:pt x="49907" y="104321"/>
                  </a:lnTo>
                  <a:lnTo>
                    <a:pt x="49355" y="93662"/>
                  </a:lnTo>
                  <a:lnTo>
                    <a:pt x="49273" y="92075"/>
                  </a:lnTo>
                  <a:lnTo>
                    <a:pt x="49212" y="90893"/>
                  </a:lnTo>
                  <a:lnTo>
                    <a:pt x="49859" y="78892"/>
                  </a:lnTo>
                  <a:lnTo>
                    <a:pt x="49907" y="77994"/>
                  </a:lnTo>
                  <a:lnTo>
                    <a:pt x="51872" y="67519"/>
                  </a:lnTo>
                  <a:lnTo>
                    <a:pt x="51992" y="66881"/>
                  </a:lnTo>
                  <a:lnTo>
                    <a:pt x="55465" y="57554"/>
                  </a:lnTo>
                  <a:lnTo>
                    <a:pt x="60202" y="50203"/>
                  </a:lnTo>
                  <a:lnTo>
                    <a:pt x="60325" y="50012"/>
                  </a:lnTo>
                  <a:lnTo>
                    <a:pt x="66161" y="44217"/>
                  </a:lnTo>
                  <a:lnTo>
                    <a:pt x="72903" y="39938"/>
                  </a:lnTo>
                  <a:lnTo>
                    <a:pt x="80416" y="37371"/>
                  </a:lnTo>
                  <a:lnTo>
                    <a:pt x="88709" y="36512"/>
                  </a:lnTo>
                  <a:lnTo>
                    <a:pt x="176809" y="36512"/>
                  </a:lnTo>
                  <a:lnTo>
                    <a:pt x="176809" y="29375"/>
                  </a:lnTo>
                  <a:lnTo>
                    <a:pt x="131762" y="29375"/>
                  </a:lnTo>
                  <a:lnTo>
                    <a:pt x="120115" y="16523"/>
                  </a:lnTo>
                  <a:lnTo>
                    <a:pt x="107007" y="7343"/>
                  </a:lnTo>
                  <a:lnTo>
                    <a:pt x="92436" y="1835"/>
                  </a:lnTo>
                  <a:lnTo>
                    <a:pt x="76403" y="0"/>
                  </a:lnTo>
                  <a:close/>
                </a:path>
                <a:path w="177164" h="259079">
                  <a:moveTo>
                    <a:pt x="176809" y="36512"/>
                  </a:moveTo>
                  <a:lnTo>
                    <a:pt x="88709" y="36512"/>
                  </a:lnTo>
                  <a:lnTo>
                    <a:pt x="97160" y="37371"/>
                  </a:lnTo>
                  <a:lnTo>
                    <a:pt x="104828" y="39938"/>
                  </a:lnTo>
                  <a:lnTo>
                    <a:pt x="128847" y="78892"/>
                  </a:lnTo>
                  <a:lnTo>
                    <a:pt x="129512" y="90893"/>
                  </a:lnTo>
                  <a:lnTo>
                    <a:pt x="129483" y="93662"/>
                  </a:lnTo>
                  <a:lnTo>
                    <a:pt x="128847" y="104321"/>
                  </a:lnTo>
                  <a:lnTo>
                    <a:pt x="128822" y="104740"/>
                  </a:lnTo>
                  <a:lnTo>
                    <a:pt x="111090" y="138746"/>
                  </a:lnTo>
                  <a:lnTo>
                    <a:pt x="103865" y="143132"/>
                  </a:lnTo>
                  <a:lnTo>
                    <a:pt x="103725" y="143132"/>
                  </a:lnTo>
                  <a:lnTo>
                    <a:pt x="96229" y="145625"/>
                  </a:lnTo>
                  <a:lnTo>
                    <a:pt x="96053" y="145625"/>
                  </a:lnTo>
                  <a:lnTo>
                    <a:pt x="87909" y="146456"/>
                  </a:lnTo>
                  <a:lnTo>
                    <a:pt x="176809" y="146456"/>
                  </a:lnTo>
                  <a:lnTo>
                    <a:pt x="176809" y="36512"/>
                  </a:lnTo>
                  <a:close/>
                </a:path>
                <a:path w="177164" h="259079">
                  <a:moveTo>
                    <a:pt x="176809" y="3975"/>
                  </a:moveTo>
                  <a:lnTo>
                    <a:pt x="131762" y="3975"/>
                  </a:lnTo>
                  <a:lnTo>
                    <a:pt x="131762" y="29375"/>
                  </a:lnTo>
                  <a:lnTo>
                    <a:pt x="176809" y="29375"/>
                  </a:lnTo>
                  <a:lnTo>
                    <a:pt x="176809" y="397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0" name="object 530"/>
          <p:cNvGrpSpPr/>
          <p:nvPr/>
        </p:nvGrpSpPr>
        <p:grpSpPr>
          <a:xfrm>
            <a:off x="6498297" y="8521712"/>
            <a:ext cx="1144905" cy="254635"/>
            <a:chOff x="6498297" y="8521712"/>
            <a:chExt cx="1144905" cy="254635"/>
          </a:xfrm>
        </p:grpSpPr>
        <p:sp>
          <p:nvSpPr>
            <p:cNvPr id="531" name="object 531"/>
            <p:cNvSpPr/>
            <p:nvPr/>
          </p:nvSpPr>
          <p:spPr>
            <a:xfrm>
              <a:off x="6498297" y="8521712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90">
                  <a:moveTo>
                    <a:pt x="48031" y="0"/>
                  </a:moveTo>
                  <a:lnTo>
                    <a:pt x="0" y="0"/>
                  </a:lnTo>
                  <a:lnTo>
                    <a:pt x="0" y="250024"/>
                  </a:lnTo>
                  <a:lnTo>
                    <a:pt x="48031" y="250024"/>
                  </a:lnTo>
                  <a:lnTo>
                    <a:pt x="480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2" name="object 532"/>
            <p:cNvPicPr/>
            <p:nvPr/>
          </p:nvPicPr>
          <p:blipFill>
            <a:blip r:embed="rId275" cstate="print"/>
            <a:stretch>
              <a:fillRect/>
            </a:stretch>
          </p:blipFill>
          <p:spPr>
            <a:xfrm>
              <a:off x="6581444" y="8586596"/>
              <a:ext cx="169062" cy="189318"/>
            </a:xfrm>
            <a:prstGeom prst="rect">
              <a:avLst/>
            </a:prstGeom>
          </p:spPr>
        </p:pic>
        <p:pic>
          <p:nvPicPr>
            <p:cNvPr id="533" name="object 533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6777062" y="8586596"/>
              <a:ext cx="170065" cy="189318"/>
            </a:xfrm>
            <a:prstGeom prst="rect">
              <a:avLst/>
            </a:prstGeom>
          </p:spPr>
        </p:pic>
        <p:pic>
          <p:nvPicPr>
            <p:cNvPr id="534" name="object 534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6981825" y="8586596"/>
              <a:ext cx="117271" cy="185140"/>
            </a:xfrm>
            <a:prstGeom prst="rect">
              <a:avLst/>
            </a:prstGeom>
          </p:spPr>
        </p:pic>
        <p:pic>
          <p:nvPicPr>
            <p:cNvPr id="535" name="object 535"/>
            <p:cNvPicPr/>
            <p:nvPr/>
          </p:nvPicPr>
          <p:blipFill>
            <a:blip r:embed="rId277" cstate="print"/>
            <a:stretch>
              <a:fillRect/>
            </a:stretch>
          </p:blipFill>
          <p:spPr>
            <a:xfrm>
              <a:off x="7119518" y="8586596"/>
              <a:ext cx="164909" cy="185140"/>
            </a:xfrm>
            <a:prstGeom prst="rect">
              <a:avLst/>
            </a:prstGeom>
          </p:spPr>
        </p:pic>
        <p:pic>
          <p:nvPicPr>
            <p:cNvPr id="536" name="object 536"/>
            <p:cNvPicPr/>
            <p:nvPr/>
          </p:nvPicPr>
          <p:blipFill>
            <a:blip r:embed="rId278" cstate="print"/>
            <a:stretch>
              <a:fillRect/>
            </a:stretch>
          </p:blipFill>
          <p:spPr>
            <a:xfrm>
              <a:off x="7319162" y="8586596"/>
              <a:ext cx="169075" cy="189318"/>
            </a:xfrm>
            <a:prstGeom prst="rect">
              <a:avLst/>
            </a:prstGeom>
          </p:spPr>
        </p:pic>
        <p:pic>
          <p:nvPicPr>
            <p:cNvPr id="537" name="object 537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7525308" y="8586596"/>
              <a:ext cx="117271" cy="185140"/>
            </a:xfrm>
            <a:prstGeom prst="rect">
              <a:avLst/>
            </a:prstGeom>
          </p:spPr>
        </p:pic>
      </p:grpSp>
      <p:sp>
        <p:nvSpPr>
          <p:cNvPr id="538" name="object 538"/>
          <p:cNvSpPr/>
          <p:nvPr/>
        </p:nvSpPr>
        <p:spPr>
          <a:xfrm>
            <a:off x="7760234" y="8521712"/>
            <a:ext cx="48260" cy="250190"/>
          </a:xfrm>
          <a:custGeom>
            <a:avLst/>
            <a:gdLst/>
            <a:ahLst/>
            <a:cxnLst/>
            <a:rect l="l" t="t" r="r" b="b"/>
            <a:pathLst>
              <a:path w="48259" h="250190">
                <a:moveTo>
                  <a:pt x="48018" y="68859"/>
                </a:moveTo>
                <a:lnTo>
                  <a:pt x="0" y="68859"/>
                </a:lnTo>
                <a:lnTo>
                  <a:pt x="0" y="250024"/>
                </a:lnTo>
                <a:lnTo>
                  <a:pt x="48018" y="250024"/>
                </a:lnTo>
                <a:lnTo>
                  <a:pt x="48018" y="68859"/>
                </a:lnTo>
                <a:close/>
              </a:path>
              <a:path w="48259" h="250190">
                <a:moveTo>
                  <a:pt x="48018" y="0"/>
                </a:moveTo>
                <a:lnTo>
                  <a:pt x="0" y="0"/>
                </a:lnTo>
                <a:lnTo>
                  <a:pt x="0" y="44450"/>
                </a:lnTo>
                <a:lnTo>
                  <a:pt x="48018" y="44450"/>
                </a:lnTo>
                <a:lnTo>
                  <a:pt x="4801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39" name="object 539"/>
          <p:cNvGrpSpPr/>
          <p:nvPr/>
        </p:nvGrpSpPr>
        <p:grpSpPr>
          <a:xfrm>
            <a:off x="7857070" y="8521712"/>
            <a:ext cx="1640205" cy="254635"/>
            <a:chOff x="7857070" y="8521712"/>
            <a:chExt cx="1640205" cy="254635"/>
          </a:xfrm>
        </p:grpSpPr>
        <p:pic>
          <p:nvPicPr>
            <p:cNvPr id="540" name="object 540"/>
            <p:cNvPicPr/>
            <p:nvPr/>
          </p:nvPicPr>
          <p:blipFill>
            <a:blip r:embed="rId279" cstate="print"/>
            <a:stretch>
              <a:fillRect/>
            </a:stretch>
          </p:blipFill>
          <p:spPr>
            <a:xfrm>
              <a:off x="7857070" y="8586596"/>
              <a:ext cx="164896" cy="185140"/>
            </a:xfrm>
            <a:prstGeom prst="rect">
              <a:avLst/>
            </a:prstGeom>
          </p:spPr>
        </p:pic>
        <p:pic>
          <p:nvPicPr>
            <p:cNvPr id="541" name="object 541"/>
            <p:cNvPicPr/>
            <p:nvPr/>
          </p:nvPicPr>
          <p:blipFill>
            <a:blip r:embed="rId280" cstate="print"/>
            <a:stretch>
              <a:fillRect/>
            </a:stretch>
          </p:blipFill>
          <p:spPr>
            <a:xfrm>
              <a:off x="8050948" y="8526678"/>
              <a:ext cx="291134" cy="249237"/>
            </a:xfrm>
            <a:prstGeom prst="rect">
              <a:avLst/>
            </a:prstGeom>
          </p:spPr>
        </p:pic>
        <p:pic>
          <p:nvPicPr>
            <p:cNvPr id="542" name="object 542"/>
            <p:cNvPicPr/>
            <p:nvPr/>
          </p:nvPicPr>
          <p:blipFill>
            <a:blip r:embed="rId281" cstate="print"/>
            <a:stretch>
              <a:fillRect/>
            </a:stretch>
          </p:blipFill>
          <p:spPr>
            <a:xfrm>
              <a:off x="8379155" y="8586596"/>
              <a:ext cx="295452" cy="189318"/>
            </a:xfrm>
            <a:prstGeom prst="rect">
              <a:avLst/>
            </a:prstGeom>
          </p:spPr>
        </p:pic>
        <p:pic>
          <p:nvPicPr>
            <p:cNvPr id="543" name="object 543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8700769" y="8526678"/>
              <a:ext cx="291871" cy="249237"/>
            </a:xfrm>
            <a:prstGeom prst="rect">
              <a:avLst/>
            </a:prstGeom>
          </p:spPr>
        </p:pic>
        <p:sp>
          <p:nvSpPr>
            <p:cNvPr id="544" name="object 544"/>
            <p:cNvSpPr/>
            <p:nvPr/>
          </p:nvSpPr>
          <p:spPr>
            <a:xfrm>
              <a:off x="9021826" y="8521712"/>
              <a:ext cx="48260" cy="250190"/>
            </a:xfrm>
            <a:custGeom>
              <a:avLst/>
              <a:gdLst/>
              <a:ahLst/>
              <a:cxnLst/>
              <a:rect l="l" t="t" r="r" b="b"/>
              <a:pathLst>
                <a:path w="48259" h="250190">
                  <a:moveTo>
                    <a:pt x="48018" y="68859"/>
                  </a:moveTo>
                  <a:lnTo>
                    <a:pt x="0" y="68859"/>
                  </a:lnTo>
                  <a:lnTo>
                    <a:pt x="0" y="250024"/>
                  </a:lnTo>
                  <a:lnTo>
                    <a:pt x="48018" y="250024"/>
                  </a:lnTo>
                  <a:lnTo>
                    <a:pt x="48018" y="68859"/>
                  </a:lnTo>
                  <a:close/>
                </a:path>
                <a:path w="48259" h="250190">
                  <a:moveTo>
                    <a:pt x="48018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48018" y="44450"/>
                  </a:lnTo>
                  <a:lnTo>
                    <a:pt x="480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5" name="object 545"/>
            <p:cNvPicPr/>
            <p:nvPr/>
          </p:nvPicPr>
          <p:blipFill>
            <a:blip r:embed="rId283" cstate="print"/>
            <a:stretch>
              <a:fillRect/>
            </a:stretch>
          </p:blipFill>
          <p:spPr>
            <a:xfrm>
              <a:off x="9107741" y="8586596"/>
              <a:ext cx="186931" cy="189318"/>
            </a:xfrm>
            <a:prstGeom prst="rect">
              <a:avLst/>
            </a:prstGeom>
          </p:spPr>
        </p:pic>
        <p:pic>
          <p:nvPicPr>
            <p:cNvPr id="546" name="object 546"/>
            <p:cNvPicPr/>
            <p:nvPr/>
          </p:nvPicPr>
          <p:blipFill>
            <a:blip r:embed="rId284" cstate="print"/>
            <a:stretch>
              <a:fillRect/>
            </a:stretch>
          </p:blipFill>
          <p:spPr>
            <a:xfrm>
              <a:off x="9331998" y="8586596"/>
              <a:ext cx="164896" cy="185140"/>
            </a:xfrm>
            <a:prstGeom prst="rect">
              <a:avLst/>
            </a:prstGeom>
          </p:spPr>
        </p:pic>
      </p:grpSp>
      <p:grpSp>
        <p:nvGrpSpPr>
          <p:cNvPr id="547" name="object 547"/>
          <p:cNvGrpSpPr/>
          <p:nvPr/>
        </p:nvGrpSpPr>
        <p:grpSpPr>
          <a:xfrm>
            <a:off x="9631935" y="8521712"/>
            <a:ext cx="692150" cy="254635"/>
            <a:chOff x="9631935" y="8521712"/>
            <a:chExt cx="692150" cy="254635"/>
          </a:xfrm>
        </p:grpSpPr>
        <p:sp>
          <p:nvSpPr>
            <p:cNvPr id="548" name="object 548"/>
            <p:cNvSpPr/>
            <p:nvPr/>
          </p:nvSpPr>
          <p:spPr>
            <a:xfrm>
              <a:off x="9631935" y="8521712"/>
              <a:ext cx="177165" cy="254635"/>
            </a:xfrm>
            <a:custGeom>
              <a:avLst/>
              <a:gdLst/>
              <a:ahLst/>
              <a:cxnLst/>
              <a:rect l="l" t="t" r="r" b="b"/>
              <a:pathLst>
                <a:path w="177165" h="254634">
                  <a:moveTo>
                    <a:pt x="76300" y="64884"/>
                  </a:moveTo>
                  <a:lnTo>
                    <a:pt x="59672" y="66460"/>
                  </a:lnTo>
                  <a:lnTo>
                    <a:pt x="60216" y="66460"/>
                  </a:lnTo>
                  <a:lnTo>
                    <a:pt x="46042" y="70891"/>
                  </a:lnTo>
                  <a:lnTo>
                    <a:pt x="12645" y="101396"/>
                  </a:lnTo>
                  <a:lnTo>
                    <a:pt x="108" y="155575"/>
                  </a:lnTo>
                  <a:lnTo>
                    <a:pt x="0" y="160134"/>
                  </a:lnTo>
                  <a:lnTo>
                    <a:pt x="1298" y="180034"/>
                  </a:lnTo>
                  <a:lnTo>
                    <a:pt x="22134" y="228993"/>
                  </a:lnTo>
                  <a:lnTo>
                    <a:pt x="60607" y="252627"/>
                  </a:lnTo>
                  <a:lnTo>
                    <a:pt x="75715" y="254203"/>
                  </a:lnTo>
                  <a:lnTo>
                    <a:pt x="83342" y="253731"/>
                  </a:lnTo>
                  <a:lnTo>
                    <a:pt x="120159" y="236985"/>
                  </a:lnTo>
                  <a:lnTo>
                    <a:pt x="132269" y="223443"/>
                  </a:lnTo>
                  <a:lnTo>
                    <a:pt x="176719" y="223443"/>
                  </a:lnTo>
                  <a:lnTo>
                    <a:pt x="176719" y="216293"/>
                  </a:lnTo>
                  <a:lnTo>
                    <a:pt x="89406" y="216293"/>
                  </a:lnTo>
                  <a:lnTo>
                    <a:pt x="79877" y="215153"/>
                  </a:lnTo>
                  <a:lnTo>
                    <a:pt x="79651" y="215153"/>
                  </a:lnTo>
                  <a:lnTo>
                    <a:pt x="70850" y="211580"/>
                  </a:lnTo>
                  <a:lnTo>
                    <a:pt x="49416" y="169057"/>
                  </a:lnTo>
                  <a:lnTo>
                    <a:pt x="49036" y="158750"/>
                  </a:lnTo>
                  <a:lnTo>
                    <a:pt x="48918" y="155575"/>
                  </a:lnTo>
                  <a:lnTo>
                    <a:pt x="60425" y="115087"/>
                  </a:lnTo>
                  <a:lnTo>
                    <a:pt x="89000" y="101396"/>
                  </a:lnTo>
                  <a:lnTo>
                    <a:pt x="176719" y="101396"/>
                  </a:lnTo>
                  <a:lnTo>
                    <a:pt x="176719" y="90093"/>
                  </a:lnTo>
                  <a:lnTo>
                    <a:pt x="128890" y="90093"/>
                  </a:lnTo>
                  <a:lnTo>
                    <a:pt x="117267" y="79066"/>
                  </a:lnTo>
                  <a:lnTo>
                    <a:pt x="104629" y="71188"/>
                  </a:lnTo>
                  <a:lnTo>
                    <a:pt x="90973" y="66460"/>
                  </a:lnTo>
                  <a:lnTo>
                    <a:pt x="76300" y="64884"/>
                  </a:lnTo>
                  <a:close/>
                </a:path>
                <a:path w="177165" h="254634">
                  <a:moveTo>
                    <a:pt x="176719" y="223443"/>
                  </a:moveTo>
                  <a:lnTo>
                    <a:pt x="132269" y="223443"/>
                  </a:lnTo>
                  <a:lnTo>
                    <a:pt x="132269" y="250024"/>
                  </a:lnTo>
                  <a:lnTo>
                    <a:pt x="176719" y="250024"/>
                  </a:lnTo>
                  <a:lnTo>
                    <a:pt x="176719" y="223443"/>
                  </a:lnTo>
                  <a:close/>
                </a:path>
                <a:path w="177165" h="254634">
                  <a:moveTo>
                    <a:pt x="176719" y="101396"/>
                  </a:moveTo>
                  <a:lnTo>
                    <a:pt x="89000" y="101396"/>
                  </a:lnTo>
                  <a:lnTo>
                    <a:pt x="97349" y="102265"/>
                  </a:lnTo>
                  <a:lnTo>
                    <a:pt x="104927" y="104871"/>
                  </a:lnTo>
                  <a:lnTo>
                    <a:pt x="128386" y="145651"/>
                  </a:lnTo>
                  <a:lnTo>
                    <a:pt x="129026" y="158750"/>
                  </a:lnTo>
                  <a:lnTo>
                    <a:pt x="129094" y="160134"/>
                  </a:lnTo>
                  <a:lnTo>
                    <a:pt x="117384" y="202209"/>
                  </a:lnTo>
                  <a:lnTo>
                    <a:pt x="89406" y="216293"/>
                  </a:lnTo>
                  <a:lnTo>
                    <a:pt x="176719" y="216293"/>
                  </a:lnTo>
                  <a:lnTo>
                    <a:pt x="176719" y="101396"/>
                  </a:lnTo>
                  <a:close/>
                </a:path>
                <a:path w="177165" h="254634">
                  <a:moveTo>
                    <a:pt x="176719" y="0"/>
                  </a:moveTo>
                  <a:lnTo>
                    <a:pt x="128890" y="0"/>
                  </a:lnTo>
                  <a:lnTo>
                    <a:pt x="128890" y="90093"/>
                  </a:lnTo>
                  <a:lnTo>
                    <a:pt x="176719" y="90093"/>
                  </a:lnTo>
                  <a:lnTo>
                    <a:pt x="17671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9" name="object 549"/>
            <p:cNvPicPr/>
            <p:nvPr/>
          </p:nvPicPr>
          <p:blipFill>
            <a:blip r:embed="rId285" cstate="print"/>
            <a:stretch>
              <a:fillRect/>
            </a:stretch>
          </p:blipFill>
          <p:spPr>
            <a:xfrm>
              <a:off x="9843388" y="8526678"/>
              <a:ext cx="480606" cy="249237"/>
            </a:xfrm>
            <a:prstGeom prst="rect">
              <a:avLst/>
            </a:prstGeom>
          </p:spPr>
        </p:pic>
      </p:grpSp>
      <p:sp>
        <p:nvSpPr>
          <p:cNvPr id="551" name="object 551"/>
          <p:cNvSpPr txBox="1"/>
          <p:nvPr/>
        </p:nvSpPr>
        <p:spPr>
          <a:xfrm>
            <a:off x="4973053" y="9142486"/>
            <a:ext cx="8338820" cy="472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79"/>
              </a:lnSpc>
            </a:pPr>
            <a:r>
              <a:rPr dirty="0" sz="3150" b="1">
                <a:latin typeface="Arial"/>
                <a:cs typeface="Arial"/>
              </a:rPr>
              <a:t>IT22224316</a:t>
            </a:r>
            <a:r>
              <a:rPr dirty="0" sz="3150" spc="-2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|</a:t>
            </a:r>
            <a:r>
              <a:rPr dirty="0" sz="3150" spc="-2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Dhananjani</a:t>
            </a:r>
            <a:r>
              <a:rPr dirty="0" sz="3150" spc="-2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G.A.U.</a:t>
            </a:r>
            <a:r>
              <a:rPr dirty="0" sz="3150" spc="-2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|</a:t>
            </a:r>
            <a:r>
              <a:rPr dirty="0" sz="3150" spc="-2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R26-IT-</a:t>
            </a:r>
            <a:r>
              <a:rPr dirty="0" sz="3150" spc="-25" b="1">
                <a:latin typeface="Arial"/>
                <a:cs typeface="Arial"/>
              </a:rPr>
              <a:t>138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195172" cy="3374193"/>
          </a:xfrm>
          <a:prstGeom prst="rect">
            <a:avLst/>
          </a:prstGeom>
        </p:spPr>
      </p:pic>
      <p:sp>
        <p:nvSpPr>
          <p:cNvPr id="471" name="object 471" descr="$PPTXTitle"/>
          <p:cNvSpPr txBox="1">
            <a:spLocks noGrp="1"/>
          </p:cNvSpPr>
          <p:nvPr>
            <p:ph type="title"/>
          </p:nvPr>
        </p:nvSpPr>
        <p:spPr>
          <a:xfrm>
            <a:off x="4781474" y="549201"/>
            <a:ext cx="8279765" cy="6121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3850"/>
              <a:t>Personalized</a:t>
            </a:r>
            <a:r>
              <a:rPr dirty="0" u="none" sz="3850" spc="-70"/>
              <a:t> </a:t>
            </a:r>
            <a:r>
              <a:rPr dirty="0" u="none" sz="3850"/>
              <a:t>Math</a:t>
            </a:r>
            <a:r>
              <a:rPr dirty="0" u="none" sz="3850" spc="-70"/>
              <a:t> </a:t>
            </a:r>
            <a:r>
              <a:rPr dirty="0" u="none" sz="3850"/>
              <a:t>Learning</a:t>
            </a:r>
            <a:r>
              <a:rPr dirty="0" u="none" sz="3850" spc="-65"/>
              <a:t> </a:t>
            </a:r>
            <a:r>
              <a:rPr dirty="0" u="none" sz="3850" spc="-10"/>
              <a:t>Engine</a:t>
            </a:r>
            <a:endParaRPr sz="3850"/>
          </a:p>
        </p:txBody>
      </p:sp>
      <p:grpSp>
        <p:nvGrpSpPr>
          <p:cNvPr id="6" name="object 6"/>
          <p:cNvGrpSpPr/>
          <p:nvPr/>
        </p:nvGrpSpPr>
        <p:grpSpPr>
          <a:xfrm>
            <a:off x="3237082" y="1694802"/>
            <a:ext cx="434975" cy="291465"/>
            <a:chOff x="3237082" y="1694802"/>
            <a:chExt cx="434975" cy="291465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37082" y="1769020"/>
              <a:ext cx="189115" cy="2121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69646" y="1694802"/>
              <a:ext cx="202296" cy="29110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837754" y="1694802"/>
            <a:ext cx="766445" cy="291465"/>
            <a:chOff x="3837754" y="1694802"/>
            <a:chExt cx="766445" cy="291465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37754" y="1694802"/>
              <a:ext cx="217690" cy="2863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7594" y="1773783"/>
              <a:ext cx="215506" cy="20736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12188" y="1769020"/>
              <a:ext cx="194665" cy="21689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49157" y="1694802"/>
              <a:ext cx="54775" cy="286346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4659114" y="1694802"/>
            <a:ext cx="1145540" cy="291465"/>
            <a:chOff x="4659114" y="1694802"/>
            <a:chExt cx="1145540" cy="291465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59114" y="1773783"/>
              <a:ext cx="188721" cy="2121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90190" y="1769020"/>
              <a:ext cx="194665" cy="21689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04541" y="1700352"/>
              <a:ext cx="122237" cy="2855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60383" y="1694802"/>
              <a:ext cx="54762" cy="28634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58833" y="1769020"/>
              <a:ext cx="214109" cy="21689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15500" y="1769020"/>
              <a:ext cx="189102" cy="212128"/>
            </a:xfrm>
            <a:prstGeom prst="rect">
              <a:avLst/>
            </a:prstGeom>
          </p:spPr>
        </p:pic>
      </p:grpSp>
      <p:grpSp>
        <p:nvGrpSpPr>
          <p:cNvPr id="234" name="object 234"/>
          <p:cNvGrpSpPr/>
          <p:nvPr/>
        </p:nvGrpSpPr>
        <p:grpSpPr>
          <a:xfrm>
            <a:off x="9805575" y="1689836"/>
            <a:ext cx="913765" cy="296545"/>
            <a:chOff x="9805575" y="1689836"/>
            <a:chExt cx="913765" cy="296545"/>
          </a:xfrm>
        </p:grpSpPr>
        <p:pic>
          <p:nvPicPr>
            <p:cNvPr id="235" name="object 235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9805575" y="1689836"/>
              <a:ext cx="232752" cy="296468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0070619" y="1769021"/>
              <a:ext cx="193674" cy="216890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0297077" y="1769021"/>
              <a:ext cx="195658" cy="216890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0530479" y="1773783"/>
              <a:ext cx="188714" cy="212128"/>
            </a:xfrm>
            <a:prstGeom prst="rect">
              <a:avLst/>
            </a:prstGeom>
          </p:spPr>
        </p:pic>
      </p:grpSp>
      <p:grpSp>
        <p:nvGrpSpPr>
          <p:cNvPr id="239" name="object 239"/>
          <p:cNvGrpSpPr/>
          <p:nvPr/>
        </p:nvGrpSpPr>
        <p:grpSpPr>
          <a:xfrm>
            <a:off x="10773653" y="1694802"/>
            <a:ext cx="589915" cy="370840"/>
            <a:chOff x="10773653" y="1694802"/>
            <a:chExt cx="589915" cy="370840"/>
          </a:xfrm>
        </p:grpSpPr>
        <p:pic>
          <p:nvPicPr>
            <p:cNvPr id="240" name="object 240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0773653" y="1769020"/>
              <a:ext cx="134341" cy="212128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0931716" y="1694802"/>
              <a:ext cx="54770" cy="286346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1020241" y="1700352"/>
              <a:ext cx="343159" cy="364934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6949" y="2354935"/>
            <a:ext cx="99020" cy="99021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676294" y="2258301"/>
            <a:ext cx="953135" cy="291465"/>
            <a:chOff x="1676294" y="2258301"/>
            <a:chExt cx="953135" cy="291465"/>
          </a:xfrm>
        </p:grpSpPr>
        <p:sp>
          <p:nvSpPr>
            <p:cNvPr id="23" name="object 23"/>
            <p:cNvSpPr/>
            <p:nvPr/>
          </p:nvSpPr>
          <p:spPr>
            <a:xfrm>
              <a:off x="1676294" y="2258301"/>
              <a:ext cx="276860" cy="286385"/>
            </a:xfrm>
            <a:custGeom>
              <a:avLst/>
              <a:gdLst/>
              <a:ahLst/>
              <a:cxnLst/>
              <a:rect l="l" t="t" r="r" b="b"/>
              <a:pathLst>
                <a:path w="276860" h="286385">
                  <a:moveTo>
                    <a:pt x="276621" y="0"/>
                  </a:moveTo>
                  <a:lnTo>
                    <a:pt x="189904" y="0"/>
                  </a:lnTo>
                  <a:lnTo>
                    <a:pt x="138508" y="195262"/>
                  </a:lnTo>
                  <a:lnTo>
                    <a:pt x="86518" y="0"/>
                  </a:lnTo>
                  <a:lnTo>
                    <a:pt x="0" y="0"/>
                  </a:lnTo>
                  <a:lnTo>
                    <a:pt x="0" y="286346"/>
                  </a:lnTo>
                  <a:lnTo>
                    <a:pt x="53577" y="286346"/>
                  </a:lnTo>
                  <a:lnTo>
                    <a:pt x="53577" y="60921"/>
                  </a:lnTo>
                  <a:lnTo>
                    <a:pt x="110331" y="286346"/>
                  </a:lnTo>
                  <a:lnTo>
                    <a:pt x="165893" y="286346"/>
                  </a:lnTo>
                  <a:lnTo>
                    <a:pt x="222845" y="60921"/>
                  </a:lnTo>
                  <a:lnTo>
                    <a:pt x="222845" y="286346"/>
                  </a:lnTo>
                  <a:lnTo>
                    <a:pt x="276621" y="286346"/>
                  </a:lnTo>
                  <a:lnTo>
                    <a:pt x="27662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993861" y="2332520"/>
              <a:ext cx="193675" cy="21689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217938" y="2332520"/>
              <a:ext cx="194660" cy="21689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35471" y="2332520"/>
              <a:ext cx="193865" cy="216890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676212" y="2337282"/>
            <a:ext cx="188709" cy="21212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919379" y="2332520"/>
            <a:ext cx="335673" cy="216890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3391641" y="2263851"/>
            <a:ext cx="563245" cy="285750"/>
            <a:chOff x="3391641" y="2263851"/>
            <a:chExt cx="563245" cy="285750"/>
          </a:xfrm>
        </p:grpSpPr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91641" y="2332520"/>
              <a:ext cx="193865" cy="21689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610945" y="2263851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75" y="0"/>
                  </a:moveTo>
                  <a:lnTo>
                    <a:pt x="25209" y="32156"/>
                  </a:lnTo>
                  <a:lnTo>
                    <a:pt x="25209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209" y="117081"/>
                  </a:lnTo>
                  <a:lnTo>
                    <a:pt x="25209" y="207568"/>
                  </a:lnTo>
                  <a:lnTo>
                    <a:pt x="26796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4" y="285038"/>
                  </a:lnTo>
                  <a:lnTo>
                    <a:pt x="101750" y="283475"/>
                  </a:lnTo>
                  <a:lnTo>
                    <a:pt x="112305" y="280871"/>
                  </a:lnTo>
                  <a:lnTo>
                    <a:pt x="122237" y="277228"/>
                  </a:lnTo>
                  <a:lnTo>
                    <a:pt x="117474" y="234759"/>
                  </a:lnTo>
                  <a:lnTo>
                    <a:pt x="107822" y="238201"/>
                  </a:lnTo>
                  <a:lnTo>
                    <a:pt x="100482" y="239915"/>
                  </a:lnTo>
                  <a:lnTo>
                    <a:pt x="91744" y="239915"/>
                  </a:lnTo>
                  <a:lnTo>
                    <a:pt x="88645" y="239052"/>
                  </a:lnTo>
                  <a:lnTo>
                    <a:pt x="80175" y="117081"/>
                  </a:lnTo>
                  <a:lnTo>
                    <a:pt x="117678" y="117081"/>
                  </a:lnTo>
                  <a:lnTo>
                    <a:pt x="117678" y="73431"/>
                  </a:lnTo>
                  <a:lnTo>
                    <a:pt x="80175" y="73431"/>
                  </a:lnTo>
                  <a:lnTo>
                    <a:pt x="801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765593" y="2337282"/>
              <a:ext cx="188722" cy="212128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3998957" y="2258301"/>
            <a:ext cx="434340" cy="291465"/>
            <a:chOff x="3998957" y="2258301"/>
            <a:chExt cx="434340" cy="291465"/>
          </a:xfrm>
        </p:grpSpPr>
        <p:sp>
          <p:nvSpPr>
            <p:cNvPr id="34" name="object 34"/>
            <p:cNvSpPr/>
            <p:nvPr/>
          </p:nvSpPr>
          <p:spPr>
            <a:xfrm>
              <a:off x="3998957" y="2258301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4" h="291464">
                  <a:moveTo>
                    <a:pt x="87399" y="74218"/>
                  </a:moveTo>
                  <a:lnTo>
                    <a:pt x="68367" y="76028"/>
                  </a:lnTo>
                  <a:lnTo>
                    <a:pt x="68997" y="76028"/>
                  </a:lnTo>
                  <a:lnTo>
                    <a:pt x="52777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3" y="206149"/>
                  </a:lnTo>
                  <a:lnTo>
                    <a:pt x="14180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0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80" y="246431"/>
                  </a:lnTo>
                  <a:lnTo>
                    <a:pt x="91254" y="246431"/>
                  </a:lnTo>
                  <a:lnTo>
                    <a:pt x="80957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46" y="90511"/>
                  </a:lnTo>
                  <a:lnTo>
                    <a:pt x="119795" y="81459"/>
                  </a:lnTo>
                  <a:lnTo>
                    <a:pt x="104180" y="76028"/>
                  </a:lnTo>
                  <a:lnTo>
                    <a:pt x="87399" y="74218"/>
                  </a:lnTo>
                  <a:close/>
                </a:path>
                <a:path w="202564" h="291464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4" h="291464">
                  <a:moveTo>
                    <a:pt x="202296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3" y="152647"/>
                  </a:lnTo>
                  <a:lnTo>
                    <a:pt x="147647" y="181762"/>
                  </a:lnTo>
                  <a:lnTo>
                    <a:pt x="147724" y="183349"/>
                  </a:lnTo>
                  <a:lnTo>
                    <a:pt x="140250" y="222535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4" h="291464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39442" y="2332520"/>
              <a:ext cx="193675" cy="21689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4477606" y="2263851"/>
            <a:ext cx="344805" cy="285750"/>
            <a:chOff x="4477606" y="2263851"/>
            <a:chExt cx="344805" cy="285750"/>
          </a:xfrm>
        </p:grpSpPr>
        <p:pic>
          <p:nvPicPr>
            <p:cNvPr id="37" name="object 3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477606" y="2332520"/>
              <a:ext cx="189115" cy="21212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699754" y="2263851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81" y="280593"/>
                  </a:lnTo>
                  <a:lnTo>
                    <a:pt x="78778" y="285559"/>
                  </a:lnTo>
                  <a:lnTo>
                    <a:pt x="90572" y="285038"/>
                  </a:lnTo>
                  <a:lnTo>
                    <a:pt x="101746" y="283475"/>
                  </a:lnTo>
                  <a:lnTo>
                    <a:pt x="112300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4952255" y="2332520"/>
            <a:ext cx="869950" cy="217170"/>
            <a:chOff x="4952255" y="2332520"/>
            <a:chExt cx="869950" cy="217170"/>
          </a:xfrm>
        </p:grpSpPr>
        <p:pic>
          <p:nvPicPr>
            <p:cNvPr id="40" name="object 4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952255" y="2332520"/>
              <a:ext cx="194665" cy="21689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77122" y="2332520"/>
              <a:ext cx="195656" cy="21689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399613" y="2332520"/>
              <a:ext cx="195656" cy="21689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633013" y="2337282"/>
              <a:ext cx="188709" cy="212128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5876180" y="2332520"/>
            <a:ext cx="790575" cy="296545"/>
            <a:chOff x="5876180" y="2332520"/>
            <a:chExt cx="790575" cy="296545"/>
          </a:xfrm>
        </p:grpSpPr>
        <p:pic>
          <p:nvPicPr>
            <p:cNvPr id="45" name="object 4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876180" y="2332520"/>
              <a:ext cx="338251" cy="21689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244633" y="2332520"/>
              <a:ext cx="195656" cy="21689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453230" y="2337282"/>
              <a:ext cx="213360" cy="292100"/>
            </a:xfrm>
            <a:custGeom>
              <a:avLst/>
              <a:gdLst/>
              <a:ahLst/>
              <a:cxnLst/>
              <a:rect l="l" t="t" r="r" b="b"/>
              <a:pathLst>
                <a:path w="213359" h="292100">
                  <a:moveTo>
                    <a:pt x="213321" y="0"/>
                  </a:moveTo>
                  <a:lnTo>
                    <a:pt x="156375" y="0"/>
                  </a:lnTo>
                  <a:lnTo>
                    <a:pt x="107949" y="147231"/>
                  </a:lnTo>
                  <a:lnTo>
                    <a:pt x="58343" y="0"/>
                  </a:lnTo>
                  <a:lnTo>
                    <a:pt x="0" y="0"/>
                  </a:lnTo>
                  <a:lnTo>
                    <a:pt x="78778" y="207962"/>
                  </a:lnTo>
                  <a:lnTo>
                    <a:pt x="76111" y="216292"/>
                  </a:lnTo>
                  <a:lnTo>
                    <a:pt x="45418" y="247133"/>
                  </a:lnTo>
                  <a:lnTo>
                    <a:pt x="36512" y="247840"/>
                  </a:lnTo>
                  <a:lnTo>
                    <a:pt x="29629" y="247840"/>
                  </a:lnTo>
                  <a:lnTo>
                    <a:pt x="21894" y="246989"/>
                  </a:lnTo>
                  <a:lnTo>
                    <a:pt x="13296" y="245262"/>
                  </a:lnTo>
                  <a:lnTo>
                    <a:pt x="18059" y="288328"/>
                  </a:lnTo>
                  <a:lnTo>
                    <a:pt x="25736" y="289718"/>
                  </a:lnTo>
                  <a:lnTo>
                    <a:pt x="33488" y="290710"/>
                  </a:lnTo>
                  <a:lnTo>
                    <a:pt x="41314" y="291305"/>
                  </a:lnTo>
                  <a:lnTo>
                    <a:pt x="49212" y="291503"/>
                  </a:lnTo>
                  <a:lnTo>
                    <a:pt x="56839" y="291291"/>
                  </a:lnTo>
                  <a:lnTo>
                    <a:pt x="103720" y="275031"/>
                  </a:lnTo>
                  <a:lnTo>
                    <a:pt x="126999" y="235737"/>
                  </a:lnTo>
                  <a:lnTo>
                    <a:pt x="21332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/>
          <p:nvPr/>
        </p:nvSpPr>
        <p:spPr>
          <a:xfrm>
            <a:off x="6812851" y="2258300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5" h="286385">
                <a:moveTo>
                  <a:pt x="54775" y="78981"/>
                </a:moveTo>
                <a:lnTo>
                  <a:pt x="0" y="78981"/>
                </a:lnTo>
                <a:lnTo>
                  <a:pt x="0" y="286346"/>
                </a:lnTo>
                <a:lnTo>
                  <a:pt x="54775" y="286346"/>
                </a:lnTo>
                <a:lnTo>
                  <a:pt x="54775" y="78981"/>
                </a:lnTo>
                <a:close/>
              </a:path>
              <a:path w="55245" h="286385">
                <a:moveTo>
                  <a:pt x="54775" y="0"/>
                </a:moveTo>
                <a:lnTo>
                  <a:pt x="0" y="0"/>
                </a:lnTo>
                <a:lnTo>
                  <a:pt x="0" y="50800"/>
                </a:lnTo>
                <a:lnTo>
                  <a:pt x="54775" y="50800"/>
                </a:lnTo>
                <a:lnTo>
                  <a:pt x="54775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919841" y="2332520"/>
            <a:ext cx="305435" cy="212725"/>
          </a:xfrm>
          <a:custGeom>
            <a:avLst/>
            <a:gdLst/>
            <a:ahLst/>
            <a:cxnLst/>
            <a:rect l="l" t="t" r="r" b="b"/>
            <a:pathLst>
              <a:path w="305434" h="212725">
                <a:moveTo>
                  <a:pt x="237134" y="0"/>
                </a:moveTo>
                <a:lnTo>
                  <a:pt x="195597" y="12919"/>
                </a:lnTo>
                <a:lnTo>
                  <a:pt x="173824" y="32931"/>
                </a:lnTo>
                <a:lnTo>
                  <a:pt x="168831" y="25220"/>
                </a:lnTo>
                <a:lnTo>
                  <a:pt x="133846" y="2079"/>
                </a:lnTo>
                <a:lnTo>
                  <a:pt x="115290" y="0"/>
                </a:lnTo>
                <a:lnTo>
                  <a:pt x="97181" y="2057"/>
                </a:lnTo>
                <a:lnTo>
                  <a:pt x="80362" y="8231"/>
                </a:lnTo>
                <a:lnTo>
                  <a:pt x="64834" y="18521"/>
                </a:lnTo>
                <a:lnTo>
                  <a:pt x="50596" y="32931"/>
                </a:lnTo>
                <a:lnTo>
                  <a:pt x="50596" y="4762"/>
                </a:lnTo>
                <a:lnTo>
                  <a:pt x="0" y="4762"/>
                </a:lnTo>
                <a:lnTo>
                  <a:pt x="0" y="212128"/>
                </a:lnTo>
                <a:lnTo>
                  <a:pt x="54965" y="212128"/>
                </a:lnTo>
                <a:lnTo>
                  <a:pt x="54965" y="111315"/>
                </a:lnTo>
                <a:lnTo>
                  <a:pt x="55239" y="97413"/>
                </a:lnTo>
                <a:lnTo>
                  <a:pt x="67068" y="53505"/>
                </a:lnTo>
                <a:lnTo>
                  <a:pt x="88176" y="42062"/>
                </a:lnTo>
                <a:lnTo>
                  <a:pt x="103644" y="42062"/>
                </a:lnTo>
                <a:lnTo>
                  <a:pt x="125226" y="84679"/>
                </a:lnTo>
                <a:lnTo>
                  <a:pt x="125412" y="98425"/>
                </a:lnTo>
                <a:lnTo>
                  <a:pt x="125412" y="212128"/>
                </a:lnTo>
                <a:lnTo>
                  <a:pt x="180378" y="212128"/>
                </a:lnTo>
                <a:lnTo>
                  <a:pt x="180378" y="112509"/>
                </a:lnTo>
                <a:lnTo>
                  <a:pt x="180651" y="98814"/>
                </a:lnTo>
                <a:lnTo>
                  <a:pt x="187782" y="60515"/>
                </a:lnTo>
                <a:lnTo>
                  <a:pt x="213385" y="42062"/>
                </a:lnTo>
                <a:lnTo>
                  <a:pt x="221056" y="42062"/>
                </a:lnTo>
                <a:lnTo>
                  <a:pt x="249868" y="79448"/>
                </a:lnTo>
                <a:lnTo>
                  <a:pt x="250228" y="93459"/>
                </a:lnTo>
                <a:lnTo>
                  <a:pt x="250228" y="212128"/>
                </a:lnTo>
                <a:lnTo>
                  <a:pt x="305193" y="212128"/>
                </a:lnTo>
                <a:lnTo>
                  <a:pt x="305193" y="79565"/>
                </a:lnTo>
                <a:lnTo>
                  <a:pt x="304834" y="65716"/>
                </a:lnTo>
                <a:lnTo>
                  <a:pt x="295064" y="28040"/>
                </a:lnTo>
                <a:lnTo>
                  <a:pt x="258216" y="2332"/>
                </a:lnTo>
                <a:lnTo>
                  <a:pt x="248109" y="583"/>
                </a:lnTo>
                <a:lnTo>
                  <a:pt x="237134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" name="object 50"/>
          <p:cNvGrpSpPr/>
          <p:nvPr/>
        </p:nvGrpSpPr>
        <p:grpSpPr>
          <a:xfrm>
            <a:off x="7278120" y="2332520"/>
            <a:ext cx="1624330" cy="291465"/>
            <a:chOff x="7278120" y="2332520"/>
            <a:chExt cx="1624330" cy="291465"/>
          </a:xfrm>
        </p:grpSpPr>
        <p:sp>
          <p:nvSpPr>
            <p:cNvPr id="51" name="object 51"/>
            <p:cNvSpPr/>
            <p:nvPr/>
          </p:nvSpPr>
          <p:spPr>
            <a:xfrm>
              <a:off x="7278116" y="2332519"/>
              <a:ext cx="1392555" cy="291465"/>
            </a:xfrm>
            <a:custGeom>
              <a:avLst/>
              <a:gdLst/>
              <a:ahLst/>
              <a:cxnLst/>
              <a:rect l="l" t="t" r="r" b="b"/>
              <a:pathLst>
                <a:path w="1392554" h="291464">
                  <a:moveTo>
                    <a:pt x="202412" y="107149"/>
                  </a:moveTo>
                  <a:lnTo>
                    <a:pt x="196113" y="62166"/>
                  </a:lnTo>
                  <a:lnTo>
                    <a:pt x="177215" y="28371"/>
                  </a:lnTo>
                  <a:lnTo>
                    <a:pt x="146456" y="6172"/>
                  </a:lnTo>
                  <a:lnTo>
                    <a:pt x="146456" y="107543"/>
                  </a:lnTo>
                  <a:lnTo>
                    <a:pt x="145783" y="121297"/>
                  </a:lnTo>
                  <a:lnTo>
                    <a:pt x="133756" y="157949"/>
                  </a:lnTo>
                  <a:lnTo>
                    <a:pt x="102006" y="173228"/>
                  </a:lnTo>
                  <a:lnTo>
                    <a:pt x="93167" y="172275"/>
                  </a:lnTo>
                  <a:lnTo>
                    <a:pt x="92608" y="172275"/>
                  </a:lnTo>
                  <a:lnTo>
                    <a:pt x="61988" y="147091"/>
                  </a:lnTo>
                  <a:lnTo>
                    <a:pt x="54317" y="107543"/>
                  </a:lnTo>
                  <a:lnTo>
                    <a:pt x="54292" y="107149"/>
                  </a:lnTo>
                  <a:lnTo>
                    <a:pt x="54178" y="104965"/>
                  </a:lnTo>
                  <a:lnTo>
                    <a:pt x="54914" y="92316"/>
                  </a:lnTo>
                  <a:lnTo>
                    <a:pt x="55003" y="90639"/>
                  </a:lnTo>
                  <a:lnTo>
                    <a:pt x="74434" y="52197"/>
                  </a:lnTo>
                  <a:lnTo>
                    <a:pt x="101015" y="43256"/>
                  </a:lnTo>
                  <a:lnTo>
                    <a:pt x="110248" y="44259"/>
                  </a:lnTo>
                  <a:lnTo>
                    <a:pt x="143179" y="79171"/>
                  </a:lnTo>
                  <a:lnTo>
                    <a:pt x="146431" y="107149"/>
                  </a:lnTo>
                  <a:lnTo>
                    <a:pt x="146456" y="107543"/>
                  </a:lnTo>
                  <a:lnTo>
                    <a:pt x="146456" y="6172"/>
                  </a:lnTo>
                  <a:lnTo>
                    <a:pt x="133261" y="1778"/>
                  </a:lnTo>
                  <a:lnTo>
                    <a:pt x="115887" y="0"/>
                  </a:lnTo>
                  <a:lnTo>
                    <a:pt x="105714" y="609"/>
                  </a:lnTo>
                  <a:lnTo>
                    <a:pt x="69989" y="14960"/>
                  </a:lnTo>
                  <a:lnTo>
                    <a:pt x="51206" y="35115"/>
                  </a:lnTo>
                  <a:lnTo>
                    <a:pt x="51206" y="4762"/>
                  </a:lnTo>
                  <a:lnTo>
                    <a:pt x="0" y="4762"/>
                  </a:lnTo>
                  <a:lnTo>
                    <a:pt x="0" y="291109"/>
                  </a:lnTo>
                  <a:lnTo>
                    <a:pt x="54775" y="291109"/>
                  </a:lnTo>
                  <a:lnTo>
                    <a:pt x="54775" y="186524"/>
                  </a:lnTo>
                  <a:lnTo>
                    <a:pt x="62407" y="194259"/>
                  </a:lnTo>
                  <a:lnTo>
                    <a:pt x="99021" y="215214"/>
                  </a:lnTo>
                  <a:lnTo>
                    <a:pt x="115493" y="216890"/>
                  </a:lnTo>
                  <a:lnTo>
                    <a:pt x="131800" y="215214"/>
                  </a:lnTo>
                  <a:lnTo>
                    <a:pt x="132549" y="215214"/>
                  </a:lnTo>
                  <a:lnTo>
                    <a:pt x="148932" y="209702"/>
                  </a:lnTo>
                  <a:lnTo>
                    <a:pt x="163550" y="200774"/>
                  </a:lnTo>
                  <a:lnTo>
                    <a:pt x="177012" y="188112"/>
                  </a:lnTo>
                  <a:lnTo>
                    <a:pt x="178117" y="186524"/>
                  </a:lnTo>
                  <a:lnTo>
                    <a:pt x="187401" y="173228"/>
                  </a:lnTo>
                  <a:lnTo>
                    <a:pt x="200825" y="131711"/>
                  </a:lnTo>
                  <a:lnTo>
                    <a:pt x="202387" y="107543"/>
                  </a:lnTo>
                  <a:lnTo>
                    <a:pt x="202412" y="107149"/>
                  </a:lnTo>
                  <a:close/>
                </a:path>
                <a:path w="1392554" h="291464">
                  <a:moveTo>
                    <a:pt x="377913" y="10312"/>
                  </a:moveTo>
                  <a:lnTo>
                    <a:pt x="369189" y="5803"/>
                  </a:lnTo>
                  <a:lnTo>
                    <a:pt x="360260" y="2590"/>
                  </a:lnTo>
                  <a:lnTo>
                    <a:pt x="351129" y="647"/>
                  </a:lnTo>
                  <a:lnTo>
                    <a:pt x="341807" y="0"/>
                  </a:lnTo>
                  <a:lnTo>
                    <a:pt x="332943" y="0"/>
                  </a:lnTo>
                  <a:lnTo>
                    <a:pt x="300951" y="24599"/>
                  </a:lnTo>
                  <a:lnTo>
                    <a:pt x="294576" y="34124"/>
                  </a:lnTo>
                  <a:lnTo>
                    <a:pt x="294576" y="4762"/>
                  </a:lnTo>
                  <a:lnTo>
                    <a:pt x="243573" y="4762"/>
                  </a:lnTo>
                  <a:lnTo>
                    <a:pt x="243573" y="212128"/>
                  </a:lnTo>
                  <a:lnTo>
                    <a:pt x="298538" y="212128"/>
                  </a:lnTo>
                  <a:lnTo>
                    <a:pt x="298538" y="148031"/>
                  </a:lnTo>
                  <a:lnTo>
                    <a:pt x="298818" y="123825"/>
                  </a:lnTo>
                  <a:lnTo>
                    <a:pt x="303110" y="78574"/>
                  </a:lnTo>
                  <a:lnTo>
                    <a:pt x="327444" y="49212"/>
                  </a:lnTo>
                  <a:lnTo>
                    <a:pt x="335254" y="49212"/>
                  </a:lnTo>
                  <a:lnTo>
                    <a:pt x="341325" y="49771"/>
                  </a:lnTo>
                  <a:lnTo>
                    <a:pt x="347649" y="51447"/>
                  </a:lnTo>
                  <a:lnTo>
                    <a:pt x="354228" y="54241"/>
                  </a:lnTo>
                  <a:lnTo>
                    <a:pt x="361048" y="58140"/>
                  </a:lnTo>
                  <a:lnTo>
                    <a:pt x="377913" y="10312"/>
                  </a:lnTo>
                  <a:close/>
                </a:path>
                <a:path w="1392554" h="291464">
                  <a:moveTo>
                    <a:pt x="603059" y="107746"/>
                  </a:moveTo>
                  <a:lnTo>
                    <a:pt x="595617" y="65493"/>
                  </a:lnTo>
                  <a:lnTo>
                    <a:pt x="572897" y="30556"/>
                  </a:lnTo>
                  <a:lnTo>
                    <a:pt x="546493" y="11836"/>
                  </a:lnTo>
                  <a:lnTo>
                    <a:pt x="546493" y="107746"/>
                  </a:lnTo>
                  <a:lnTo>
                    <a:pt x="546481" y="108343"/>
                  </a:lnTo>
                  <a:lnTo>
                    <a:pt x="538226" y="146634"/>
                  </a:lnTo>
                  <a:lnTo>
                    <a:pt x="506183" y="171030"/>
                  </a:lnTo>
                  <a:lnTo>
                    <a:pt x="495896" y="172046"/>
                  </a:lnTo>
                  <a:lnTo>
                    <a:pt x="485597" y="171030"/>
                  </a:lnTo>
                  <a:lnTo>
                    <a:pt x="453351" y="146634"/>
                  </a:lnTo>
                  <a:lnTo>
                    <a:pt x="445096" y="108343"/>
                  </a:lnTo>
                  <a:lnTo>
                    <a:pt x="446011" y="93865"/>
                  </a:lnTo>
                  <a:lnTo>
                    <a:pt x="467537" y="53911"/>
                  </a:lnTo>
                  <a:lnTo>
                    <a:pt x="495896" y="44640"/>
                  </a:lnTo>
                  <a:lnTo>
                    <a:pt x="506183" y="45681"/>
                  </a:lnTo>
                  <a:lnTo>
                    <a:pt x="538251" y="70243"/>
                  </a:lnTo>
                  <a:lnTo>
                    <a:pt x="546493" y="107746"/>
                  </a:lnTo>
                  <a:lnTo>
                    <a:pt x="546493" y="11836"/>
                  </a:lnTo>
                  <a:lnTo>
                    <a:pt x="538505" y="7645"/>
                  </a:lnTo>
                  <a:lnTo>
                    <a:pt x="518160" y="1917"/>
                  </a:lnTo>
                  <a:lnTo>
                    <a:pt x="495706" y="0"/>
                  </a:lnTo>
                  <a:lnTo>
                    <a:pt x="480872" y="850"/>
                  </a:lnTo>
                  <a:lnTo>
                    <a:pt x="440537" y="13487"/>
                  </a:lnTo>
                  <a:lnTo>
                    <a:pt x="409879" y="40551"/>
                  </a:lnTo>
                  <a:lnTo>
                    <a:pt x="392315" y="78638"/>
                  </a:lnTo>
                  <a:lnTo>
                    <a:pt x="388937" y="105562"/>
                  </a:lnTo>
                  <a:lnTo>
                    <a:pt x="389775" y="122758"/>
                  </a:lnTo>
                  <a:lnTo>
                    <a:pt x="402437" y="166281"/>
                  </a:lnTo>
                  <a:lnTo>
                    <a:pt x="429590" y="196799"/>
                  </a:lnTo>
                  <a:lnTo>
                    <a:pt x="468223" y="213664"/>
                  </a:lnTo>
                  <a:lnTo>
                    <a:pt x="496100" y="216890"/>
                  </a:lnTo>
                  <a:lnTo>
                    <a:pt x="518134" y="214960"/>
                  </a:lnTo>
                  <a:lnTo>
                    <a:pt x="538213" y="209156"/>
                  </a:lnTo>
                  <a:lnTo>
                    <a:pt x="556336" y="199478"/>
                  </a:lnTo>
                  <a:lnTo>
                    <a:pt x="572490" y="185928"/>
                  </a:lnTo>
                  <a:lnTo>
                    <a:pt x="583742" y="172046"/>
                  </a:lnTo>
                  <a:lnTo>
                    <a:pt x="585863" y="169443"/>
                  </a:lnTo>
                  <a:lnTo>
                    <a:pt x="595414" y="150914"/>
                  </a:lnTo>
                  <a:lnTo>
                    <a:pt x="601154" y="130352"/>
                  </a:lnTo>
                  <a:lnTo>
                    <a:pt x="603008" y="108343"/>
                  </a:lnTo>
                  <a:lnTo>
                    <a:pt x="603059" y="107746"/>
                  </a:lnTo>
                  <a:close/>
                </a:path>
                <a:path w="1392554" h="291464">
                  <a:moveTo>
                    <a:pt x="834923" y="4762"/>
                  </a:moveTo>
                  <a:lnTo>
                    <a:pt x="778357" y="4762"/>
                  </a:lnTo>
                  <a:lnTo>
                    <a:pt x="738873" y="110528"/>
                  </a:lnTo>
                  <a:lnTo>
                    <a:pt x="727367" y="145846"/>
                  </a:lnTo>
                  <a:lnTo>
                    <a:pt x="716051" y="110528"/>
                  </a:lnTo>
                  <a:lnTo>
                    <a:pt x="676960" y="4762"/>
                  </a:lnTo>
                  <a:lnTo>
                    <a:pt x="619417" y="4762"/>
                  </a:lnTo>
                  <a:lnTo>
                    <a:pt x="702957" y="212128"/>
                  </a:lnTo>
                  <a:lnTo>
                    <a:pt x="752373" y="212128"/>
                  </a:lnTo>
                  <a:lnTo>
                    <a:pt x="834923" y="4762"/>
                  </a:lnTo>
                  <a:close/>
                </a:path>
                <a:path w="1392554" h="291464">
                  <a:moveTo>
                    <a:pt x="1046099" y="124218"/>
                  </a:moveTo>
                  <a:lnTo>
                    <a:pt x="1044943" y="94703"/>
                  </a:lnTo>
                  <a:lnTo>
                    <a:pt x="1044206" y="90678"/>
                  </a:lnTo>
                  <a:lnTo>
                    <a:pt x="1040384" y="69748"/>
                  </a:lnTo>
                  <a:lnTo>
                    <a:pt x="1040282" y="69253"/>
                  </a:lnTo>
                  <a:lnTo>
                    <a:pt x="1032141" y="47879"/>
                  </a:lnTo>
                  <a:lnTo>
                    <a:pt x="1028230" y="42062"/>
                  </a:lnTo>
                  <a:lnTo>
                    <a:pt x="1020495" y="30556"/>
                  </a:lnTo>
                  <a:lnTo>
                    <a:pt x="1005954" y="17195"/>
                  </a:lnTo>
                  <a:lnTo>
                    <a:pt x="991717" y="9207"/>
                  </a:lnTo>
                  <a:lnTo>
                    <a:pt x="991717" y="90678"/>
                  </a:lnTo>
                  <a:lnTo>
                    <a:pt x="909574" y="90678"/>
                  </a:lnTo>
                  <a:lnTo>
                    <a:pt x="927404" y="49441"/>
                  </a:lnTo>
                  <a:lnTo>
                    <a:pt x="950849" y="42062"/>
                  </a:lnTo>
                  <a:lnTo>
                    <a:pt x="959345" y="42887"/>
                  </a:lnTo>
                  <a:lnTo>
                    <a:pt x="959078" y="42887"/>
                  </a:lnTo>
                  <a:lnTo>
                    <a:pt x="966419" y="45199"/>
                  </a:lnTo>
                  <a:lnTo>
                    <a:pt x="990727" y="79502"/>
                  </a:lnTo>
                  <a:lnTo>
                    <a:pt x="991717" y="90678"/>
                  </a:lnTo>
                  <a:lnTo>
                    <a:pt x="991717" y="9207"/>
                  </a:lnTo>
                  <a:lnTo>
                    <a:pt x="988949" y="7645"/>
                  </a:lnTo>
                  <a:lnTo>
                    <a:pt x="969454" y="1917"/>
                  </a:lnTo>
                  <a:lnTo>
                    <a:pt x="947470" y="0"/>
                  </a:lnTo>
                  <a:lnTo>
                    <a:pt x="926871" y="1917"/>
                  </a:lnTo>
                  <a:lnTo>
                    <a:pt x="927531" y="1917"/>
                  </a:lnTo>
                  <a:lnTo>
                    <a:pt x="909916" y="7289"/>
                  </a:lnTo>
                  <a:lnTo>
                    <a:pt x="867587" y="45199"/>
                  </a:lnTo>
                  <a:lnTo>
                    <a:pt x="854113" y="85547"/>
                  </a:lnTo>
                  <a:lnTo>
                    <a:pt x="852424" y="109931"/>
                  </a:lnTo>
                  <a:lnTo>
                    <a:pt x="853694" y="130619"/>
                  </a:lnTo>
                  <a:lnTo>
                    <a:pt x="872858" y="181368"/>
                  </a:lnTo>
                  <a:lnTo>
                    <a:pt x="906081" y="208076"/>
                  </a:lnTo>
                  <a:lnTo>
                    <a:pt x="953033" y="216890"/>
                  </a:lnTo>
                  <a:lnTo>
                    <a:pt x="969391" y="215912"/>
                  </a:lnTo>
                  <a:lnTo>
                    <a:pt x="1009980" y="201206"/>
                  </a:lnTo>
                  <a:lnTo>
                    <a:pt x="1037285" y="169481"/>
                  </a:lnTo>
                  <a:lnTo>
                    <a:pt x="1043317" y="155371"/>
                  </a:lnTo>
                  <a:lnTo>
                    <a:pt x="988542" y="146050"/>
                  </a:lnTo>
                  <a:lnTo>
                    <a:pt x="986002" y="153365"/>
                  </a:lnTo>
                  <a:lnTo>
                    <a:pt x="982941" y="159600"/>
                  </a:lnTo>
                  <a:lnTo>
                    <a:pt x="979360" y="164769"/>
                  </a:lnTo>
                  <a:lnTo>
                    <a:pt x="975258" y="168871"/>
                  </a:lnTo>
                  <a:lnTo>
                    <a:pt x="969429" y="173494"/>
                  </a:lnTo>
                  <a:lnTo>
                    <a:pt x="962228" y="175806"/>
                  </a:lnTo>
                  <a:lnTo>
                    <a:pt x="953617" y="175806"/>
                  </a:lnTo>
                  <a:lnTo>
                    <a:pt x="916279" y="154813"/>
                  </a:lnTo>
                  <a:lnTo>
                    <a:pt x="908583" y="124218"/>
                  </a:lnTo>
                  <a:lnTo>
                    <a:pt x="1046099" y="124218"/>
                  </a:lnTo>
                  <a:close/>
                </a:path>
                <a:path w="1392554" h="291464">
                  <a:moveTo>
                    <a:pt x="1392008" y="79565"/>
                  </a:moveTo>
                  <a:lnTo>
                    <a:pt x="1386255" y="36512"/>
                  </a:lnTo>
                  <a:lnTo>
                    <a:pt x="1354264" y="5257"/>
                  </a:lnTo>
                  <a:lnTo>
                    <a:pt x="1323949" y="0"/>
                  </a:lnTo>
                  <a:lnTo>
                    <a:pt x="1315135" y="520"/>
                  </a:lnTo>
                  <a:lnTo>
                    <a:pt x="1274876" y="18554"/>
                  </a:lnTo>
                  <a:lnTo>
                    <a:pt x="1260640" y="32931"/>
                  </a:lnTo>
                  <a:lnTo>
                    <a:pt x="1255649" y="25222"/>
                  </a:lnTo>
                  <a:lnTo>
                    <a:pt x="1220660" y="2082"/>
                  </a:lnTo>
                  <a:lnTo>
                    <a:pt x="1202105" y="0"/>
                  </a:lnTo>
                  <a:lnTo>
                    <a:pt x="1183995" y="2070"/>
                  </a:lnTo>
                  <a:lnTo>
                    <a:pt x="1167180" y="8242"/>
                  </a:lnTo>
                  <a:lnTo>
                    <a:pt x="1151648" y="18529"/>
                  </a:lnTo>
                  <a:lnTo>
                    <a:pt x="1137412" y="32931"/>
                  </a:lnTo>
                  <a:lnTo>
                    <a:pt x="1137412" y="4762"/>
                  </a:lnTo>
                  <a:lnTo>
                    <a:pt x="1086815" y="4762"/>
                  </a:lnTo>
                  <a:lnTo>
                    <a:pt x="1086815" y="212128"/>
                  </a:lnTo>
                  <a:lnTo>
                    <a:pt x="1141780" y="212128"/>
                  </a:lnTo>
                  <a:lnTo>
                    <a:pt x="1141780" y="111315"/>
                  </a:lnTo>
                  <a:lnTo>
                    <a:pt x="1142047" y="97421"/>
                  </a:lnTo>
                  <a:lnTo>
                    <a:pt x="1153883" y="53505"/>
                  </a:lnTo>
                  <a:lnTo>
                    <a:pt x="1174991" y="42062"/>
                  </a:lnTo>
                  <a:lnTo>
                    <a:pt x="1190459" y="42062"/>
                  </a:lnTo>
                  <a:lnTo>
                    <a:pt x="1212037" y="84683"/>
                  </a:lnTo>
                  <a:lnTo>
                    <a:pt x="1212227" y="98425"/>
                  </a:lnTo>
                  <a:lnTo>
                    <a:pt x="1212227" y="212128"/>
                  </a:lnTo>
                  <a:lnTo>
                    <a:pt x="1267193" y="212128"/>
                  </a:lnTo>
                  <a:lnTo>
                    <a:pt x="1267193" y="112509"/>
                  </a:lnTo>
                  <a:lnTo>
                    <a:pt x="1267460" y="98818"/>
                  </a:lnTo>
                  <a:lnTo>
                    <a:pt x="1274597" y="60515"/>
                  </a:lnTo>
                  <a:lnTo>
                    <a:pt x="1300200" y="42062"/>
                  </a:lnTo>
                  <a:lnTo>
                    <a:pt x="1307871" y="42062"/>
                  </a:lnTo>
                  <a:lnTo>
                    <a:pt x="1336687" y="79451"/>
                  </a:lnTo>
                  <a:lnTo>
                    <a:pt x="1337043" y="93459"/>
                  </a:lnTo>
                  <a:lnTo>
                    <a:pt x="1337043" y="212128"/>
                  </a:lnTo>
                  <a:lnTo>
                    <a:pt x="1392008" y="212128"/>
                  </a:lnTo>
                  <a:lnTo>
                    <a:pt x="1392008" y="7956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708737" y="2332520"/>
              <a:ext cx="193675" cy="216890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8946901" y="2263851"/>
            <a:ext cx="344805" cy="285750"/>
            <a:chOff x="8946901" y="2263851"/>
            <a:chExt cx="344805" cy="285750"/>
          </a:xfrm>
        </p:grpSpPr>
        <p:pic>
          <p:nvPicPr>
            <p:cNvPr id="54" name="object 5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946901" y="2332520"/>
              <a:ext cx="189115" cy="212128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9169036" y="2263851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75" y="0"/>
                  </a:moveTo>
                  <a:lnTo>
                    <a:pt x="25209" y="32156"/>
                  </a:lnTo>
                  <a:lnTo>
                    <a:pt x="25209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209" y="117081"/>
                  </a:lnTo>
                  <a:lnTo>
                    <a:pt x="25209" y="207568"/>
                  </a:lnTo>
                  <a:lnTo>
                    <a:pt x="26797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4" y="285038"/>
                  </a:lnTo>
                  <a:lnTo>
                    <a:pt x="101750" y="283475"/>
                  </a:lnTo>
                  <a:lnTo>
                    <a:pt x="112305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23" y="238201"/>
                  </a:lnTo>
                  <a:lnTo>
                    <a:pt x="100482" y="239915"/>
                  </a:lnTo>
                  <a:lnTo>
                    <a:pt x="91744" y="239915"/>
                  </a:lnTo>
                  <a:lnTo>
                    <a:pt x="88645" y="239052"/>
                  </a:lnTo>
                  <a:lnTo>
                    <a:pt x="80175" y="117081"/>
                  </a:lnTo>
                  <a:lnTo>
                    <a:pt x="117678" y="117081"/>
                  </a:lnTo>
                  <a:lnTo>
                    <a:pt x="117678" y="73431"/>
                  </a:lnTo>
                  <a:lnTo>
                    <a:pt x="80175" y="73431"/>
                  </a:lnTo>
                  <a:lnTo>
                    <a:pt x="801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3" name="object 243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0154523" y="2354935"/>
            <a:ext cx="99020" cy="99021"/>
          </a:xfrm>
          <a:prstGeom prst="rect">
            <a:avLst/>
          </a:prstGeom>
        </p:spPr>
      </p:pic>
      <p:sp>
        <p:nvSpPr>
          <p:cNvPr id="244" name="object 244"/>
          <p:cNvSpPr/>
          <p:nvPr/>
        </p:nvSpPr>
        <p:spPr>
          <a:xfrm>
            <a:off x="10504861" y="2419248"/>
            <a:ext cx="57785" cy="125730"/>
          </a:xfrm>
          <a:custGeom>
            <a:avLst/>
            <a:gdLst/>
            <a:ahLst/>
            <a:cxnLst/>
            <a:rect l="l" t="t" r="r" b="b"/>
            <a:pathLst>
              <a:path w="57784" h="125730">
                <a:moveTo>
                  <a:pt x="0" y="125729"/>
                </a:moveTo>
                <a:lnTo>
                  <a:pt x="57745" y="125729"/>
                </a:lnTo>
                <a:lnTo>
                  <a:pt x="57745" y="0"/>
                </a:lnTo>
                <a:lnTo>
                  <a:pt x="0" y="0"/>
                </a:lnTo>
                <a:lnTo>
                  <a:pt x="0" y="125729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10504856" y="2257958"/>
            <a:ext cx="229235" cy="287020"/>
          </a:xfrm>
          <a:custGeom>
            <a:avLst/>
            <a:gdLst/>
            <a:ahLst/>
            <a:cxnLst/>
            <a:rect l="l" t="t" r="r" b="b"/>
            <a:pathLst>
              <a:path w="229234" h="287019">
                <a:moveTo>
                  <a:pt x="228803" y="0"/>
                </a:moveTo>
                <a:lnTo>
                  <a:pt x="171056" y="0"/>
                </a:lnTo>
                <a:lnTo>
                  <a:pt x="171056" y="113030"/>
                </a:lnTo>
                <a:lnTo>
                  <a:pt x="57746" y="113030"/>
                </a:lnTo>
                <a:lnTo>
                  <a:pt x="57746" y="0"/>
                </a:lnTo>
                <a:lnTo>
                  <a:pt x="0" y="0"/>
                </a:lnTo>
                <a:lnTo>
                  <a:pt x="0" y="113030"/>
                </a:lnTo>
                <a:lnTo>
                  <a:pt x="0" y="161290"/>
                </a:lnTo>
                <a:lnTo>
                  <a:pt x="171056" y="161290"/>
                </a:lnTo>
                <a:lnTo>
                  <a:pt x="171056" y="287020"/>
                </a:lnTo>
                <a:lnTo>
                  <a:pt x="228803" y="287020"/>
                </a:lnTo>
                <a:lnTo>
                  <a:pt x="228803" y="161290"/>
                </a:lnTo>
                <a:lnTo>
                  <a:pt x="228803" y="113030"/>
                </a:lnTo>
                <a:lnTo>
                  <a:pt x="228803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10772927" y="2257958"/>
            <a:ext cx="227965" cy="287020"/>
          </a:xfrm>
          <a:custGeom>
            <a:avLst/>
            <a:gdLst/>
            <a:ahLst/>
            <a:cxnLst/>
            <a:rect l="l" t="t" r="r" b="b"/>
            <a:pathLst>
              <a:path w="227965" h="287019">
                <a:moveTo>
                  <a:pt x="227596" y="0"/>
                </a:moveTo>
                <a:lnTo>
                  <a:pt x="0" y="0"/>
                </a:lnTo>
                <a:lnTo>
                  <a:pt x="0" y="48260"/>
                </a:lnTo>
                <a:lnTo>
                  <a:pt x="85128" y="48260"/>
                </a:lnTo>
                <a:lnTo>
                  <a:pt x="85128" y="287020"/>
                </a:lnTo>
                <a:lnTo>
                  <a:pt x="142875" y="287020"/>
                </a:lnTo>
                <a:lnTo>
                  <a:pt x="142875" y="48260"/>
                </a:lnTo>
                <a:lnTo>
                  <a:pt x="227596" y="48260"/>
                </a:lnTo>
                <a:lnTo>
                  <a:pt x="227596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11017288" y="2253335"/>
            <a:ext cx="749935" cy="296545"/>
          </a:xfrm>
          <a:custGeom>
            <a:avLst/>
            <a:gdLst/>
            <a:ahLst/>
            <a:cxnLst/>
            <a:rect l="l" t="t" r="r" b="b"/>
            <a:pathLst>
              <a:path w="749934" h="296544">
                <a:moveTo>
                  <a:pt x="227609" y="4622"/>
                </a:moveTo>
                <a:lnTo>
                  <a:pt x="0" y="4622"/>
                </a:lnTo>
                <a:lnTo>
                  <a:pt x="0" y="52882"/>
                </a:lnTo>
                <a:lnTo>
                  <a:pt x="85128" y="52882"/>
                </a:lnTo>
                <a:lnTo>
                  <a:pt x="85128" y="291642"/>
                </a:lnTo>
                <a:lnTo>
                  <a:pt x="142875" y="291642"/>
                </a:lnTo>
                <a:lnTo>
                  <a:pt x="142875" y="52882"/>
                </a:lnTo>
                <a:lnTo>
                  <a:pt x="227609" y="52882"/>
                </a:lnTo>
                <a:lnTo>
                  <a:pt x="227609" y="4622"/>
                </a:lnTo>
                <a:close/>
              </a:path>
              <a:path w="749934" h="296544">
                <a:moveTo>
                  <a:pt x="484276" y="93065"/>
                </a:moveTo>
                <a:lnTo>
                  <a:pt x="483235" y="76796"/>
                </a:lnTo>
                <a:lnTo>
                  <a:pt x="480110" y="62064"/>
                </a:lnTo>
                <a:lnTo>
                  <a:pt x="476719" y="53505"/>
                </a:lnTo>
                <a:lnTo>
                  <a:pt x="474903" y="48907"/>
                </a:lnTo>
                <a:lnTo>
                  <a:pt x="449097" y="19507"/>
                </a:lnTo>
                <a:lnTo>
                  <a:pt x="424751" y="9017"/>
                </a:lnTo>
                <a:lnTo>
                  <a:pt x="424751" y="102336"/>
                </a:lnTo>
                <a:lnTo>
                  <a:pt x="422567" y="109740"/>
                </a:lnTo>
                <a:lnTo>
                  <a:pt x="382968" y="133604"/>
                </a:lnTo>
                <a:lnTo>
                  <a:pt x="354507" y="134747"/>
                </a:lnTo>
                <a:lnTo>
                  <a:pt x="322757" y="134747"/>
                </a:lnTo>
                <a:lnTo>
                  <a:pt x="322757" y="53505"/>
                </a:lnTo>
                <a:lnTo>
                  <a:pt x="364998" y="53505"/>
                </a:lnTo>
                <a:lnTo>
                  <a:pt x="405041" y="59842"/>
                </a:lnTo>
                <a:lnTo>
                  <a:pt x="424688" y="93065"/>
                </a:lnTo>
                <a:lnTo>
                  <a:pt x="424751" y="102336"/>
                </a:lnTo>
                <a:lnTo>
                  <a:pt x="424751" y="9017"/>
                </a:lnTo>
                <a:lnTo>
                  <a:pt x="416191" y="7429"/>
                </a:lnTo>
                <a:lnTo>
                  <a:pt x="401281" y="6070"/>
                </a:lnTo>
                <a:lnTo>
                  <a:pt x="381774" y="5245"/>
                </a:lnTo>
                <a:lnTo>
                  <a:pt x="357682" y="4965"/>
                </a:lnTo>
                <a:lnTo>
                  <a:pt x="265010" y="4965"/>
                </a:lnTo>
                <a:lnTo>
                  <a:pt x="265010" y="291312"/>
                </a:lnTo>
                <a:lnTo>
                  <a:pt x="322757" y="291312"/>
                </a:lnTo>
                <a:lnTo>
                  <a:pt x="322757" y="183362"/>
                </a:lnTo>
                <a:lnTo>
                  <a:pt x="360451" y="183362"/>
                </a:lnTo>
                <a:lnTo>
                  <a:pt x="408889" y="181025"/>
                </a:lnTo>
                <a:lnTo>
                  <a:pt x="450342" y="165696"/>
                </a:lnTo>
                <a:lnTo>
                  <a:pt x="475957" y="134747"/>
                </a:lnTo>
                <a:lnTo>
                  <a:pt x="478917" y="127977"/>
                </a:lnTo>
                <a:lnTo>
                  <a:pt x="481888" y="117386"/>
                </a:lnTo>
                <a:lnTo>
                  <a:pt x="483679" y="105752"/>
                </a:lnTo>
                <a:lnTo>
                  <a:pt x="484238" y="93865"/>
                </a:lnTo>
                <a:lnTo>
                  <a:pt x="484276" y="93065"/>
                </a:lnTo>
                <a:close/>
              </a:path>
              <a:path w="749934" h="296544">
                <a:moveTo>
                  <a:pt x="749922" y="207962"/>
                </a:moveTo>
                <a:lnTo>
                  <a:pt x="738403" y="162331"/>
                </a:lnTo>
                <a:lnTo>
                  <a:pt x="706856" y="133159"/>
                </a:lnTo>
                <a:lnTo>
                  <a:pt x="664095" y="117538"/>
                </a:lnTo>
                <a:lnTo>
                  <a:pt x="625259" y="107619"/>
                </a:lnTo>
                <a:lnTo>
                  <a:pt x="610057" y="102806"/>
                </a:lnTo>
                <a:lnTo>
                  <a:pt x="598766" y="98094"/>
                </a:lnTo>
                <a:lnTo>
                  <a:pt x="591362" y="93472"/>
                </a:lnTo>
                <a:lnTo>
                  <a:pt x="585673" y="88569"/>
                </a:lnTo>
                <a:lnTo>
                  <a:pt x="582828" y="82753"/>
                </a:lnTo>
                <a:lnTo>
                  <a:pt x="582828" y="68592"/>
                </a:lnTo>
                <a:lnTo>
                  <a:pt x="619531" y="48488"/>
                </a:lnTo>
                <a:lnTo>
                  <a:pt x="631456" y="47828"/>
                </a:lnTo>
                <a:lnTo>
                  <a:pt x="642886" y="48437"/>
                </a:lnTo>
                <a:lnTo>
                  <a:pt x="678129" y="70358"/>
                </a:lnTo>
                <a:lnTo>
                  <a:pt x="684034" y="89306"/>
                </a:lnTo>
                <a:lnTo>
                  <a:pt x="741781" y="86715"/>
                </a:lnTo>
                <a:lnTo>
                  <a:pt x="725068" y="36614"/>
                </a:lnTo>
                <a:lnTo>
                  <a:pt x="679170" y="5956"/>
                </a:lnTo>
                <a:lnTo>
                  <a:pt x="632040" y="0"/>
                </a:lnTo>
                <a:lnTo>
                  <a:pt x="616077" y="635"/>
                </a:lnTo>
                <a:lnTo>
                  <a:pt x="575487" y="10121"/>
                </a:lnTo>
                <a:lnTo>
                  <a:pt x="539775" y="39090"/>
                </a:lnTo>
                <a:lnTo>
                  <a:pt x="527469" y="79971"/>
                </a:lnTo>
                <a:lnTo>
                  <a:pt x="529107" y="96304"/>
                </a:lnTo>
                <a:lnTo>
                  <a:pt x="553859" y="137515"/>
                </a:lnTo>
                <a:lnTo>
                  <a:pt x="597573" y="159816"/>
                </a:lnTo>
                <a:lnTo>
                  <a:pt x="635571" y="170040"/>
                </a:lnTo>
                <a:lnTo>
                  <a:pt x="658685" y="176288"/>
                </a:lnTo>
                <a:lnTo>
                  <a:pt x="692175" y="201282"/>
                </a:lnTo>
                <a:lnTo>
                  <a:pt x="692175" y="208165"/>
                </a:lnTo>
                <a:lnTo>
                  <a:pt x="669963" y="240880"/>
                </a:lnTo>
                <a:lnTo>
                  <a:pt x="635812" y="247459"/>
                </a:lnTo>
                <a:lnTo>
                  <a:pt x="623290" y="246646"/>
                </a:lnTo>
                <a:lnTo>
                  <a:pt x="586841" y="226771"/>
                </a:lnTo>
                <a:lnTo>
                  <a:pt x="573303" y="192684"/>
                </a:lnTo>
                <a:lnTo>
                  <a:pt x="517156" y="198043"/>
                </a:lnTo>
                <a:lnTo>
                  <a:pt x="528612" y="240512"/>
                </a:lnTo>
                <a:lnTo>
                  <a:pt x="551878" y="271462"/>
                </a:lnTo>
                <a:lnTo>
                  <a:pt x="587298" y="290220"/>
                </a:lnTo>
                <a:lnTo>
                  <a:pt x="635215" y="296468"/>
                </a:lnTo>
                <a:lnTo>
                  <a:pt x="653097" y="295821"/>
                </a:lnTo>
                <a:lnTo>
                  <a:pt x="697534" y="285953"/>
                </a:lnTo>
                <a:lnTo>
                  <a:pt x="736231" y="254000"/>
                </a:lnTo>
                <a:lnTo>
                  <a:pt x="749058" y="220078"/>
                </a:lnTo>
                <a:lnTo>
                  <a:pt x="749922" y="207962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8" name="object 248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11910631" y="2332520"/>
            <a:ext cx="193675" cy="216890"/>
          </a:xfrm>
          <a:prstGeom prst="rect">
            <a:avLst/>
          </a:prstGeom>
        </p:spPr>
      </p:pic>
      <p:grpSp>
        <p:nvGrpSpPr>
          <p:cNvPr id="249" name="object 249"/>
          <p:cNvGrpSpPr/>
          <p:nvPr/>
        </p:nvGrpSpPr>
        <p:grpSpPr>
          <a:xfrm>
            <a:off x="12148794" y="2258301"/>
            <a:ext cx="1635760" cy="370840"/>
            <a:chOff x="12148794" y="2258301"/>
            <a:chExt cx="1635760" cy="370840"/>
          </a:xfrm>
        </p:grpSpPr>
        <p:pic>
          <p:nvPicPr>
            <p:cNvPr id="250" name="object 250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2148794" y="2332520"/>
              <a:ext cx="189115" cy="21212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12381446" y="2332520"/>
              <a:ext cx="195668" cy="216890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12613665" y="2332520"/>
              <a:ext cx="134340" cy="212128"/>
            </a:xfrm>
            <a:prstGeom prst="rect">
              <a:avLst/>
            </a:prstGeom>
          </p:spPr>
        </p:pic>
        <p:sp>
          <p:nvSpPr>
            <p:cNvPr id="253" name="object 253"/>
            <p:cNvSpPr/>
            <p:nvPr/>
          </p:nvSpPr>
          <p:spPr>
            <a:xfrm>
              <a:off x="12745733" y="2263850"/>
              <a:ext cx="593090" cy="365125"/>
            </a:xfrm>
            <a:custGeom>
              <a:avLst/>
              <a:gdLst/>
              <a:ahLst/>
              <a:cxnLst/>
              <a:rect l="l" t="t" r="r" b="b"/>
              <a:pathLst>
                <a:path w="593090" h="365125">
                  <a:moveTo>
                    <a:pt x="213321" y="73431"/>
                  </a:moveTo>
                  <a:lnTo>
                    <a:pt x="156362" y="73431"/>
                  </a:lnTo>
                  <a:lnTo>
                    <a:pt x="107950" y="220662"/>
                  </a:lnTo>
                  <a:lnTo>
                    <a:pt x="58343" y="73431"/>
                  </a:lnTo>
                  <a:lnTo>
                    <a:pt x="0" y="73431"/>
                  </a:lnTo>
                  <a:lnTo>
                    <a:pt x="78778" y="281393"/>
                  </a:lnTo>
                  <a:lnTo>
                    <a:pt x="76111" y="289725"/>
                  </a:lnTo>
                  <a:lnTo>
                    <a:pt x="45415" y="320573"/>
                  </a:lnTo>
                  <a:lnTo>
                    <a:pt x="36512" y="321271"/>
                  </a:lnTo>
                  <a:lnTo>
                    <a:pt x="29629" y="321271"/>
                  </a:lnTo>
                  <a:lnTo>
                    <a:pt x="21894" y="320421"/>
                  </a:lnTo>
                  <a:lnTo>
                    <a:pt x="13296" y="318693"/>
                  </a:lnTo>
                  <a:lnTo>
                    <a:pt x="18059" y="361759"/>
                  </a:lnTo>
                  <a:lnTo>
                    <a:pt x="25730" y="363156"/>
                  </a:lnTo>
                  <a:lnTo>
                    <a:pt x="33477" y="364147"/>
                  </a:lnTo>
                  <a:lnTo>
                    <a:pt x="41313" y="364744"/>
                  </a:lnTo>
                  <a:lnTo>
                    <a:pt x="49212" y="364934"/>
                  </a:lnTo>
                  <a:lnTo>
                    <a:pt x="56832" y="364731"/>
                  </a:lnTo>
                  <a:lnTo>
                    <a:pt x="103720" y="348462"/>
                  </a:lnTo>
                  <a:lnTo>
                    <a:pt x="127000" y="309168"/>
                  </a:lnTo>
                  <a:lnTo>
                    <a:pt x="213321" y="73431"/>
                  </a:lnTo>
                  <a:close/>
                </a:path>
                <a:path w="593090" h="365125">
                  <a:moveTo>
                    <a:pt x="449300" y="175818"/>
                  </a:moveTo>
                  <a:lnTo>
                    <a:pt x="443001" y="130835"/>
                  </a:lnTo>
                  <a:lnTo>
                    <a:pt x="428891" y="103784"/>
                  </a:lnTo>
                  <a:lnTo>
                    <a:pt x="424103" y="97040"/>
                  </a:lnTo>
                  <a:lnTo>
                    <a:pt x="410806" y="84632"/>
                  </a:lnTo>
                  <a:lnTo>
                    <a:pt x="396163" y="75768"/>
                  </a:lnTo>
                  <a:lnTo>
                    <a:pt x="393344" y="74841"/>
                  </a:lnTo>
                  <a:lnTo>
                    <a:pt x="393344" y="176212"/>
                  </a:lnTo>
                  <a:lnTo>
                    <a:pt x="392671" y="189966"/>
                  </a:lnTo>
                  <a:lnTo>
                    <a:pt x="380644" y="226618"/>
                  </a:lnTo>
                  <a:lnTo>
                    <a:pt x="348894" y="241896"/>
                  </a:lnTo>
                  <a:lnTo>
                    <a:pt x="340042" y="240944"/>
                  </a:lnTo>
                  <a:lnTo>
                    <a:pt x="339496" y="240944"/>
                  </a:lnTo>
                  <a:lnTo>
                    <a:pt x="308876" y="215760"/>
                  </a:lnTo>
                  <a:lnTo>
                    <a:pt x="301193" y="176212"/>
                  </a:lnTo>
                  <a:lnTo>
                    <a:pt x="301180" y="175818"/>
                  </a:lnTo>
                  <a:lnTo>
                    <a:pt x="301066" y="173634"/>
                  </a:lnTo>
                  <a:lnTo>
                    <a:pt x="314363" y="127596"/>
                  </a:lnTo>
                  <a:lnTo>
                    <a:pt x="347903" y="111925"/>
                  </a:lnTo>
                  <a:lnTo>
                    <a:pt x="357136" y="112928"/>
                  </a:lnTo>
                  <a:lnTo>
                    <a:pt x="390067" y="147840"/>
                  </a:lnTo>
                  <a:lnTo>
                    <a:pt x="393319" y="175818"/>
                  </a:lnTo>
                  <a:lnTo>
                    <a:pt x="393344" y="176212"/>
                  </a:lnTo>
                  <a:lnTo>
                    <a:pt x="393344" y="74841"/>
                  </a:lnTo>
                  <a:lnTo>
                    <a:pt x="380149" y="70446"/>
                  </a:lnTo>
                  <a:lnTo>
                    <a:pt x="362788" y="68668"/>
                  </a:lnTo>
                  <a:lnTo>
                    <a:pt x="352602" y="69278"/>
                  </a:lnTo>
                  <a:lnTo>
                    <a:pt x="316877" y="83629"/>
                  </a:lnTo>
                  <a:lnTo>
                    <a:pt x="298094" y="103784"/>
                  </a:lnTo>
                  <a:lnTo>
                    <a:pt x="298094" y="73431"/>
                  </a:lnTo>
                  <a:lnTo>
                    <a:pt x="246900" y="73431"/>
                  </a:lnTo>
                  <a:lnTo>
                    <a:pt x="246900" y="359778"/>
                  </a:lnTo>
                  <a:lnTo>
                    <a:pt x="301663" y="359778"/>
                  </a:lnTo>
                  <a:lnTo>
                    <a:pt x="301663" y="255193"/>
                  </a:lnTo>
                  <a:lnTo>
                    <a:pt x="309295" y="262928"/>
                  </a:lnTo>
                  <a:lnTo>
                    <a:pt x="345909" y="283883"/>
                  </a:lnTo>
                  <a:lnTo>
                    <a:pt x="362381" y="285559"/>
                  </a:lnTo>
                  <a:lnTo>
                    <a:pt x="378675" y="283883"/>
                  </a:lnTo>
                  <a:lnTo>
                    <a:pt x="379437" y="283883"/>
                  </a:lnTo>
                  <a:lnTo>
                    <a:pt x="395820" y="278371"/>
                  </a:lnTo>
                  <a:lnTo>
                    <a:pt x="410425" y="269443"/>
                  </a:lnTo>
                  <a:lnTo>
                    <a:pt x="423900" y="256781"/>
                  </a:lnTo>
                  <a:lnTo>
                    <a:pt x="425005" y="255193"/>
                  </a:lnTo>
                  <a:lnTo>
                    <a:pt x="434276" y="241896"/>
                  </a:lnTo>
                  <a:lnTo>
                    <a:pt x="447700" y="200380"/>
                  </a:lnTo>
                  <a:lnTo>
                    <a:pt x="449262" y="176212"/>
                  </a:lnTo>
                  <a:lnTo>
                    <a:pt x="449300" y="175818"/>
                  </a:lnTo>
                  <a:close/>
                </a:path>
                <a:path w="593090" h="365125">
                  <a:moveTo>
                    <a:pt x="592467" y="277228"/>
                  </a:moveTo>
                  <a:lnTo>
                    <a:pt x="587705" y="234759"/>
                  </a:lnTo>
                  <a:lnTo>
                    <a:pt x="578040" y="238201"/>
                  </a:lnTo>
                  <a:lnTo>
                    <a:pt x="570699" y="239915"/>
                  </a:lnTo>
                  <a:lnTo>
                    <a:pt x="561975" y="239915"/>
                  </a:lnTo>
                  <a:lnTo>
                    <a:pt x="558863" y="239052"/>
                  </a:lnTo>
                  <a:lnTo>
                    <a:pt x="550392" y="117081"/>
                  </a:lnTo>
                  <a:lnTo>
                    <a:pt x="587895" y="117081"/>
                  </a:lnTo>
                  <a:lnTo>
                    <a:pt x="587895" y="73431"/>
                  </a:lnTo>
                  <a:lnTo>
                    <a:pt x="550392" y="73431"/>
                  </a:lnTo>
                  <a:lnTo>
                    <a:pt x="550392" y="0"/>
                  </a:lnTo>
                  <a:lnTo>
                    <a:pt x="495427" y="32156"/>
                  </a:lnTo>
                  <a:lnTo>
                    <a:pt x="495427" y="73431"/>
                  </a:lnTo>
                  <a:lnTo>
                    <a:pt x="470230" y="73431"/>
                  </a:lnTo>
                  <a:lnTo>
                    <a:pt x="470230" y="117081"/>
                  </a:lnTo>
                  <a:lnTo>
                    <a:pt x="495427" y="117081"/>
                  </a:lnTo>
                  <a:lnTo>
                    <a:pt x="495427" y="207568"/>
                  </a:lnTo>
                  <a:lnTo>
                    <a:pt x="495820" y="231838"/>
                  </a:lnTo>
                  <a:lnTo>
                    <a:pt x="508457" y="272859"/>
                  </a:lnTo>
                  <a:lnTo>
                    <a:pt x="549008" y="285559"/>
                  </a:lnTo>
                  <a:lnTo>
                    <a:pt x="560793" y="285038"/>
                  </a:lnTo>
                  <a:lnTo>
                    <a:pt x="571969" y="283476"/>
                  </a:lnTo>
                  <a:lnTo>
                    <a:pt x="582523" y="280873"/>
                  </a:lnTo>
                  <a:lnTo>
                    <a:pt x="592467" y="277228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4" name="object 254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3355726" y="2332520"/>
              <a:ext cx="193675" cy="216890"/>
            </a:xfrm>
            <a:prstGeom prst="rect">
              <a:avLst/>
            </a:prstGeom>
          </p:spPr>
        </p:pic>
        <p:sp>
          <p:nvSpPr>
            <p:cNvPr id="255" name="object 255"/>
            <p:cNvSpPr/>
            <p:nvPr/>
          </p:nvSpPr>
          <p:spPr>
            <a:xfrm>
              <a:off x="13582093" y="2258301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4">
                  <a:moveTo>
                    <a:pt x="87399" y="74218"/>
                  </a:moveTo>
                  <a:lnTo>
                    <a:pt x="68367" y="76028"/>
                  </a:lnTo>
                  <a:lnTo>
                    <a:pt x="68997" y="76028"/>
                  </a:lnTo>
                  <a:lnTo>
                    <a:pt x="52777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3" y="206149"/>
                  </a:lnTo>
                  <a:lnTo>
                    <a:pt x="14180" y="246431"/>
                  </a:lnTo>
                  <a:lnTo>
                    <a:pt x="53420" y="283916"/>
                  </a:lnTo>
                  <a:lnTo>
                    <a:pt x="86612" y="291109"/>
                  </a:lnTo>
                  <a:lnTo>
                    <a:pt x="95327" y="290563"/>
                  </a:lnTo>
                  <a:lnTo>
                    <a:pt x="137606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78" y="246431"/>
                  </a:lnTo>
                  <a:lnTo>
                    <a:pt x="91252" y="246431"/>
                  </a:lnTo>
                  <a:lnTo>
                    <a:pt x="80952" y="242289"/>
                  </a:lnTo>
                  <a:lnTo>
                    <a:pt x="58132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46" y="90511"/>
                  </a:lnTo>
                  <a:lnTo>
                    <a:pt x="119795" y="81459"/>
                  </a:lnTo>
                  <a:lnTo>
                    <a:pt x="104180" y="76028"/>
                  </a:lnTo>
                  <a:lnTo>
                    <a:pt x="87399" y="74218"/>
                  </a:lnTo>
                  <a:close/>
                </a:path>
                <a:path w="202565" h="291464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5" h="291464">
                  <a:moveTo>
                    <a:pt x="202296" y="116281"/>
                  </a:moveTo>
                  <a:lnTo>
                    <a:pt x="101890" y="116281"/>
                  </a:lnTo>
                  <a:lnTo>
                    <a:pt x="111463" y="117262"/>
                  </a:lnTo>
                  <a:lnTo>
                    <a:pt x="120143" y="120203"/>
                  </a:lnTo>
                  <a:lnTo>
                    <a:pt x="144503" y="152647"/>
                  </a:lnTo>
                  <a:lnTo>
                    <a:pt x="147647" y="181762"/>
                  </a:lnTo>
                  <a:lnTo>
                    <a:pt x="147724" y="183349"/>
                  </a:lnTo>
                  <a:lnTo>
                    <a:pt x="140245" y="222535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5" h="291464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6" name="object 256"/>
          <p:cNvGrpSpPr/>
          <p:nvPr/>
        </p:nvGrpSpPr>
        <p:grpSpPr>
          <a:xfrm>
            <a:off x="13937691" y="2332520"/>
            <a:ext cx="780415" cy="217170"/>
            <a:chOff x="13937691" y="2332520"/>
            <a:chExt cx="780415" cy="217170"/>
          </a:xfrm>
        </p:grpSpPr>
        <p:pic>
          <p:nvPicPr>
            <p:cNvPr id="257" name="object 257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3937691" y="2332520"/>
              <a:ext cx="195656" cy="216890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4159586" y="2332520"/>
              <a:ext cx="214109" cy="216890"/>
            </a:xfrm>
            <a:prstGeom prst="rect">
              <a:avLst/>
            </a:prstGeom>
          </p:spPr>
        </p:pic>
        <p:sp>
          <p:nvSpPr>
            <p:cNvPr id="259" name="object 259"/>
            <p:cNvSpPr/>
            <p:nvPr/>
          </p:nvSpPr>
          <p:spPr>
            <a:xfrm>
              <a:off x="14412481" y="2332520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4" h="212725">
                  <a:moveTo>
                    <a:pt x="237134" y="0"/>
                  </a:moveTo>
                  <a:lnTo>
                    <a:pt x="195602" y="12919"/>
                  </a:lnTo>
                  <a:lnTo>
                    <a:pt x="173837" y="32931"/>
                  </a:lnTo>
                  <a:lnTo>
                    <a:pt x="168836" y="25220"/>
                  </a:lnTo>
                  <a:lnTo>
                    <a:pt x="133846" y="2079"/>
                  </a:lnTo>
                  <a:lnTo>
                    <a:pt x="115290" y="0"/>
                  </a:lnTo>
                  <a:lnTo>
                    <a:pt x="97188" y="2057"/>
                  </a:lnTo>
                  <a:lnTo>
                    <a:pt x="80373" y="8231"/>
                  </a:lnTo>
                  <a:lnTo>
                    <a:pt x="64846" y="18521"/>
                  </a:lnTo>
                  <a:lnTo>
                    <a:pt x="50609" y="32931"/>
                  </a:lnTo>
                  <a:lnTo>
                    <a:pt x="50609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65" y="212128"/>
                  </a:lnTo>
                  <a:lnTo>
                    <a:pt x="54965" y="111315"/>
                  </a:lnTo>
                  <a:lnTo>
                    <a:pt x="55239" y="97413"/>
                  </a:lnTo>
                  <a:lnTo>
                    <a:pt x="67068" y="53505"/>
                  </a:lnTo>
                  <a:lnTo>
                    <a:pt x="88176" y="42062"/>
                  </a:lnTo>
                  <a:lnTo>
                    <a:pt x="103657" y="42062"/>
                  </a:lnTo>
                  <a:lnTo>
                    <a:pt x="125226" y="84679"/>
                  </a:lnTo>
                  <a:lnTo>
                    <a:pt x="125412" y="98425"/>
                  </a:lnTo>
                  <a:lnTo>
                    <a:pt x="125412" y="212128"/>
                  </a:lnTo>
                  <a:lnTo>
                    <a:pt x="180378" y="212128"/>
                  </a:lnTo>
                  <a:lnTo>
                    <a:pt x="180378" y="112509"/>
                  </a:lnTo>
                  <a:lnTo>
                    <a:pt x="180651" y="98814"/>
                  </a:lnTo>
                  <a:lnTo>
                    <a:pt x="187794" y="60515"/>
                  </a:lnTo>
                  <a:lnTo>
                    <a:pt x="213385" y="42062"/>
                  </a:lnTo>
                  <a:lnTo>
                    <a:pt x="221056" y="42062"/>
                  </a:lnTo>
                  <a:lnTo>
                    <a:pt x="249868" y="79448"/>
                  </a:lnTo>
                  <a:lnTo>
                    <a:pt x="250228" y="93459"/>
                  </a:lnTo>
                  <a:lnTo>
                    <a:pt x="250228" y="212128"/>
                  </a:lnTo>
                  <a:lnTo>
                    <a:pt x="305206" y="212128"/>
                  </a:lnTo>
                  <a:lnTo>
                    <a:pt x="305206" y="79565"/>
                  </a:lnTo>
                  <a:lnTo>
                    <a:pt x="304844" y="65716"/>
                  </a:lnTo>
                  <a:lnTo>
                    <a:pt x="295064" y="28040"/>
                  </a:lnTo>
                  <a:lnTo>
                    <a:pt x="258221" y="2332"/>
                  </a:lnTo>
                  <a:lnTo>
                    <a:pt x="248111" y="583"/>
                  </a:lnTo>
                  <a:lnTo>
                    <a:pt x="23713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0" name="object 260"/>
          <p:cNvSpPr/>
          <p:nvPr/>
        </p:nvSpPr>
        <p:spPr>
          <a:xfrm>
            <a:off x="14768194" y="2332520"/>
            <a:ext cx="305435" cy="212725"/>
          </a:xfrm>
          <a:custGeom>
            <a:avLst/>
            <a:gdLst/>
            <a:ahLst/>
            <a:cxnLst/>
            <a:rect l="l" t="t" r="r" b="b"/>
            <a:pathLst>
              <a:path w="305434" h="212725">
                <a:moveTo>
                  <a:pt x="237134" y="0"/>
                </a:moveTo>
                <a:lnTo>
                  <a:pt x="195591" y="12919"/>
                </a:lnTo>
                <a:lnTo>
                  <a:pt x="173824" y="32931"/>
                </a:lnTo>
                <a:lnTo>
                  <a:pt x="168829" y="25220"/>
                </a:lnTo>
                <a:lnTo>
                  <a:pt x="133842" y="2079"/>
                </a:lnTo>
                <a:lnTo>
                  <a:pt x="115290" y="0"/>
                </a:lnTo>
                <a:lnTo>
                  <a:pt x="97181" y="2057"/>
                </a:lnTo>
                <a:lnTo>
                  <a:pt x="80362" y="8231"/>
                </a:lnTo>
                <a:lnTo>
                  <a:pt x="64834" y="18521"/>
                </a:lnTo>
                <a:lnTo>
                  <a:pt x="50596" y="32931"/>
                </a:lnTo>
                <a:lnTo>
                  <a:pt x="50596" y="4762"/>
                </a:lnTo>
                <a:lnTo>
                  <a:pt x="0" y="4762"/>
                </a:lnTo>
                <a:lnTo>
                  <a:pt x="0" y="212128"/>
                </a:lnTo>
                <a:lnTo>
                  <a:pt x="54965" y="212128"/>
                </a:lnTo>
                <a:lnTo>
                  <a:pt x="54965" y="111315"/>
                </a:lnTo>
                <a:lnTo>
                  <a:pt x="55237" y="97413"/>
                </a:lnTo>
                <a:lnTo>
                  <a:pt x="67068" y="53505"/>
                </a:lnTo>
                <a:lnTo>
                  <a:pt x="88163" y="42062"/>
                </a:lnTo>
                <a:lnTo>
                  <a:pt x="103644" y="42062"/>
                </a:lnTo>
                <a:lnTo>
                  <a:pt x="125226" y="84679"/>
                </a:lnTo>
                <a:lnTo>
                  <a:pt x="125412" y="98425"/>
                </a:lnTo>
                <a:lnTo>
                  <a:pt x="125412" y="212128"/>
                </a:lnTo>
                <a:lnTo>
                  <a:pt x="180378" y="212128"/>
                </a:lnTo>
                <a:lnTo>
                  <a:pt x="180378" y="112509"/>
                </a:lnTo>
                <a:lnTo>
                  <a:pt x="180649" y="98814"/>
                </a:lnTo>
                <a:lnTo>
                  <a:pt x="187782" y="60515"/>
                </a:lnTo>
                <a:lnTo>
                  <a:pt x="213385" y="42062"/>
                </a:lnTo>
                <a:lnTo>
                  <a:pt x="221056" y="42062"/>
                </a:lnTo>
                <a:lnTo>
                  <a:pt x="249868" y="79448"/>
                </a:lnTo>
                <a:lnTo>
                  <a:pt x="250228" y="93459"/>
                </a:lnTo>
                <a:lnTo>
                  <a:pt x="250228" y="212128"/>
                </a:lnTo>
                <a:lnTo>
                  <a:pt x="305193" y="212128"/>
                </a:lnTo>
                <a:lnTo>
                  <a:pt x="305193" y="79565"/>
                </a:lnTo>
                <a:lnTo>
                  <a:pt x="304834" y="65716"/>
                </a:lnTo>
                <a:lnTo>
                  <a:pt x="295063" y="28040"/>
                </a:lnTo>
                <a:lnTo>
                  <a:pt x="258210" y="2332"/>
                </a:lnTo>
                <a:lnTo>
                  <a:pt x="248104" y="583"/>
                </a:lnTo>
                <a:lnTo>
                  <a:pt x="237134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1" name="object 261"/>
          <p:cNvPicPr/>
          <p:nvPr/>
        </p:nvPicPr>
        <p:blipFill>
          <a:blip r:embed="rId136" cstate="print"/>
          <a:stretch>
            <a:fillRect/>
          </a:stretch>
        </p:blipFill>
        <p:spPr>
          <a:xfrm>
            <a:off x="15126868" y="2337282"/>
            <a:ext cx="188721" cy="212128"/>
          </a:xfrm>
          <a:prstGeom prst="rect">
            <a:avLst/>
          </a:prstGeom>
        </p:spPr>
      </p:pic>
      <p:pic>
        <p:nvPicPr>
          <p:cNvPr id="262" name="object 262"/>
          <p:cNvPicPr/>
          <p:nvPr/>
        </p:nvPicPr>
        <p:blipFill>
          <a:blip r:embed="rId137" cstate="print"/>
          <a:stretch>
            <a:fillRect/>
          </a:stretch>
        </p:blipFill>
        <p:spPr>
          <a:xfrm>
            <a:off x="15372029" y="2332520"/>
            <a:ext cx="189115" cy="212128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6949" y="2918434"/>
            <a:ext cx="99020" cy="99021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1656450" y="2821800"/>
            <a:ext cx="1055370" cy="291465"/>
            <a:chOff x="1656450" y="2821800"/>
            <a:chExt cx="1055370" cy="291465"/>
          </a:xfrm>
        </p:grpSpPr>
        <p:sp>
          <p:nvSpPr>
            <p:cNvPr id="58" name="object 58"/>
            <p:cNvSpPr/>
            <p:nvPr/>
          </p:nvSpPr>
          <p:spPr>
            <a:xfrm>
              <a:off x="1656448" y="2821837"/>
              <a:ext cx="227965" cy="285750"/>
            </a:xfrm>
            <a:custGeom>
              <a:avLst/>
              <a:gdLst/>
              <a:ahLst/>
              <a:cxnLst/>
              <a:rect l="l" t="t" r="r" b="b"/>
              <a:pathLst>
                <a:path w="227964" h="285750">
                  <a:moveTo>
                    <a:pt x="227609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85128" y="48260"/>
                  </a:lnTo>
                  <a:lnTo>
                    <a:pt x="85128" y="285750"/>
                  </a:lnTo>
                  <a:lnTo>
                    <a:pt x="142875" y="285750"/>
                  </a:lnTo>
                  <a:lnTo>
                    <a:pt x="142875" y="48260"/>
                  </a:lnTo>
                  <a:lnTo>
                    <a:pt x="227609" y="48260"/>
                  </a:lnTo>
                  <a:lnTo>
                    <a:pt x="22760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918674" y="2896019"/>
              <a:ext cx="338247" cy="21689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287122" y="2896019"/>
              <a:ext cx="195656" cy="21689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2519735" y="2821800"/>
              <a:ext cx="192405" cy="286385"/>
            </a:xfrm>
            <a:custGeom>
              <a:avLst/>
              <a:gdLst/>
              <a:ahLst/>
              <a:cxnLst/>
              <a:rect l="l" t="t" r="r" b="b"/>
              <a:pathLst>
                <a:path w="192405" h="286385">
                  <a:moveTo>
                    <a:pt x="54762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219862"/>
                  </a:lnTo>
                  <a:lnTo>
                    <a:pt x="80365" y="193078"/>
                  </a:lnTo>
                  <a:lnTo>
                    <a:pt x="132549" y="286346"/>
                  </a:lnTo>
                  <a:lnTo>
                    <a:pt x="191884" y="286346"/>
                  </a:lnTo>
                  <a:lnTo>
                    <a:pt x="115887" y="154774"/>
                  </a:lnTo>
                  <a:lnTo>
                    <a:pt x="186728" y="78981"/>
                  </a:lnTo>
                  <a:lnTo>
                    <a:pt x="119062" y="78981"/>
                  </a:lnTo>
                  <a:lnTo>
                    <a:pt x="54762" y="152006"/>
                  </a:lnTo>
                  <a:lnTo>
                    <a:pt x="547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2" name="object 6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835902" y="2896019"/>
            <a:ext cx="193878" cy="216890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3075851" y="2821799"/>
            <a:ext cx="279400" cy="286385"/>
          </a:xfrm>
          <a:custGeom>
            <a:avLst/>
            <a:gdLst/>
            <a:ahLst/>
            <a:cxnLst/>
            <a:rect l="l" t="t" r="r" b="b"/>
            <a:pathLst>
              <a:path w="279400" h="286385">
                <a:moveTo>
                  <a:pt x="191884" y="286346"/>
                </a:moveTo>
                <a:lnTo>
                  <a:pt x="115887" y="154774"/>
                </a:lnTo>
                <a:lnTo>
                  <a:pt x="186728" y="78981"/>
                </a:lnTo>
                <a:lnTo>
                  <a:pt x="119062" y="78981"/>
                </a:lnTo>
                <a:lnTo>
                  <a:pt x="54762" y="152006"/>
                </a:lnTo>
                <a:lnTo>
                  <a:pt x="54762" y="0"/>
                </a:lnTo>
                <a:lnTo>
                  <a:pt x="0" y="0"/>
                </a:lnTo>
                <a:lnTo>
                  <a:pt x="0" y="286346"/>
                </a:lnTo>
                <a:lnTo>
                  <a:pt x="54762" y="286346"/>
                </a:lnTo>
                <a:lnTo>
                  <a:pt x="54762" y="219862"/>
                </a:lnTo>
                <a:lnTo>
                  <a:pt x="80365" y="193078"/>
                </a:lnTo>
                <a:lnTo>
                  <a:pt x="132549" y="286346"/>
                </a:lnTo>
                <a:lnTo>
                  <a:pt x="191884" y="286346"/>
                </a:lnTo>
                <a:close/>
              </a:path>
              <a:path w="279400" h="286385">
                <a:moveTo>
                  <a:pt x="279234" y="78981"/>
                </a:moveTo>
                <a:lnTo>
                  <a:pt x="224472" y="78981"/>
                </a:lnTo>
                <a:lnTo>
                  <a:pt x="224472" y="286346"/>
                </a:lnTo>
                <a:lnTo>
                  <a:pt x="279234" y="286346"/>
                </a:lnTo>
                <a:lnTo>
                  <a:pt x="279234" y="78981"/>
                </a:lnTo>
                <a:close/>
              </a:path>
              <a:path w="279400" h="286385">
                <a:moveTo>
                  <a:pt x="279234" y="0"/>
                </a:moveTo>
                <a:lnTo>
                  <a:pt x="224472" y="0"/>
                </a:lnTo>
                <a:lnTo>
                  <a:pt x="224472" y="50800"/>
                </a:lnTo>
                <a:lnTo>
                  <a:pt x="279234" y="50800"/>
                </a:lnTo>
                <a:lnTo>
                  <a:pt x="279234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411478" y="2821800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5" h="286385">
                <a:moveTo>
                  <a:pt x="54762" y="0"/>
                </a:moveTo>
                <a:lnTo>
                  <a:pt x="0" y="0"/>
                </a:lnTo>
                <a:lnTo>
                  <a:pt x="0" y="286346"/>
                </a:lnTo>
                <a:lnTo>
                  <a:pt x="54762" y="286346"/>
                </a:lnTo>
                <a:lnTo>
                  <a:pt x="54762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522616" y="2821800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5" h="286385">
                <a:moveTo>
                  <a:pt x="54775" y="0"/>
                </a:moveTo>
                <a:lnTo>
                  <a:pt x="0" y="0"/>
                </a:lnTo>
                <a:lnTo>
                  <a:pt x="0" y="286346"/>
                </a:lnTo>
                <a:lnTo>
                  <a:pt x="54775" y="286346"/>
                </a:lnTo>
                <a:lnTo>
                  <a:pt x="54775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" name="object 66"/>
          <p:cNvGrpSpPr/>
          <p:nvPr/>
        </p:nvGrpSpPr>
        <p:grpSpPr>
          <a:xfrm>
            <a:off x="3740751" y="2827350"/>
            <a:ext cx="1503680" cy="365125"/>
            <a:chOff x="3740751" y="2827350"/>
            <a:chExt cx="1503680" cy="365125"/>
          </a:xfrm>
        </p:grpSpPr>
        <p:sp>
          <p:nvSpPr>
            <p:cNvPr id="67" name="object 67"/>
            <p:cNvSpPr/>
            <p:nvPr/>
          </p:nvSpPr>
          <p:spPr>
            <a:xfrm>
              <a:off x="3740751" y="2896019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5" h="212725">
                  <a:moveTo>
                    <a:pt x="237121" y="0"/>
                  </a:moveTo>
                  <a:lnTo>
                    <a:pt x="195591" y="12919"/>
                  </a:lnTo>
                  <a:lnTo>
                    <a:pt x="173824" y="32931"/>
                  </a:lnTo>
                  <a:lnTo>
                    <a:pt x="168824" y="25220"/>
                  </a:lnTo>
                  <a:lnTo>
                    <a:pt x="133840" y="2079"/>
                  </a:lnTo>
                  <a:lnTo>
                    <a:pt x="115290" y="0"/>
                  </a:lnTo>
                  <a:lnTo>
                    <a:pt x="97181" y="2057"/>
                  </a:lnTo>
                  <a:lnTo>
                    <a:pt x="80362" y="8231"/>
                  </a:lnTo>
                  <a:lnTo>
                    <a:pt x="64834" y="18521"/>
                  </a:lnTo>
                  <a:lnTo>
                    <a:pt x="50596" y="32931"/>
                  </a:lnTo>
                  <a:lnTo>
                    <a:pt x="50596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65" y="212128"/>
                  </a:lnTo>
                  <a:lnTo>
                    <a:pt x="54965" y="111315"/>
                  </a:lnTo>
                  <a:lnTo>
                    <a:pt x="55237" y="97413"/>
                  </a:lnTo>
                  <a:lnTo>
                    <a:pt x="67068" y="53505"/>
                  </a:lnTo>
                  <a:lnTo>
                    <a:pt x="88163" y="42062"/>
                  </a:lnTo>
                  <a:lnTo>
                    <a:pt x="103644" y="42062"/>
                  </a:lnTo>
                  <a:lnTo>
                    <a:pt x="125224" y="84679"/>
                  </a:lnTo>
                  <a:lnTo>
                    <a:pt x="125412" y="98425"/>
                  </a:lnTo>
                  <a:lnTo>
                    <a:pt x="125412" y="212128"/>
                  </a:lnTo>
                  <a:lnTo>
                    <a:pt x="180378" y="212128"/>
                  </a:lnTo>
                  <a:lnTo>
                    <a:pt x="180378" y="112509"/>
                  </a:lnTo>
                  <a:lnTo>
                    <a:pt x="180649" y="98814"/>
                  </a:lnTo>
                  <a:lnTo>
                    <a:pt x="187782" y="60515"/>
                  </a:lnTo>
                  <a:lnTo>
                    <a:pt x="213385" y="42062"/>
                  </a:lnTo>
                  <a:lnTo>
                    <a:pt x="221056" y="42062"/>
                  </a:lnTo>
                  <a:lnTo>
                    <a:pt x="249868" y="79448"/>
                  </a:lnTo>
                  <a:lnTo>
                    <a:pt x="250228" y="93459"/>
                  </a:lnTo>
                  <a:lnTo>
                    <a:pt x="250228" y="212128"/>
                  </a:lnTo>
                  <a:lnTo>
                    <a:pt x="305193" y="212128"/>
                  </a:lnTo>
                  <a:lnTo>
                    <a:pt x="305193" y="79565"/>
                  </a:lnTo>
                  <a:lnTo>
                    <a:pt x="304834" y="65716"/>
                  </a:lnTo>
                  <a:lnTo>
                    <a:pt x="295058" y="28040"/>
                  </a:lnTo>
                  <a:lnTo>
                    <a:pt x="258208" y="2332"/>
                  </a:lnTo>
                  <a:lnTo>
                    <a:pt x="248099" y="583"/>
                  </a:lnTo>
                  <a:lnTo>
                    <a:pt x="23712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086128" y="2896019"/>
              <a:ext cx="194678" cy="21689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303666" y="2896019"/>
              <a:ext cx="193865" cy="21689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522970" y="2827350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75" y="0"/>
                  </a:moveTo>
                  <a:lnTo>
                    <a:pt x="25209" y="32156"/>
                  </a:lnTo>
                  <a:lnTo>
                    <a:pt x="25209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209" y="117081"/>
                  </a:lnTo>
                  <a:lnTo>
                    <a:pt x="25209" y="207568"/>
                  </a:lnTo>
                  <a:lnTo>
                    <a:pt x="26796" y="246265"/>
                  </a:lnTo>
                  <a:lnTo>
                    <a:pt x="51993" y="280593"/>
                  </a:lnTo>
                  <a:lnTo>
                    <a:pt x="78790" y="285559"/>
                  </a:lnTo>
                  <a:lnTo>
                    <a:pt x="90579" y="285038"/>
                  </a:lnTo>
                  <a:lnTo>
                    <a:pt x="101752" y="283475"/>
                  </a:lnTo>
                  <a:lnTo>
                    <a:pt x="112305" y="280871"/>
                  </a:lnTo>
                  <a:lnTo>
                    <a:pt x="122237" y="277228"/>
                  </a:lnTo>
                  <a:lnTo>
                    <a:pt x="117474" y="234759"/>
                  </a:lnTo>
                  <a:lnTo>
                    <a:pt x="107822" y="238201"/>
                  </a:lnTo>
                  <a:lnTo>
                    <a:pt x="100482" y="239915"/>
                  </a:lnTo>
                  <a:lnTo>
                    <a:pt x="91744" y="239915"/>
                  </a:lnTo>
                  <a:lnTo>
                    <a:pt x="88645" y="239052"/>
                  </a:lnTo>
                  <a:lnTo>
                    <a:pt x="80175" y="117081"/>
                  </a:lnTo>
                  <a:lnTo>
                    <a:pt x="117678" y="117081"/>
                  </a:lnTo>
                  <a:lnTo>
                    <a:pt x="117678" y="73431"/>
                  </a:lnTo>
                  <a:lnTo>
                    <a:pt x="80175" y="73431"/>
                  </a:lnTo>
                  <a:lnTo>
                    <a:pt x="801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662746" y="2896019"/>
              <a:ext cx="193675" cy="21689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898928" y="2896019"/>
              <a:ext cx="134340" cy="212128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030995" y="2900781"/>
              <a:ext cx="213360" cy="292100"/>
            </a:xfrm>
            <a:custGeom>
              <a:avLst/>
              <a:gdLst/>
              <a:ahLst/>
              <a:cxnLst/>
              <a:rect l="l" t="t" r="r" b="b"/>
              <a:pathLst>
                <a:path w="213360" h="292100">
                  <a:moveTo>
                    <a:pt x="213321" y="0"/>
                  </a:moveTo>
                  <a:lnTo>
                    <a:pt x="156362" y="0"/>
                  </a:lnTo>
                  <a:lnTo>
                    <a:pt x="107950" y="147231"/>
                  </a:lnTo>
                  <a:lnTo>
                    <a:pt x="58331" y="0"/>
                  </a:lnTo>
                  <a:lnTo>
                    <a:pt x="0" y="0"/>
                  </a:lnTo>
                  <a:lnTo>
                    <a:pt x="78778" y="207962"/>
                  </a:lnTo>
                  <a:lnTo>
                    <a:pt x="76111" y="216292"/>
                  </a:lnTo>
                  <a:lnTo>
                    <a:pt x="45416" y="247133"/>
                  </a:lnTo>
                  <a:lnTo>
                    <a:pt x="36512" y="247840"/>
                  </a:lnTo>
                  <a:lnTo>
                    <a:pt x="29629" y="247840"/>
                  </a:lnTo>
                  <a:lnTo>
                    <a:pt x="21894" y="246989"/>
                  </a:lnTo>
                  <a:lnTo>
                    <a:pt x="13296" y="245262"/>
                  </a:lnTo>
                  <a:lnTo>
                    <a:pt x="18059" y="288328"/>
                  </a:lnTo>
                  <a:lnTo>
                    <a:pt x="25734" y="289718"/>
                  </a:lnTo>
                  <a:lnTo>
                    <a:pt x="33483" y="290710"/>
                  </a:lnTo>
                  <a:lnTo>
                    <a:pt x="41308" y="291305"/>
                  </a:lnTo>
                  <a:lnTo>
                    <a:pt x="49212" y="291503"/>
                  </a:lnTo>
                  <a:lnTo>
                    <a:pt x="56839" y="291291"/>
                  </a:lnTo>
                  <a:lnTo>
                    <a:pt x="103708" y="275031"/>
                  </a:lnTo>
                  <a:lnTo>
                    <a:pt x="127000" y="235737"/>
                  </a:lnTo>
                  <a:lnTo>
                    <a:pt x="21332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4" name="object 74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389034" y="2896019"/>
            <a:ext cx="1665452" cy="296265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7102543" y="2821800"/>
            <a:ext cx="544830" cy="291465"/>
            <a:chOff x="7102543" y="2821800"/>
            <a:chExt cx="544830" cy="291465"/>
          </a:xfrm>
        </p:grpSpPr>
        <p:sp>
          <p:nvSpPr>
            <p:cNvPr id="76" name="object 76"/>
            <p:cNvSpPr/>
            <p:nvPr/>
          </p:nvSpPr>
          <p:spPr>
            <a:xfrm>
              <a:off x="7102538" y="2821799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5">
                  <a:moveTo>
                    <a:pt x="54775" y="78981"/>
                  </a:moveTo>
                  <a:lnTo>
                    <a:pt x="0" y="78981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78981"/>
                  </a:lnTo>
                  <a:close/>
                </a:path>
                <a:path w="55245" h="286385">
                  <a:moveTo>
                    <a:pt x="54775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775" y="50800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200993" y="2896019"/>
              <a:ext cx="214109" cy="21689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457660" y="2896019"/>
              <a:ext cx="189115" cy="212128"/>
            </a:xfrm>
            <a:prstGeom prst="rect">
              <a:avLst/>
            </a:prstGeom>
          </p:spPr>
        </p:pic>
      </p:grp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96743" y="0"/>
            <a:ext cx="2191257" cy="3374193"/>
          </a:xfrm>
          <a:prstGeom prst="rect">
            <a:avLst/>
          </a:prstGeom>
        </p:spPr>
      </p:pic>
      <p:grpSp>
        <p:nvGrpSpPr>
          <p:cNvPr id="263" name="object 263"/>
          <p:cNvGrpSpPr/>
          <p:nvPr/>
        </p:nvGrpSpPr>
        <p:grpSpPr>
          <a:xfrm>
            <a:off x="15616795" y="2258301"/>
            <a:ext cx="1233805" cy="291465"/>
            <a:chOff x="15616795" y="2258301"/>
            <a:chExt cx="1233805" cy="291465"/>
          </a:xfrm>
        </p:grpSpPr>
        <p:sp>
          <p:nvSpPr>
            <p:cNvPr id="264" name="object 264"/>
            <p:cNvSpPr/>
            <p:nvPr/>
          </p:nvSpPr>
          <p:spPr>
            <a:xfrm>
              <a:off x="15616796" y="2258300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4" h="286385">
                  <a:moveTo>
                    <a:pt x="54762" y="78981"/>
                  </a:moveTo>
                  <a:lnTo>
                    <a:pt x="0" y="78981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78981"/>
                  </a:lnTo>
                  <a:close/>
                </a:path>
                <a:path w="55244" h="286385">
                  <a:moveTo>
                    <a:pt x="54762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762" y="50800"/>
                  </a:lnTo>
                  <a:lnTo>
                    <a:pt x="547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15715830" y="2332520"/>
              <a:ext cx="195668" cy="216890"/>
            </a:xfrm>
            <a:prstGeom prst="rect">
              <a:avLst/>
            </a:prstGeom>
          </p:spPr>
        </p:pic>
        <p:pic>
          <p:nvPicPr>
            <p:cNvPr id="266" name="object 266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5935946" y="2332520"/>
              <a:ext cx="194665" cy="216890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16150297" y="2258300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19" h="291464">
                  <a:moveTo>
                    <a:pt x="122237" y="282778"/>
                  </a:moveTo>
                  <a:lnTo>
                    <a:pt x="117475" y="240309"/>
                  </a:lnTo>
                  <a:lnTo>
                    <a:pt x="107810" y="243751"/>
                  </a:lnTo>
                  <a:lnTo>
                    <a:pt x="100469" y="245465"/>
                  </a:lnTo>
                  <a:lnTo>
                    <a:pt x="91744" y="245465"/>
                  </a:lnTo>
                  <a:lnTo>
                    <a:pt x="88633" y="244602"/>
                  </a:lnTo>
                  <a:lnTo>
                    <a:pt x="80162" y="122631"/>
                  </a:lnTo>
                  <a:lnTo>
                    <a:pt x="117665" y="122631"/>
                  </a:lnTo>
                  <a:lnTo>
                    <a:pt x="117665" y="78981"/>
                  </a:lnTo>
                  <a:lnTo>
                    <a:pt x="80162" y="78981"/>
                  </a:lnTo>
                  <a:lnTo>
                    <a:pt x="80162" y="5549"/>
                  </a:lnTo>
                  <a:lnTo>
                    <a:pt x="25196" y="37706"/>
                  </a:lnTo>
                  <a:lnTo>
                    <a:pt x="25196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196" y="122631"/>
                  </a:lnTo>
                  <a:lnTo>
                    <a:pt x="25196" y="213118"/>
                  </a:lnTo>
                  <a:lnTo>
                    <a:pt x="25590" y="237388"/>
                  </a:lnTo>
                  <a:lnTo>
                    <a:pt x="38227" y="278409"/>
                  </a:lnTo>
                  <a:lnTo>
                    <a:pt x="78778" y="291109"/>
                  </a:lnTo>
                  <a:lnTo>
                    <a:pt x="90563" y="290588"/>
                  </a:lnTo>
                  <a:lnTo>
                    <a:pt x="101739" y="289026"/>
                  </a:lnTo>
                  <a:lnTo>
                    <a:pt x="112293" y="286423"/>
                  </a:lnTo>
                  <a:lnTo>
                    <a:pt x="122237" y="282778"/>
                  </a:lnTo>
                  <a:close/>
                </a:path>
                <a:path w="210819" h="291464">
                  <a:moveTo>
                    <a:pt x="210604" y="78981"/>
                  </a:moveTo>
                  <a:lnTo>
                    <a:pt x="155841" y="78981"/>
                  </a:lnTo>
                  <a:lnTo>
                    <a:pt x="155841" y="286346"/>
                  </a:lnTo>
                  <a:lnTo>
                    <a:pt x="210604" y="286346"/>
                  </a:lnTo>
                  <a:lnTo>
                    <a:pt x="210604" y="78981"/>
                  </a:lnTo>
                  <a:close/>
                </a:path>
                <a:path w="210819" h="291464">
                  <a:moveTo>
                    <a:pt x="210604" y="0"/>
                  </a:moveTo>
                  <a:lnTo>
                    <a:pt x="155841" y="0"/>
                  </a:lnTo>
                  <a:lnTo>
                    <a:pt x="155841" y="50800"/>
                  </a:lnTo>
                  <a:lnTo>
                    <a:pt x="210604" y="50800"/>
                  </a:lnTo>
                  <a:lnTo>
                    <a:pt x="21060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16404576" y="2332520"/>
              <a:ext cx="214121" cy="216890"/>
            </a:xfrm>
            <a:prstGeom prst="rect">
              <a:avLst/>
            </a:prstGeom>
          </p:spPr>
        </p:pic>
        <p:pic>
          <p:nvPicPr>
            <p:cNvPr id="269" name="object 269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16661243" y="2332520"/>
              <a:ext cx="189115" cy="212128"/>
            </a:xfrm>
            <a:prstGeom prst="rect">
              <a:avLst/>
            </a:prstGeom>
          </p:spPr>
        </p:pic>
      </p:grpSp>
      <p:pic>
        <p:nvPicPr>
          <p:cNvPr id="270" name="object 270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0154523" y="2918434"/>
            <a:ext cx="99020" cy="99021"/>
          </a:xfrm>
          <a:prstGeom prst="rect">
            <a:avLst/>
          </a:prstGeom>
        </p:spPr>
      </p:pic>
      <p:grpSp>
        <p:nvGrpSpPr>
          <p:cNvPr id="271" name="object 271"/>
          <p:cNvGrpSpPr/>
          <p:nvPr/>
        </p:nvGrpSpPr>
        <p:grpSpPr>
          <a:xfrm>
            <a:off x="10504861" y="2821800"/>
            <a:ext cx="2101850" cy="291465"/>
            <a:chOff x="10504861" y="2821800"/>
            <a:chExt cx="2101850" cy="291465"/>
          </a:xfrm>
        </p:grpSpPr>
        <p:sp>
          <p:nvSpPr>
            <p:cNvPr id="272" name="object 272"/>
            <p:cNvSpPr/>
            <p:nvPr/>
          </p:nvSpPr>
          <p:spPr>
            <a:xfrm>
              <a:off x="10504861" y="2821800"/>
              <a:ext cx="257810" cy="286385"/>
            </a:xfrm>
            <a:custGeom>
              <a:avLst/>
              <a:gdLst/>
              <a:ahLst/>
              <a:cxnLst/>
              <a:rect l="l" t="t" r="r" b="b"/>
              <a:pathLst>
                <a:path w="257809" h="286385">
                  <a:moveTo>
                    <a:pt x="121641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7745" y="286346"/>
                  </a:lnTo>
                  <a:lnTo>
                    <a:pt x="57745" y="166890"/>
                  </a:lnTo>
                  <a:lnTo>
                    <a:pt x="169359" y="166890"/>
                  </a:lnTo>
                  <a:lnTo>
                    <a:pt x="167481" y="165537"/>
                  </a:lnTo>
                  <a:lnTo>
                    <a:pt x="158551" y="159943"/>
                  </a:lnTo>
                  <a:lnTo>
                    <a:pt x="176225" y="156281"/>
                  </a:lnTo>
                  <a:lnTo>
                    <a:pt x="215106" y="133553"/>
                  </a:lnTo>
                  <a:lnTo>
                    <a:pt x="224043" y="121043"/>
                  </a:lnTo>
                  <a:lnTo>
                    <a:pt x="57745" y="121043"/>
                  </a:lnTo>
                  <a:lnTo>
                    <a:pt x="57745" y="48476"/>
                  </a:lnTo>
                  <a:lnTo>
                    <a:pt x="228198" y="48476"/>
                  </a:lnTo>
                  <a:lnTo>
                    <a:pt x="227124" y="45488"/>
                  </a:lnTo>
                  <a:lnTo>
                    <a:pt x="198214" y="12365"/>
                  </a:lnTo>
                  <a:lnTo>
                    <a:pt x="161230" y="1933"/>
                  </a:lnTo>
                  <a:lnTo>
                    <a:pt x="142999" y="483"/>
                  </a:lnTo>
                  <a:lnTo>
                    <a:pt x="121641" y="0"/>
                  </a:lnTo>
                  <a:close/>
                </a:path>
                <a:path w="257809" h="286385">
                  <a:moveTo>
                    <a:pt x="169359" y="166890"/>
                  </a:moveTo>
                  <a:lnTo>
                    <a:pt x="69453" y="166890"/>
                  </a:lnTo>
                  <a:lnTo>
                    <a:pt x="78792" y="167088"/>
                  </a:lnTo>
                  <a:lnTo>
                    <a:pt x="86767" y="167682"/>
                  </a:lnTo>
                  <a:lnTo>
                    <a:pt x="120922" y="187868"/>
                  </a:lnTo>
                  <a:lnTo>
                    <a:pt x="146447" y="224040"/>
                  </a:lnTo>
                  <a:lnTo>
                    <a:pt x="188316" y="286346"/>
                  </a:lnTo>
                  <a:lnTo>
                    <a:pt x="257373" y="286346"/>
                  </a:lnTo>
                  <a:lnTo>
                    <a:pt x="222448" y="230390"/>
                  </a:lnTo>
                  <a:lnTo>
                    <a:pt x="196180" y="191764"/>
                  </a:lnTo>
                  <a:lnTo>
                    <a:pt x="175617" y="171402"/>
                  </a:lnTo>
                  <a:lnTo>
                    <a:pt x="169359" y="166890"/>
                  </a:lnTo>
                  <a:close/>
                </a:path>
                <a:path w="257809" h="286385">
                  <a:moveTo>
                    <a:pt x="228198" y="48476"/>
                  </a:moveTo>
                  <a:lnTo>
                    <a:pt x="118678" y="48476"/>
                  </a:lnTo>
                  <a:lnTo>
                    <a:pt x="131018" y="48666"/>
                  </a:lnTo>
                  <a:lnTo>
                    <a:pt x="139811" y="48980"/>
                  </a:lnTo>
                  <a:lnTo>
                    <a:pt x="145058" y="49415"/>
                  </a:lnTo>
                  <a:lnTo>
                    <a:pt x="154451" y="51003"/>
                  </a:lnTo>
                  <a:lnTo>
                    <a:pt x="161726" y="54762"/>
                  </a:lnTo>
                  <a:lnTo>
                    <a:pt x="166885" y="60718"/>
                  </a:lnTo>
                  <a:lnTo>
                    <a:pt x="172045" y="66548"/>
                  </a:lnTo>
                  <a:lnTo>
                    <a:pt x="174624" y="74282"/>
                  </a:lnTo>
                  <a:lnTo>
                    <a:pt x="174624" y="92532"/>
                  </a:lnTo>
                  <a:lnTo>
                    <a:pt x="172641" y="99745"/>
                  </a:lnTo>
                  <a:lnTo>
                    <a:pt x="168672" y="105562"/>
                  </a:lnTo>
                  <a:lnTo>
                    <a:pt x="164835" y="111251"/>
                  </a:lnTo>
                  <a:lnTo>
                    <a:pt x="119397" y="120833"/>
                  </a:lnTo>
                  <a:lnTo>
                    <a:pt x="100608" y="121043"/>
                  </a:lnTo>
                  <a:lnTo>
                    <a:pt x="224043" y="121043"/>
                  </a:lnTo>
                  <a:lnTo>
                    <a:pt x="229393" y="109681"/>
                  </a:lnTo>
                  <a:lnTo>
                    <a:pt x="232965" y="95628"/>
                  </a:lnTo>
                  <a:lnTo>
                    <a:pt x="234156" y="80162"/>
                  </a:lnTo>
                  <a:lnTo>
                    <a:pt x="233374" y="67913"/>
                  </a:lnTo>
                  <a:lnTo>
                    <a:pt x="231030" y="56354"/>
                  </a:lnTo>
                  <a:lnTo>
                    <a:pt x="228379" y="48980"/>
                  </a:lnTo>
                  <a:lnTo>
                    <a:pt x="228266" y="48666"/>
                  </a:lnTo>
                  <a:lnTo>
                    <a:pt x="228198" y="4847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3" name="object 273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0780468" y="2896019"/>
              <a:ext cx="214114" cy="216890"/>
            </a:xfrm>
            <a:prstGeom prst="rect">
              <a:avLst/>
            </a:prstGeom>
          </p:spPr>
        </p:pic>
        <p:sp>
          <p:nvSpPr>
            <p:cNvPr id="274" name="object 274"/>
            <p:cNvSpPr/>
            <p:nvPr/>
          </p:nvSpPr>
          <p:spPr>
            <a:xfrm>
              <a:off x="11037533" y="2821800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5">
                  <a:moveTo>
                    <a:pt x="54773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73" y="286346"/>
                  </a:lnTo>
                  <a:lnTo>
                    <a:pt x="54773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5" name="object 275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1132604" y="2896019"/>
              <a:ext cx="193675" cy="216890"/>
            </a:xfrm>
            <a:prstGeom prst="rect">
              <a:avLst/>
            </a:prstGeom>
          </p:spPr>
        </p:pic>
        <p:sp>
          <p:nvSpPr>
            <p:cNvPr id="276" name="object 276"/>
            <p:cNvSpPr/>
            <p:nvPr/>
          </p:nvSpPr>
          <p:spPr>
            <a:xfrm>
              <a:off x="11364824" y="2821799"/>
              <a:ext cx="340360" cy="291465"/>
            </a:xfrm>
            <a:custGeom>
              <a:avLst/>
              <a:gdLst/>
              <a:ahLst/>
              <a:cxnLst/>
              <a:rect l="l" t="t" r="r" b="b"/>
              <a:pathLst>
                <a:path w="340359" h="291464">
                  <a:moveTo>
                    <a:pt x="107746" y="154978"/>
                  </a:moveTo>
                  <a:lnTo>
                    <a:pt x="0" y="154978"/>
                  </a:lnTo>
                  <a:lnTo>
                    <a:pt x="0" y="209943"/>
                  </a:lnTo>
                  <a:lnTo>
                    <a:pt x="107746" y="209943"/>
                  </a:lnTo>
                  <a:lnTo>
                    <a:pt x="107746" y="154978"/>
                  </a:lnTo>
                  <a:close/>
                </a:path>
                <a:path w="340359" h="291464">
                  <a:moveTo>
                    <a:pt x="339788" y="180378"/>
                  </a:moveTo>
                  <a:lnTo>
                    <a:pt x="338226" y="156273"/>
                  </a:lnTo>
                  <a:lnTo>
                    <a:pt x="333578" y="135140"/>
                  </a:lnTo>
                  <a:lnTo>
                    <a:pt x="325945" y="117271"/>
                  </a:lnTo>
                  <a:lnTo>
                    <a:pt x="325831" y="116992"/>
                  </a:lnTo>
                  <a:lnTo>
                    <a:pt x="325335" y="116281"/>
                  </a:lnTo>
                  <a:lnTo>
                    <a:pt x="315963" y="103187"/>
                  </a:lnTo>
                  <a:lnTo>
                    <a:pt x="314985" y="101803"/>
                  </a:lnTo>
                  <a:lnTo>
                    <a:pt x="301764" y="89738"/>
                  </a:lnTo>
                  <a:lnTo>
                    <a:pt x="286905" y="81114"/>
                  </a:lnTo>
                  <a:lnTo>
                    <a:pt x="283425" y="80035"/>
                  </a:lnTo>
                  <a:lnTo>
                    <a:pt x="283425" y="183159"/>
                  </a:lnTo>
                  <a:lnTo>
                    <a:pt x="282613" y="198805"/>
                  </a:lnTo>
                  <a:lnTo>
                    <a:pt x="263842" y="238950"/>
                  </a:lnTo>
                  <a:lnTo>
                    <a:pt x="239776" y="247650"/>
                  </a:lnTo>
                  <a:lnTo>
                    <a:pt x="228536" y="246291"/>
                  </a:lnTo>
                  <a:lnTo>
                    <a:pt x="197434" y="217043"/>
                  </a:lnTo>
                  <a:lnTo>
                    <a:pt x="191757" y="178193"/>
                  </a:lnTo>
                  <a:lnTo>
                    <a:pt x="192557" y="163525"/>
                  </a:lnTo>
                  <a:lnTo>
                    <a:pt x="211620" y="124879"/>
                  </a:lnTo>
                  <a:lnTo>
                    <a:pt x="219252" y="120205"/>
                  </a:lnTo>
                  <a:lnTo>
                    <a:pt x="219113" y="120205"/>
                  </a:lnTo>
                  <a:lnTo>
                    <a:pt x="228003" y="117271"/>
                  </a:lnTo>
                  <a:lnTo>
                    <a:pt x="227825" y="117271"/>
                  </a:lnTo>
                  <a:lnTo>
                    <a:pt x="237591" y="116281"/>
                  </a:lnTo>
                  <a:lnTo>
                    <a:pt x="276174" y="141046"/>
                  </a:lnTo>
                  <a:lnTo>
                    <a:pt x="283425" y="183159"/>
                  </a:lnTo>
                  <a:lnTo>
                    <a:pt x="283425" y="80035"/>
                  </a:lnTo>
                  <a:lnTo>
                    <a:pt x="270675" y="76034"/>
                  </a:lnTo>
                  <a:lnTo>
                    <a:pt x="271310" y="76034"/>
                  </a:lnTo>
                  <a:lnTo>
                    <a:pt x="252272" y="74218"/>
                  </a:lnTo>
                  <a:lnTo>
                    <a:pt x="235419" y="76034"/>
                  </a:lnTo>
                  <a:lnTo>
                    <a:pt x="219773" y="81470"/>
                  </a:lnTo>
                  <a:lnTo>
                    <a:pt x="205359" y="90512"/>
                  </a:lnTo>
                  <a:lnTo>
                    <a:pt x="192151" y="103187"/>
                  </a:lnTo>
                  <a:lnTo>
                    <a:pt x="192151" y="0"/>
                  </a:lnTo>
                  <a:lnTo>
                    <a:pt x="137185" y="0"/>
                  </a:lnTo>
                  <a:lnTo>
                    <a:pt x="137185" y="286346"/>
                  </a:lnTo>
                  <a:lnTo>
                    <a:pt x="188175" y="286346"/>
                  </a:lnTo>
                  <a:lnTo>
                    <a:pt x="188175" y="255790"/>
                  </a:lnTo>
                  <a:lnTo>
                    <a:pt x="194729" y="263994"/>
                  </a:lnTo>
                  <a:lnTo>
                    <a:pt x="226606" y="286092"/>
                  </a:lnTo>
                  <a:lnTo>
                    <a:pt x="253072" y="291109"/>
                  </a:lnTo>
                  <a:lnTo>
                    <a:pt x="270446" y="289318"/>
                  </a:lnTo>
                  <a:lnTo>
                    <a:pt x="286448" y="283921"/>
                  </a:lnTo>
                  <a:lnTo>
                    <a:pt x="301104" y="274929"/>
                  </a:lnTo>
                  <a:lnTo>
                    <a:pt x="314388" y="262331"/>
                  </a:lnTo>
                  <a:lnTo>
                    <a:pt x="318947" y="255790"/>
                  </a:lnTo>
                  <a:lnTo>
                    <a:pt x="324637" y="247650"/>
                  </a:lnTo>
                  <a:lnTo>
                    <a:pt x="325488" y="246430"/>
                  </a:lnTo>
                  <a:lnTo>
                    <a:pt x="333425" y="227469"/>
                  </a:lnTo>
                  <a:lnTo>
                    <a:pt x="338188" y="205447"/>
                  </a:lnTo>
                  <a:lnTo>
                    <a:pt x="339788" y="180378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7" name="object 277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11734266" y="2896019"/>
              <a:ext cx="194665" cy="216890"/>
            </a:xfrm>
            <a:prstGeom prst="rect">
              <a:avLst/>
            </a:prstGeom>
          </p:spPr>
        </p:pic>
        <p:pic>
          <p:nvPicPr>
            <p:cNvPr id="278" name="object 278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1951792" y="2896019"/>
              <a:ext cx="193878" cy="216890"/>
            </a:xfrm>
            <a:prstGeom prst="rect">
              <a:avLst/>
            </a:prstGeom>
          </p:spPr>
        </p:pic>
        <p:pic>
          <p:nvPicPr>
            <p:cNvPr id="279" name="object 279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12177649" y="2896019"/>
              <a:ext cx="193675" cy="216890"/>
            </a:xfrm>
            <a:prstGeom prst="rect">
              <a:avLst/>
            </a:prstGeom>
          </p:spPr>
        </p:pic>
        <p:sp>
          <p:nvSpPr>
            <p:cNvPr id="280" name="object 280"/>
            <p:cNvSpPr/>
            <p:nvPr/>
          </p:nvSpPr>
          <p:spPr>
            <a:xfrm>
              <a:off x="12404015" y="2821800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4">
                  <a:moveTo>
                    <a:pt x="87412" y="74218"/>
                  </a:moveTo>
                  <a:lnTo>
                    <a:pt x="68372" y="76028"/>
                  </a:lnTo>
                  <a:lnTo>
                    <a:pt x="69002" y="76028"/>
                  </a:lnTo>
                  <a:lnTo>
                    <a:pt x="52779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3" y="271362"/>
                  </a:lnTo>
                  <a:lnTo>
                    <a:pt x="151509" y="255790"/>
                  </a:lnTo>
                  <a:lnTo>
                    <a:pt x="202309" y="255790"/>
                  </a:lnTo>
                  <a:lnTo>
                    <a:pt x="202309" y="247650"/>
                  </a:lnTo>
                  <a:lnTo>
                    <a:pt x="102296" y="247650"/>
                  </a:lnTo>
                  <a:lnTo>
                    <a:pt x="91986" y="246431"/>
                  </a:lnTo>
                  <a:lnTo>
                    <a:pt x="91259" y="246431"/>
                  </a:lnTo>
                  <a:lnTo>
                    <a:pt x="80959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80" y="125105"/>
                  </a:lnTo>
                  <a:lnTo>
                    <a:pt x="101890" y="116281"/>
                  </a:lnTo>
                  <a:lnTo>
                    <a:pt x="202309" y="116281"/>
                  </a:lnTo>
                  <a:lnTo>
                    <a:pt x="202309" y="103187"/>
                  </a:lnTo>
                  <a:lnTo>
                    <a:pt x="147534" y="103187"/>
                  </a:lnTo>
                  <a:lnTo>
                    <a:pt x="134253" y="90511"/>
                  </a:lnTo>
                  <a:lnTo>
                    <a:pt x="119806" y="81459"/>
                  </a:lnTo>
                  <a:lnTo>
                    <a:pt x="104192" y="76028"/>
                  </a:lnTo>
                  <a:lnTo>
                    <a:pt x="87412" y="74218"/>
                  </a:lnTo>
                  <a:close/>
                </a:path>
                <a:path w="202565" h="291464">
                  <a:moveTo>
                    <a:pt x="202309" y="255790"/>
                  </a:moveTo>
                  <a:lnTo>
                    <a:pt x="151509" y="255790"/>
                  </a:lnTo>
                  <a:lnTo>
                    <a:pt x="151509" y="286346"/>
                  </a:lnTo>
                  <a:lnTo>
                    <a:pt x="202309" y="286346"/>
                  </a:lnTo>
                  <a:lnTo>
                    <a:pt x="202309" y="255790"/>
                  </a:lnTo>
                  <a:close/>
                </a:path>
                <a:path w="202565" h="291464">
                  <a:moveTo>
                    <a:pt x="202309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9" y="152647"/>
                  </a:lnTo>
                  <a:lnTo>
                    <a:pt x="147660" y="181762"/>
                  </a:lnTo>
                  <a:lnTo>
                    <a:pt x="147737" y="183349"/>
                  </a:lnTo>
                  <a:lnTo>
                    <a:pt x="140257" y="222535"/>
                  </a:lnTo>
                  <a:lnTo>
                    <a:pt x="102296" y="247650"/>
                  </a:lnTo>
                  <a:lnTo>
                    <a:pt x="202309" y="247650"/>
                  </a:lnTo>
                  <a:lnTo>
                    <a:pt x="202309" y="116281"/>
                  </a:lnTo>
                  <a:close/>
                </a:path>
                <a:path w="202565" h="291464">
                  <a:moveTo>
                    <a:pt x="202309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309" y="103187"/>
                  </a:lnTo>
                  <a:lnTo>
                    <a:pt x="20230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1" name="object 281"/>
          <p:cNvGrpSpPr/>
          <p:nvPr/>
        </p:nvGrpSpPr>
        <p:grpSpPr>
          <a:xfrm>
            <a:off x="12770536" y="2896019"/>
            <a:ext cx="822960" cy="217170"/>
            <a:chOff x="12770536" y="2896019"/>
            <a:chExt cx="822960" cy="217170"/>
          </a:xfrm>
        </p:grpSpPr>
        <p:pic>
          <p:nvPicPr>
            <p:cNvPr id="282" name="object 282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2770536" y="2900781"/>
              <a:ext cx="188709" cy="212128"/>
            </a:xfrm>
            <a:prstGeom prst="rect">
              <a:avLst/>
            </a:prstGeom>
          </p:spPr>
        </p:pic>
        <p:pic>
          <p:nvPicPr>
            <p:cNvPr id="283" name="object 283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2996646" y="2896019"/>
              <a:ext cx="193878" cy="216890"/>
            </a:xfrm>
            <a:prstGeom prst="rect">
              <a:avLst/>
            </a:prstGeom>
          </p:spPr>
        </p:pic>
        <p:pic>
          <p:nvPicPr>
            <p:cNvPr id="284" name="object 284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3222503" y="2896019"/>
              <a:ext cx="193675" cy="216890"/>
            </a:xfrm>
            <a:prstGeom prst="rect">
              <a:avLst/>
            </a:prstGeom>
          </p:spPr>
        </p:pic>
        <p:pic>
          <p:nvPicPr>
            <p:cNvPr id="285" name="object 28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3458685" y="2896019"/>
              <a:ext cx="134340" cy="212128"/>
            </a:xfrm>
            <a:prstGeom prst="rect">
              <a:avLst/>
            </a:prstGeom>
          </p:spPr>
        </p:pic>
      </p:grpSp>
      <p:grpSp>
        <p:nvGrpSpPr>
          <p:cNvPr id="286" name="object 286"/>
          <p:cNvGrpSpPr/>
          <p:nvPr/>
        </p:nvGrpSpPr>
        <p:grpSpPr>
          <a:xfrm>
            <a:off x="13713409" y="2821800"/>
            <a:ext cx="1036955" cy="291465"/>
            <a:chOff x="13713409" y="2821800"/>
            <a:chExt cx="1036955" cy="291465"/>
          </a:xfrm>
        </p:grpSpPr>
        <p:pic>
          <p:nvPicPr>
            <p:cNvPr id="287" name="object 287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3713409" y="2896019"/>
              <a:ext cx="194665" cy="216890"/>
            </a:xfrm>
            <a:prstGeom prst="rect">
              <a:avLst/>
            </a:prstGeom>
          </p:spPr>
        </p:pic>
        <p:pic>
          <p:nvPicPr>
            <p:cNvPr id="288" name="object 288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3949197" y="2900781"/>
              <a:ext cx="188709" cy="212128"/>
            </a:xfrm>
            <a:prstGeom prst="rect">
              <a:avLst/>
            </a:prstGeom>
          </p:spPr>
        </p:pic>
        <p:sp>
          <p:nvSpPr>
            <p:cNvPr id="289" name="object 289"/>
            <p:cNvSpPr/>
            <p:nvPr/>
          </p:nvSpPr>
          <p:spPr>
            <a:xfrm>
              <a:off x="14172134" y="2821799"/>
              <a:ext cx="344805" cy="291465"/>
            </a:xfrm>
            <a:custGeom>
              <a:avLst/>
              <a:gdLst/>
              <a:ahLst/>
              <a:cxnLst/>
              <a:rect l="l" t="t" r="r" b="b"/>
              <a:pathLst>
                <a:path w="344805" h="291464">
                  <a:moveTo>
                    <a:pt x="122237" y="282778"/>
                  </a:moveTo>
                  <a:lnTo>
                    <a:pt x="117475" y="240309"/>
                  </a:lnTo>
                  <a:lnTo>
                    <a:pt x="107810" y="243751"/>
                  </a:lnTo>
                  <a:lnTo>
                    <a:pt x="100469" y="245465"/>
                  </a:lnTo>
                  <a:lnTo>
                    <a:pt x="91744" y="245465"/>
                  </a:lnTo>
                  <a:lnTo>
                    <a:pt x="88633" y="244602"/>
                  </a:lnTo>
                  <a:lnTo>
                    <a:pt x="80162" y="122631"/>
                  </a:lnTo>
                  <a:lnTo>
                    <a:pt x="117665" y="122631"/>
                  </a:lnTo>
                  <a:lnTo>
                    <a:pt x="117665" y="78981"/>
                  </a:lnTo>
                  <a:lnTo>
                    <a:pt x="80162" y="78981"/>
                  </a:lnTo>
                  <a:lnTo>
                    <a:pt x="80162" y="5549"/>
                  </a:lnTo>
                  <a:lnTo>
                    <a:pt x="25196" y="37706"/>
                  </a:lnTo>
                  <a:lnTo>
                    <a:pt x="25196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196" y="122631"/>
                  </a:lnTo>
                  <a:lnTo>
                    <a:pt x="25196" y="213118"/>
                  </a:lnTo>
                  <a:lnTo>
                    <a:pt x="25590" y="237388"/>
                  </a:lnTo>
                  <a:lnTo>
                    <a:pt x="38227" y="278409"/>
                  </a:lnTo>
                  <a:lnTo>
                    <a:pt x="78778" y="291109"/>
                  </a:lnTo>
                  <a:lnTo>
                    <a:pt x="90563" y="290588"/>
                  </a:lnTo>
                  <a:lnTo>
                    <a:pt x="101739" y="289026"/>
                  </a:lnTo>
                  <a:lnTo>
                    <a:pt x="112293" y="286423"/>
                  </a:lnTo>
                  <a:lnTo>
                    <a:pt x="122237" y="282778"/>
                  </a:lnTo>
                  <a:close/>
                </a:path>
                <a:path w="344805" h="291464">
                  <a:moveTo>
                    <a:pt x="344551" y="164706"/>
                  </a:moveTo>
                  <a:lnTo>
                    <a:pt x="341579" y="123431"/>
                  </a:lnTo>
                  <a:lnTo>
                    <a:pt x="321424" y="89306"/>
                  </a:lnTo>
                  <a:lnTo>
                    <a:pt x="283171" y="74676"/>
                  </a:lnTo>
                  <a:lnTo>
                    <a:pt x="273900" y="74218"/>
                  </a:lnTo>
                  <a:lnTo>
                    <a:pt x="256082" y="76161"/>
                  </a:lnTo>
                  <a:lnTo>
                    <a:pt x="239572" y="81965"/>
                  </a:lnTo>
                  <a:lnTo>
                    <a:pt x="224332" y="91630"/>
                  </a:lnTo>
                  <a:lnTo>
                    <a:pt x="210400" y="105168"/>
                  </a:lnTo>
                  <a:lnTo>
                    <a:pt x="210400" y="0"/>
                  </a:lnTo>
                  <a:lnTo>
                    <a:pt x="155638" y="0"/>
                  </a:lnTo>
                  <a:lnTo>
                    <a:pt x="155638" y="286346"/>
                  </a:lnTo>
                  <a:lnTo>
                    <a:pt x="210400" y="286346"/>
                  </a:lnTo>
                  <a:lnTo>
                    <a:pt x="210400" y="182359"/>
                  </a:lnTo>
                  <a:lnTo>
                    <a:pt x="210705" y="170078"/>
                  </a:lnTo>
                  <a:lnTo>
                    <a:pt x="221907" y="131267"/>
                  </a:lnTo>
                  <a:lnTo>
                    <a:pt x="246519" y="116281"/>
                  </a:lnTo>
                  <a:lnTo>
                    <a:pt x="263588" y="116281"/>
                  </a:lnTo>
                  <a:lnTo>
                    <a:pt x="288785" y="150075"/>
                  </a:lnTo>
                  <a:lnTo>
                    <a:pt x="289585" y="176809"/>
                  </a:lnTo>
                  <a:lnTo>
                    <a:pt x="289585" y="286346"/>
                  </a:lnTo>
                  <a:lnTo>
                    <a:pt x="344551" y="286346"/>
                  </a:lnTo>
                  <a:lnTo>
                    <a:pt x="344551" y="16470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0" name="object 290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4556257" y="2896019"/>
              <a:ext cx="193675" cy="216890"/>
            </a:xfrm>
            <a:prstGeom prst="rect">
              <a:avLst/>
            </a:prstGeom>
          </p:spPr>
        </p:pic>
      </p:grpSp>
      <p:grpSp>
        <p:nvGrpSpPr>
          <p:cNvPr id="291" name="object 291"/>
          <p:cNvGrpSpPr/>
          <p:nvPr/>
        </p:nvGrpSpPr>
        <p:grpSpPr>
          <a:xfrm>
            <a:off x="14794420" y="2821800"/>
            <a:ext cx="1611630" cy="291465"/>
            <a:chOff x="14794420" y="2821800"/>
            <a:chExt cx="1611630" cy="291465"/>
          </a:xfrm>
        </p:grpSpPr>
        <p:pic>
          <p:nvPicPr>
            <p:cNvPr id="292" name="object 292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4794420" y="2896019"/>
              <a:ext cx="189115" cy="212128"/>
            </a:xfrm>
            <a:prstGeom prst="rect">
              <a:avLst/>
            </a:prstGeom>
          </p:spPr>
        </p:pic>
        <p:sp>
          <p:nvSpPr>
            <p:cNvPr id="293" name="object 293"/>
            <p:cNvSpPr/>
            <p:nvPr/>
          </p:nvSpPr>
          <p:spPr>
            <a:xfrm>
              <a:off x="15016570" y="2821799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19" h="291464">
                  <a:moveTo>
                    <a:pt x="122237" y="282778"/>
                  </a:moveTo>
                  <a:lnTo>
                    <a:pt x="117475" y="240309"/>
                  </a:lnTo>
                  <a:lnTo>
                    <a:pt x="107810" y="243751"/>
                  </a:lnTo>
                  <a:lnTo>
                    <a:pt x="100469" y="245465"/>
                  </a:lnTo>
                  <a:lnTo>
                    <a:pt x="91744" y="245465"/>
                  </a:lnTo>
                  <a:lnTo>
                    <a:pt x="88633" y="244602"/>
                  </a:lnTo>
                  <a:lnTo>
                    <a:pt x="80162" y="122631"/>
                  </a:lnTo>
                  <a:lnTo>
                    <a:pt x="117665" y="122631"/>
                  </a:lnTo>
                  <a:lnTo>
                    <a:pt x="117665" y="78981"/>
                  </a:lnTo>
                  <a:lnTo>
                    <a:pt x="80162" y="78981"/>
                  </a:lnTo>
                  <a:lnTo>
                    <a:pt x="80162" y="5549"/>
                  </a:lnTo>
                  <a:lnTo>
                    <a:pt x="25196" y="37706"/>
                  </a:lnTo>
                  <a:lnTo>
                    <a:pt x="25196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196" y="122631"/>
                  </a:lnTo>
                  <a:lnTo>
                    <a:pt x="25196" y="213118"/>
                  </a:lnTo>
                  <a:lnTo>
                    <a:pt x="25590" y="237388"/>
                  </a:lnTo>
                  <a:lnTo>
                    <a:pt x="38227" y="278409"/>
                  </a:lnTo>
                  <a:lnTo>
                    <a:pt x="78778" y="291109"/>
                  </a:lnTo>
                  <a:lnTo>
                    <a:pt x="90563" y="290588"/>
                  </a:lnTo>
                  <a:lnTo>
                    <a:pt x="101739" y="289026"/>
                  </a:lnTo>
                  <a:lnTo>
                    <a:pt x="112293" y="286423"/>
                  </a:lnTo>
                  <a:lnTo>
                    <a:pt x="122237" y="282778"/>
                  </a:lnTo>
                  <a:close/>
                </a:path>
                <a:path w="210819" h="291464">
                  <a:moveTo>
                    <a:pt x="210604" y="78981"/>
                  </a:moveTo>
                  <a:lnTo>
                    <a:pt x="155841" y="78981"/>
                  </a:lnTo>
                  <a:lnTo>
                    <a:pt x="155841" y="286346"/>
                  </a:lnTo>
                  <a:lnTo>
                    <a:pt x="210604" y="286346"/>
                  </a:lnTo>
                  <a:lnTo>
                    <a:pt x="210604" y="78981"/>
                  </a:lnTo>
                  <a:close/>
                </a:path>
                <a:path w="210819" h="291464">
                  <a:moveTo>
                    <a:pt x="210604" y="0"/>
                  </a:moveTo>
                  <a:lnTo>
                    <a:pt x="155841" y="0"/>
                  </a:lnTo>
                  <a:lnTo>
                    <a:pt x="155841" y="50800"/>
                  </a:lnTo>
                  <a:lnTo>
                    <a:pt x="210604" y="50800"/>
                  </a:lnTo>
                  <a:lnTo>
                    <a:pt x="21060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4" name="object 294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5271445" y="2896019"/>
              <a:ext cx="195656" cy="216890"/>
            </a:xfrm>
            <a:prstGeom prst="rect">
              <a:avLst/>
            </a:prstGeom>
          </p:spPr>
        </p:pic>
        <p:pic>
          <p:nvPicPr>
            <p:cNvPr id="295" name="object 295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15491549" y="2896019"/>
              <a:ext cx="194678" cy="216890"/>
            </a:xfrm>
            <a:prstGeom prst="rect">
              <a:avLst/>
            </a:prstGeom>
          </p:spPr>
        </p:pic>
        <p:sp>
          <p:nvSpPr>
            <p:cNvPr id="296" name="object 296"/>
            <p:cNvSpPr/>
            <p:nvPr/>
          </p:nvSpPr>
          <p:spPr>
            <a:xfrm>
              <a:off x="15705913" y="2821799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19" h="291464">
                  <a:moveTo>
                    <a:pt x="122237" y="282778"/>
                  </a:moveTo>
                  <a:lnTo>
                    <a:pt x="117475" y="240309"/>
                  </a:lnTo>
                  <a:lnTo>
                    <a:pt x="107810" y="243751"/>
                  </a:lnTo>
                  <a:lnTo>
                    <a:pt x="100469" y="245465"/>
                  </a:lnTo>
                  <a:lnTo>
                    <a:pt x="91744" y="245465"/>
                  </a:lnTo>
                  <a:lnTo>
                    <a:pt x="88633" y="244602"/>
                  </a:lnTo>
                  <a:lnTo>
                    <a:pt x="80162" y="122631"/>
                  </a:lnTo>
                  <a:lnTo>
                    <a:pt x="117665" y="122631"/>
                  </a:lnTo>
                  <a:lnTo>
                    <a:pt x="117665" y="78981"/>
                  </a:lnTo>
                  <a:lnTo>
                    <a:pt x="80162" y="78981"/>
                  </a:lnTo>
                  <a:lnTo>
                    <a:pt x="80162" y="5549"/>
                  </a:lnTo>
                  <a:lnTo>
                    <a:pt x="25196" y="37706"/>
                  </a:lnTo>
                  <a:lnTo>
                    <a:pt x="25196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196" y="122631"/>
                  </a:lnTo>
                  <a:lnTo>
                    <a:pt x="25196" y="213118"/>
                  </a:lnTo>
                  <a:lnTo>
                    <a:pt x="25590" y="237388"/>
                  </a:lnTo>
                  <a:lnTo>
                    <a:pt x="38227" y="278409"/>
                  </a:lnTo>
                  <a:lnTo>
                    <a:pt x="78778" y="291109"/>
                  </a:lnTo>
                  <a:lnTo>
                    <a:pt x="90563" y="290588"/>
                  </a:lnTo>
                  <a:lnTo>
                    <a:pt x="101739" y="289026"/>
                  </a:lnTo>
                  <a:lnTo>
                    <a:pt x="112293" y="286423"/>
                  </a:lnTo>
                  <a:lnTo>
                    <a:pt x="122237" y="282778"/>
                  </a:lnTo>
                  <a:close/>
                </a:path>
                <a:path w="210819" h="291464">
                  <a:moveTo>
                    <a:pt x="210604" y="78981"/>
                  </a:moveTo>
                  <a:lnTo>
                    <a:pt x="155829" y="78981"/>
                  </a:lnTo>
                  <a:lnTo>
                    <a:pt x="155829" y="286346"/>
                  </a:lnTo>
                  <a:lnTo>
                    <a:pt x="210604" y="286346"/>
                  </a:lnTo>
                  <a:lnTo>
                    <a:pt x="210604" y="78981"/>
                  </a:lnTo>
                  <a:close/>
                </a:path>
                <a:path w="210819" h="291464">
                  <a:moveTo>
                    <a:pt x="210604" y="0"/>
                  </a:moveTo>
                  <a:lnTo>
                    <a:pt x="155829" y="0"/>
                  </a:lnTo>
                  <a:lnTo>
                    <a:pt x="155829" y="50800"/>
                  </a:lnTo>
                  <a:lnTo>
                    <a:pt x="210604" y="50800"/>
                  </a:lnTo>
                  <a:lnTo>
                    <a:pt x="21060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7" name="object 297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5960192" y="2896019"/>
              <a:ext cx="214109" cy="216890"/>
            </a:xfrm>
            <a:prstGeom prst="rect">
              <a:avLst/>
            </a:prstGeom>
          </p:spPr>
        </p:pic>
        <p:pic>
          <p:nvPicPr>
            <p:cNvPr id="298" name="object 29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6216859" y="2896019"/>
              <a:ext cx="189115" cy="212128"/>
            </a:xfrm>
            <a:prstGeom prst="rect">
              <a:avLst/>
            </a:prstGeom>
          </p:spPr>
        </p:pic>
      </p:grpSp>
      <p:pic>
        <p:nvPicPr>
          <p:cNvPr id="79" name="object 7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6949" y="3481933"/>
            <a:ext cx="99020" cy="99021"/>
          </a:xfrm>
          <a:prstGeom prst="rect">
            <a:avLst/>
          </a:prstGeom>
        </p:spPr>
      </p:pic>
      <p:grpSp>
        <p:nvGrpSpPr>
          <p:cNvPr id="80" name="object 80"/>
          <p:cNvGrpSpPr/>
          <p:nvPr/>
        </p:nvGrpSpPr>
        <p:grpSpPr>
          <a:xfrm>
            <a:off x="1647917" y="3385299"/>
            <a:ext cx="1083310" cy="370840"/>
            <a:chOff x="1647917" y="3385299"/>
            <a:chExt cx="1083310" cy="370840"/>
          </a:xfrm>
        </p:grpSpPr>
        <p:sp>
          <p:nvSpPr>
            <p:cNvPr id="81" name="object 81"/>
            <p:cNvSpPr/>
            <p:nvPr/>
          </p:nvSpPr>
          <p:spPr>
            <a:xfrm>
              <a:off x="1647917" y="3385299"/>
              <a:ext cx="287655" cy="286385"/>
            </a:xfrm>
            <a:custGeom>
              <a:avLst/>
              <a:gdLst/>
              <a:ahLst/>
              <a:cxnLst/>
              <a:rect l="l" t="t" r="r" b="b"/>
              <a:pathLst>
                <a:path w="287655" h="286385">
                  <a:moveTo>
                    <a:pt x="172639" y="0"/>
                  </a:moveTo>
                  <a:lnTo>
                    <a:pt x="111522" y="0"/>
                  </a:lnTo>
                  <a:lnTo>
                    <a:pt x="0" y="286346"/>
                  </a:lnTo>
                  <a:lnTo>
                    <a:pt x="61316" y="286346"/>
                  </a:lnTo>
                  <a:lnTo>
                    <a:pt x="84931" y="221259"/>
                  </a:lnTo>
                  <a:lnTo>
                    <a:pt x="261266" y="221259"/>
                  </a:lnTo>
                  <a:lnTo>
                    <a:pt x="241950" y="173037"/>
                  </a:lnTo>
                  <a:lnTo>
                    <a:pt x="102791" y="173037"/>
                  </a:lnTo>
                  <a:lnTo>
                    <a:pt x="141485" y="66878"/>
                  </a:lnTo>
                  <a:lnTo>
                    <a:pt x="199428" y="66878"/>
                  </a:lnTo>
                  <a:lnTo>
                    <a:pt x="172639" y="0"/>
                  </a:lnTo>
                  <a:close/>
                </a:path>
                <a:path w="287655" h="286385">
                  <a:moveTo>
                    <a:pt x="261266" y="221259"/>
                  </a:moveTo>
                  <a:lnTo>
                    <a:pt x="199430" y="221259"/>
                  </a:lnTo>
                  <a:lnTo>
                    <a:pt x="224433" y="286346"/>
                  </a:lnTo>
                  <a:lnTo>
                    <a:pt x="287337" y="286346"/>
                  </a:lnTo>
                  <a:lnTo>
                    <a:pt x="261266" y="221259"/>
                  </a:lnTo>
                  <a:close/>
                </a:path>
                <a:path w="287655" h="286385">
                  <a:moveTo>
                    <a:pt x="199428" y="66878"/>
                  </a:moveTo>
                  <a:lnTo>
                    <a:pt x="141485" y="66878"/>
                  </a:lnTo>
                  <a:lnTo>
                    <a:pt x="180975" y="173037"/>
                  </a:lnTo>
                  <a:lnTo>
                    <a:pt x="241950" y="173037"/>
                  </a:lnTo>
                  <a:lnTo>
                    <a:pt x="199428" y="66878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965196" y="3459517"/>
              <a:ext cx="189111" cy="212128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195473" y="3459517"/>
              <a:ext cx="194671" cy="21689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2432443" y="3385298"/>
              <a:ext cx="299085" cy="370840"/>
            </a:xfrm>
            <a:custGeom>
              <a:avLst/>
              <a:gdLst/>
              <a:ahLst/>
              <a:cxnLst/>
              <a:rect l="l" t="t" r="r" b="b"/>
              <a:pathLst>
                <a:path w="299085" h="370839">
                  <a:moveTo>
                    <a:pt x="54762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0"/>
                  </a:lnTo>
                  <a:close/>
                </a:path>
                <a:path w="299085" h="370839">
                  <a:moveTo>
                    <a:pt x="298475" y="78981"/>
                  </a:moveTo>
                  <a:lnTo>
                    <a:pt x="241515" y="78981"/>
                  </a:lnTo>
                  <a:lnTo>
                    <a:pt x="193103" y="226212"/>
                  </a:lnTo>
                  <a:lnTo>
                    <a:pt x="143484" y="78981"/>
                  </a:lnTo>
                  <a:lnTo>
                    <a:pt x="85153" y="78981"/>
                  </a:lnTo>
                  <a:lnTo>
                    <a:pt x="163931" y="286943"/>
                  </a:lnTo>
                  <a:lnTo>
                    <a:pt x="161264" y="295275"/>
                  </a:lnTo>
                  <a:lnTo>
                    <a:pt x="130568" y="326123"/>
                  </a:lnTo>
                  <a:lnTo>
                    <a:pt x="121666" y="326821"/>
                  </a:lnTo>
                  <a:lnTo>
                    <a:pt x="114782" y="326821"/>
                  </a:lnTo>
                  <a:lnTo>
                    <a:pt x="107048" y="325970"/>
                  </a:lnTo>
                  <a:lnTo>
                    <a:pt x="98450" y="324243"/>
                  </a:lnTo>
                  <a:lnTo>
                    <a:pt x="103212" y="367309"/>
                  </a:lnTo>
                  <a:lnTo>
                    <a:pt x="110883" y="368706"/>
                  </a:lnTo>
                  <a:lnTo>
                    <a:pt x="118630" y="369697"/>
                  </a:lnTo>
                  <a:lnTo>
                    <a:pt x="126466" y="370293"/>
                  </a:lnTo>
                  <a:lnTo>
                    <a:pt x="134366" y="370484"/>
                  </a:lnTo>
                  <a:lnTo>
                    <a:pt x="141986" y="370281"/>
                  </a:lnTo>
                  <a:lnTo>
                    <a:pt x="188861" y="354012"/>
                  </a:lnTo>
                  <a:lnTo>
                    <a:pt x="212153" y="314718"/>
                  </a:lnTo>
                  <a:lnTo>
                    <a:pt x="298475" y="78981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/>
          <p:cNvGrpSpPr/>
          <p:nvPr/>
        </p:nvGrpSpPr>
        <p:grpSpPr>
          <a:xfrm>
            <a:off x="2743852" y="3459518"/>
            <a:ext cx="400050" cy="217170"/>
            <a:chOff x="2743852" y="3459518"/>
            <a:chExt cx="400050" cy="217170"/>
          </a:xfrm>
        </p:grpSpPr>
        <p:pic>
          <p:nvPicPr>
            <p:cNvPr id="86" name="object 8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950037" y="3459518"/>
              <a:ext cx="193675" cy="21689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743852" y="3464280"/>
              <a:ext cx="185343" cy="207365"/>
            </a:xfrm>
            <a:prstGeom prst="rect">
              <a:avLst/>
            </a:prstGeom>
          </p:spPr>
        </p:pic>
      </p:grpSp>
      <p:grpSp>
        <p:nvGrpSpPr>
          <p:cNvPr id="88" name="object 88"/>
          <p:cNvGrpSpPr/>
          <p:nvPr/>
        </p:nvGrpSpPr>
        <p:grpSpPr>
          <a:xfrm>
            <a:off x="3283666" y="3459518"/>
            <a:ext cx="926465" cy="217170"/>
            <a:chOff x="3283666" y="3459518"/>
            <a:chExt cx="926465" cy="217170"/>
          </a:xfrm>
        </p:grpSpPr>
        <p:pic>
          <p:nvPicPr>
            <p:cNvPr id="89" name="object 8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283666" y="3459518"/>
              <a:ext cx="193675" cy="21689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519848" y="3459518"/>
              <a:ext cx="134340" cy="21212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675537" y="3459518"/>
              <a:ext cx="359473" cy="21689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075574" y="3459518"/>
              <a:ext cx="134340" cy="212128"/>
            </a:xfrm>
            <a:prstGeom prst="rect">
              <a:avLst/>
            </a:prstGeom>
          </p:spPr>
        </p:pic>
      </p:grpSp>
      <p:grpSp>
        <p:nvGrpSpPr>
          <p:cNvPr id="93" name="object 93"/>
          <p:cNvGrpSpPr/>
          <p:nvPr/>
        </p:nvGrpSpPr>
        <p:grpSpPr>
          <a:xfrm>
            <a:off x="4342414" y="3385299"/>
            <a:ext cx="570865" cy="291465"/>
            <a:chOff x="4342414" y="3385299"/>
            <a:chExt cx="570865" cy="291465"/>
          </a:xfrm>
        </p:grpSpPr>
        <p:pic>
          <p:nvPicPr>
            <p:cNvPr id="94" name="object 9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342414" y="3459517"/>
              <a:ext cx="335660" cy="216890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4710766" y="3385299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4" h="291464">
                  <a:moveTo>
                    <a:pt x="87399" y="74218"/>
                  </a:moveTo>
                  <a:lnTo>
                    <a:pt x="68367" y="76028"/>
                  </a:lnTo>
                  <a:lnTo>
                    <a:pt x="68997" y="76028"/>
                  </a:lnTo>
                  <a:lnTo>
                    <a:pt x="52777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3" y="206149"/>
                  </a:lnTo>
                  <a:lnTo>
                    <a:pt x="14180" y="246431"/>
                  </a:lnTo>
                  <a:lnTo>
                    <a:pt x="53420" y="283916"/>
                  </a:lnTo>
                  <a:lnTo>
                    <a:pt x="86612" y="291109"/>
                  </a:lnTo>
                  <a:lnTo>
                    <a:pt x="95327" y="290563"/>
                  </a:lnTo>
                  <a:lnTo>
                    <a:pt x="137606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78" y="246431"/>
                  </a:lnTo>
                  <a:lnTo>
                    <a:pt x="91252" y="246431"/>
                  </a:lnTo>
                  <a:lnTo>
                    <a:pt x="80952" y="242289"/>
                  </a:lnTo>
                  <a:lnTo>
                    <a:pt x="58132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46" y="90511"/>
                  </a:lnTo>
                  <a:lnTo>
                    <a:pt x="119795" y="81459"/>
                  </a:lnTo>
                  <a:lnTo>
                    <a:pt x="104180" y="76028"/>
                  </a:lnTo>
                  <a:lnTo>
                    <a:pt x="87399" y="74218"/>
                  </a:lnTo>
                  <a:close/>
                </a:path>
                <a:path w="202564" h="291464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4" h="291464">
                  <a:moveTo>
                    <a:pt x="202296" y="116281"/>
                  </a:moveTo>
                  <a:lnTo>
                    <a:pt x="101890" y="116281"/>
                  </a:lnTo>
                  <a:lnTo>
                    <a:pt x="111463" y="117262"/>
                  </a:lnTo>
                  <a:lnTo>
                    <a:pt x="120143" y="120203"/>
                  </a:lnTo>
                  <a:lnTo>
                    <a:pt x="144503" y="152647"/>
                  </a:lnTo>
                  <a:lnTo>
                    <a:pt x="147647" y="181762"/>
                  </a:lnTo>
                  <a:lnTo>
                    <a:pt x="147724" y="183349"/>
                  </a:lnTo>
                  <a:lnTo>
                    <a:pt x="140245" y="222535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4" h="291464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6" name="object 96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4966136" y="3464280"/>
            <a:ext cx="188709" cy="212128"/>
          </a:xfrm>
          <a:prstGeom prst="rect">
            <a:avLst/>
          </a:prstGeom>
        </p:spPr>
      </p:pic>
      <p:grpSp>
        <p:nvGrpSpPr>
          <p:cNvPr id="97" name="object 97"/>
          <p:cNvGrpSpPr/>
          <p:nvPr/>
        </p:nvGrpSpPr>
        <p:grpSpPr>
          <a:xfrm>
            <a:off x="5199588" y="3385299"/>
            <a:ext cx="912494" cy="291465"/>
            <a:chOff x="5199588" y="3385299"/>
            <a:chExt cx="912494" cy="291465"/>
          </a:xfrm>
        </p:grpSpPr>
        <p:pic>
          <p:nvPicPr>
            <p:cNvPr id="98" name="object 9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199588" y="3459517"/>
              <a:ext cx="195656" cy="216890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5411546" y="3385298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20" h="291464">
                  <a:moveTo>
                    <a:pt x="122237" y="282778"/>
                  </a:moveTo>
                  <a:lnTo>
                    <a:pt x="117475" y="240309"/>
                  </a:lnTo>
                  <a:lnTo>
                    <a:pt x="107823" y="243751"/>
                  </a:lnTo>
                  <a:lnTo>
                    <a:pt x="100482" y="245465"/>
                  </a:lnTo>
                  <a:lnTo>
                    <a:pt x="91744" y="245465"/>
                  </a:lnTo>
                  <a:lnTo>
                    <a:pt x="88646" y="244602"/>
                  </a:lnTo>
                  <a:lnTo>
                    <a:pt x="80175" y="122631"/>
                  </a:lnTo>
                  <a:lnTo>
                    <a:pt x="117678" y="122631"/>
                  </a:lnTo>
                  <a:lnTo>
                    <a:pt x="117678" y="78981"/>
                  </a:lnTo>
                  <a:lnTo>
                    <a:pt x="80175" y="78981"/>
                  </a:lnTo>
                  <a:lnTo>
                    <a:pt x="80175" y="5549"/>
                  </a:lnTo>
                  <a:lnTo>
                    <a:pt x="25209" y="37706"/>
                  </a:lnTo>
                  <a:lnTo>
                    <a:pt x="25209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209" y="122631"/>
                  </a:lnTo>
                  <a:lnTo>
                    <a:pt x="25209" y="213118"/>
                  </a:lnTo>
                  <a:lnTo>
                    <a:pt x="25603" y="237388"/>
                  </a:lnTo>
                  <a:lnTo>
                    <a:pt x="38239" y="278409"/>
                  </a:lnTo>
                  <a:lnTo>
                    <a:pt x="78790" y="291109"/>
                  </a:lnTo>
                  <a:lnTo>
                    <a:pt x="90576" y="290588"/>
                  </a:lnTo>
                  <a:lnTo>
                    <a:pt x="101752" y="289026"/>
                  </a:lnTo>
                  <a:lnTo>
                    <a:pt x="112306" y="286423"/>
                  </a:lnTo>
                  <a:lnTo>
                    <a:pt x="122237" y="282778"/>
                  </a:lnTo>
                  <a:close/>
                </a:path>
                <a:path w="210820" h="291464">
                  <a:moveTo>
                    <a:pt x="210616" y="78981"/>
                  </a:moveTo>
                  <a:lnTo>
                    <a:pt x="155841" y="78981"/>
                  </a:lnTo>
                  <a:lnTo>
                    <a:pt x="155841" y="286346"/>
                  </a:lnTo>
                  <a:lnTo>
                    <a:pt x="210616" y="286346"/>
                  </a:lnTo>
                  <a:lnTo>
                    <a:pt x="210616" y="78981"/>
                  </a:lnTo>
                  <a:close/>
                </a:path>
                <a:path w="210820" h="291464">
                  <a:moveTo>
                    <a:pt x="210616" y="0"/>
                  </a:moveTo>
                  <a:lnTo>
                    <a:pt x="155841" y="0"/>
                  </a:lnTo>
                  <a:lnTo>
                    <a:pt x="155841" y="50800"/>
                  </a:lnTo>
                  <a:lnTo>
                    <a:pt x="210616" y="50800"/>
                  </a:lnTo>
                  <a:lnTo>
                    <a:pt x="21061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665843" y="3459517"/>
              <a:ext cx="214109" cy="21689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922510" y="3459517"/>
              <a:ext cx="189115" cy="212128"/>
            </a:xfrm>
            <a:prstGeom prst="rect">
              <a:avLst/>
            </a:prstGeom>
          </p:spPr>
        </p:pic>
      </p:grpSp>
      <p:grpSp>
        <p:nvGrpSpPr>
          <p:cNvPr id="102" name="object 102"/>
          <p:cNvGrpSpPr/>
          <p:nvPr/>
        </p:nvGrpSpPr>
        <p:grpSpPr>
          <a:xfrm>
            <a:off x="6263937" y="3385299"/>
            <a:ext cx="671830" cy="291465"/>
            <a:chOff x="6263937" y="3385299"/>
            <a:chExt cx="671830" cy="291465"/>
          </a:xfrm>
        </p:grpSpPr>
        <p:pic>
          <p:nvPicPr>
            <p:cNvPr id="103" name="object 10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263937" y="3459517"/>
              <a:ext cx="194665" cy="21689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500512" y="3459517"/>
              <a:ext cx="189102" cy="212128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6733076" y="3385299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4">
                  <a:moveTo>
                    <a:pt x="87399" y="74218"/>
                  </a:moveTo>
                  <a:lnTo>
                    <a:pt x="68367" y="76028"/>
                  </a:lnTo>
                  <a:lnTo>
                    <a:pt x="68997" y="76028"/>
                  </a:lnTo>
                  <a:lnTo>
                    <a:pt x="52777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3" y="206149"/>
                  </a:lnTo>
                  <a:lnTo>
                    <a:pt x="14180" y="246431"/>
                  </a:lnTo>
                  <a:lnTo>
                    <a:pt x="53420" y="283916"/>
                  </a:lnTo>
                  <a:lnTo>
                    <a:pt x="86612" y="291109"/>
                  </a:lnTo>
                  <a:lnTo>
                    <a:pt x="95327" y="290563"/>
                  </a:lnTo>
                  <a:lnTo>
                    <a:pt x="137606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78" y="246431"/>
                  </a:lnTo>
                  <a:lnTo>
                    <a:pt x="91252" y="246431"/>
                  </a:lnTo>
                  <a:lnTo>
                    <a:pt x="80952" y="242289"/>
                  </a:lnTo>
                  <a:lnTo>
                    <a:pt x="58132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46" y="90511"/>
                  </a:lnTo>
                  <a:lnTo>
                    <a:pt x="119795" y="81459"/>
                  </a:lnTo>
                  <a:lnTo>
                    <a:pt x="104180" y="76028"/>
                  </a:lnTo>
                  <a:lnTo>
                    <a:pt x="87399" y="74218"/>
                  </a:lnTo>
                  <a:close/>
                </a:path>
                <a:path w="202565" h="291464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5" h="291464">
                  <a:moveTo>
                    <a:pt x="202296" y="116281"/>
                  </a:moveTo>
                  <a:lnTo>
                    <a:pt x="101890" y="116281"/>
                  </a:lnTo>
                  <a:lnTo>
                    <a:pt x="111463" y="117262"/>
                  </a:lnTo>
                  <a:lnTo>
                    <a:pt x="120143" y="120203"/>
                  </a:lnTo>
                  <a:lnTo>
                    <a:pt x="144503" y="152647"/>
                  </a:lnTo>
                  <a:lnTo>
                    <a:pt x="147647" y="181762"/>
                  </a:lnTo>
                  <a:lnTo>
                    <a:pt x="147724" y="183349"/>
                  </a:lnTo>
                  <a:lnTo>
                    <a:pt x="140245" y="222535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5" h="291464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" name="object 106"/>
          <p:cNvGrpSpPr/>
          <p:nvPr/>
        </p:nvGrpSpPr>
        <p:grpSpPr>
          <a:xfrm>
            <a:off x="7084712" y="3459518"/>
            <a:ext cx="1950085" cy="296545"/>
            <a:chOff x="7084712" y="3459518"/>
            <a:chExt cx="1950085" cy="296545"/>
          </a:xfrm>
        </p:grpSpPr>
        <p:pic>
          <p:nvPicPr>
            <p:cNvPr id="107" name="object 10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084712" y="3459518"/>
              <a:ext cx="1371739" cy="296265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8497168" y="3459518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4" h="212725">
                  <a:moveTo>
                    <a:pt x="237134" y="0"/>
                  </a:moveTo>
                  <a:lnTo>
                    <a:pt x="195604" y="12919"/>
                  </a:lnTo>
                  <a:lnTo>
                    <a:pt x="173837" y="32931"/>
                  </a:lnTo>
                  <a:lnTo>
                    <a:pt x="168836" y="25220"/>
                  </a:lnTo>
                  <a:lnTo>
                    <a:pt x="133853" y="2079"/>
                  </a:lnTo>
                  <a:lnTo>
                    <a:pt x="115303" y="0"/>
                  </a:lnTo>
                  <a:lnTo>
                    <a:pt x="97193" y="2057"/>
                  </a:lnTo>
                  <a:lnTo>
                    <a:pt x="80375" y="8231"/>
                  </a:lnTo>
                  <a:lnTo>
                    <a:pt x="64846" y="18521"/>
                  </a:lnTo>
                  <a:lnTo>
                    <a:pt x="50609" y="32931"/>
                  </a:lnTo>
                  <a:lnTo>
                    <a:pt x="50609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78" y="212128"/>
                  </a:lnTo>
                  <a:lnTo>
                    <a:pt x="54978" y="111315"/>
                  </a:lnTo>
                  <a:lnTo>
                    <a:pt x="55249" y="97413"/>
                  </a:lnTo>
                  <a:lnTo>
                    <a:pt x="67081" y="53505"/>
                  </a:lnTo>
                  <a:lnTo>
                    <a:pt x="88176" y="42062"/>
                  </a:lnTo>
                  <a:lnTo>
                    <a:pt x="103657" y="42062"/>
                  </a:lnTo>
                  <a:lnTo>
                    <a:pt x="125226" y="84679"/>
                  </a:lnTo>
                  <a:lnTo>
                    <a:pt x="125412" y="98425"/>
                  </a:lnTo>
                  <a:lnTo>
                    <a:pt x="125412" y="212128"/>
                  </a:lnTo>
                  <a:lnTo>
                    <a:pt x="180390" y="212128"/>
                  </a:lnTo>
                  <a:lnTo>
                    <a:pt x="180390" y="112509"/>
                  </a:lnTo>
                  <a:lnTo>
                    <a:pt x="180662" y="98814"/>
                  </a:lnTo>
                  <a:lnTo>
                    <a:pt x="187794" y="60515"/>
                  </a:lnTo>
                  <a:lnTo>
                    <a:pt x="213398" y="42062"/>
                  </a:lnTo>
                  <a:lnTo>
                    <a:pt x="221068" y="42062"/>
                  </a:lnTo>
                  <a:lnTo>
                    <a:pt x="249881" y="79448"/>
                  </a:lnTo>
                  <a:lnTo>
                    <a:pt x="250240" y="93459"/>
                  </a:lnTo>
                  <a:lnTo>
                    <a:pt x="250240" y="212128"/>
                  </a:lnTo>
                  <a:lnTo>
                    <a:pt x="305206" y="212128"/>
                  </a:lnTo>
                  <a:lnTo>
                    <a:pt x="305206" y="79565"/>
                  </a:lnTo>
                  <a:lnTo>
                    <a:pt x="304846" y="65716"/>
                  </a:lnTo>
                  <a:lnTo>
                    <a:pt x="295071" y="28040"/>
                  </a:lnTo>
                  <a:lnTo>
                    <a:pt x="258221" y="2332"/>
                  </a:lnTo>
                  <a:lnTo>
                    <a:pt x="248111" y="583"/>
                  </a:lnTo>
                  <a:lnTo>
                    <a:pt x="23713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840970" y="3459518"/>
              <a:ext cx="193675" cy="216890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9079133" y="3390849"/>
            <a:ext cx="344805" cy="285750"/>
            <a:chOff x="9079133" y="3390849"/>
            <a:chExt cx="344805" cy="285750"/>
          </a:xfrm>
        </p:grpSpPr>
        <p:pic>
          <p:nvPicPr>
            <p:cNvPr id="111" name="object 11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079133" y="3459518"/>
              <a:ext cx="189115" cy="212128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9301281" y="3390849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2" y="285038"/>
                  </a:lnTo>
                  <a:lnTo>
                    <a:pt x="101746" y="283475"/>
                  </a:lnTo>
                  <a:lnTo>
                    <a:pt x="112300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9" name="object 299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0154523" y="3481933"/>
            <a:ext cx="99020" cy="99021"/>
          </a:xfrm>
          <a:prstGeom prst="rect">
            <a:avLst/>
          </a:prstGeom>
        </p:spPr>
      </p:pic>
      <p:grpSp>
        <p:nvGrpSpPr>
          <p:cNvPr id="300" name="object 300"/>
          <p:cNvGrpSpPr/>
          <p:nvPr/>
        </p:nvGrpSpPr>
        <p:grpSpPr>
          <a:xfrm>
            <a:off x="10489977" y="3380333"/>
            <a:ext cx="913765" cy="296545"/>
            <a:chOff x="10489977" y="3380333"/>
            <a:chExt cx="913765" cy="296545"/>
          </a:xfrm>
        </p:grpSpPr>
        <p:sp>
          <p:nvSpPr>
            <p:cNvPr id="301" name="object 301"/>
            <p:cNvSpPr/>
            <p:nvPr/>
          </p:nvSpPr>
          <p:spPr>
            <a:xfrm>
              <a:off x="10489977" y="3380333"/>
              <a:ext cx="233045" cy="296545"/>
            </a:xfrm>
            <a:custGeom>
              <a:avLst/>
              <a:gdLst/>
              <a:ahLst/>
              <a:cxnLst/>
              <a:rect l="l" t="t" r="r" b="b"/>
              <a:pathLst>
                <a:path w="233045" h="296545">
                  <a:moveTo>
                    <a:pt x="114895" y="0"/>
                  </a:moveTo>
                  <a:lnTo>
                    <a:pt x="70656" y="5695"/>
                  </a:lnTo>
                  <a:lnTo>
                    <a:pt x="29542" y="30136"/>
                  </a:lnTo>
                  <a:lnTo>
                    <a:pt x="11087" y="69230"/>
                  </a:lnTo>
                  <a:lnTo>
                    <a:pt x="10318" y="79971"/>
                  </a:lnTo>
                  <a:lnTo>
                    <a:pt x="11968" y="96292"/>
                  </a:lnTo>
                  <a:lnTo>
                    <a:pt x="36711" y="137515"/>
                  </a:lnTo>
                  <a:lnTo>
                    <a:pt x="80429" y="159811"/>
                  </a:lnTo>
                  <a:lnTo>
                    <a:pt x="118430" y="170031"/>
                  </a:lnTo>
                  <a:lnTo>
                    <a:pt x="141548" y="176279"/>
                  </a:lnTo>
                  <a:lnTo>
                    <a:pt x="175022" y="201282"/>
                  </a:lnTo>
                  <a:lnTo>
                    <a:pt x="175022" y="208165"/>
                  </a:lnTo>
                  <a:lnTo>
                    <a:pt x="152822" y="240869"/>
                  </a:lnTo>
                  <a:lnTo>
                    <a:pt x="118666" y="247459"/>
                  </a:lnTo>
                  <a:lnTo>
                    <a:pt x="106152" y="246640"/>
                  </a:lnTo>
                  <a:lnTo>
                    <a:pt x="69701" y="226769"/>
                  </a:lnTo>
                  <a:lnTo>
                    <a:pt x="56158" y="192684"/>
                  </a:lnTo>
                  <a:lnTo>
                    <a:pt x="0" y="198043"/>
                  </a:lnTo>
                  <a:lnTo>
                    <a:pt x="11459" y="240506"/>
                  </a:lnTo>
                  <a:lnTo>
                    <a:pt x="34726" y="271462"/>
                  </a:lnTo>
                  <a:lnTo>
                    <a:pt x="70148" y="290218"/>
                  </a:lnTo>
                  <a:lnTo>
                    <a:pt x="118070" y="296468"/>
                  </a:lnTo>
                  <a:lnTo>
                    <a:pt x="135955" y="295811"/>
                  </a:lnTo>
                  <a:lnTo>
                    <a:pt x="180380" y="285953"/>
                  </a:lnTo>
                  <a:lnTo>
                    <a:pt x="219075" y="254000"/>
                  </a:lnTo>
                  <a:lnTo>
                    <a:pt x="232768" y="207962"/>
                  </a:lnTo>
                  <a:lnTo>
                    <a:pt x="232048" y="194915"/>
                  </a:lnTo>
                  <a:lnTo>
                    <a:pt x="215044" y="153585"/>
                  </a:lnTo>
                  <a:lnTo>
                    <a:pt x="178209" y="127848"/>
                  </a:lnTo>
                  <a:lnTo>
                    <a:pt x="108111" y="107609"/>
                  </a:lnTo>
                  <a:lnTo>
                    <a:pt x="92918" y="102796"/>
                  </a:lnTo>
                  <a:lnTo>
                    <a:pt x="81620" y="98084"/>
                  </a:lnTo>
                  <a:lnTo>
                    <a:pt x="74216" y="93472"/>
                  </a:lnTo>
                  <a:lnTo>
                    <a:pt x="68527" y="88569"/>
                  </a:lnTo>
                  <a:lnTo>
                    <a:pt x="65683" y="82753"/>
                  </a:lnTo>
                  <a:lnTo>
                    <a:pt x="65683" y="68592"/>
                  </a:lnTo>
                  <a:lnTo>
                    <a:pt x="102381" y="48485"/>
                  </a:lnTo>
                  <a:lnTo>
                    <a:pt x="114300" y="47828"/>
                  </a:lnTo>
                  <a:lnTo>
                    <a:pt x="125735" y="48435"/>
                  </a:lnTo>
                  <a:lnTo>
                    <a:pt x="160982" y="70350"/>
                  </a:lnTo>
                  <a:lnTo>
                    <a:pt x="166886" y="89306"/>
                  </a:lnTo>
                  <a:lnTo>
                    <a:pt x="224631" y="86715"/>
                  </a:lnTo>
                  <a:lnTo>
                    <a:pt x="207925" y="36602"/>
                  </a:lnTo>
                  <a:lnTo>
                    <a:pt x="162024" y="5953"/>
                  </a:lnTo>
                  <a:lnTo>
                    <a:pt x="140121" y="1488"/>
                  </a:lnTo>
                  <a:lnTo>
                    <a:pt x="11489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2" name="object 302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10755021" y="3459518"/>
              <a:ext cx="193675" cy="216890"/>
            </a:xfrm>
            <a:prstGeom prst="rect">
              <a:avLst/>
            </a:prstGeom>
          </p:spPr>
        </p:pic>
        <p:pic>
          <p:nvPicPr>
            <p:cNvPr id="303" name="object 303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10981478" y="3459518"/>
              <a:ext cx="195663" cy="216890"/>
            </a:xfrm>
            <a:prstGeom prst="rect">
              <a:avLst/>
            </a:prstGeom>
          </p:spPr>
        </p:pic>
        <p:pic>
          <p:nvPicPr>
            <p:cNvPr id="304" name="object 304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11214887" y="3464280"/>
              <a:ext cx="188709" cy="212128"/>
            </a:xfrm>
            <a:prstGeom prst="rect">
              <a:avLst/>
            </a:prstGeom>
          </p:spPr>
        </p:pic>
      </p:grpSp>
      <p:pic>
        <p:nvPicPr>
          <p:cNvPr id="305" name="object 305"/>
          <p:cNvPicPr/>
          <p:nvPr/>
        </p:nvPicPr>
        <p:blipFill>
          <a:blip r:embed="rId159" cstate="print"/>
          <a:stretch>
            <a:fillRect/>
          </a:stretch>
        </p:blipFill>
        <p:spPr>
          <a:xfrm>
            <a:off x="11458054" y="3459518"/>
            <a:ext cx="335660" cy="216890"/>
          </a:xfrm>
          <a:prstGeom prst="rect">
            <a:avLst/>
          </a:prstGeom>
        </p:spPr>
      </p:pic>
      <p:pic>
        <p:nvPicPr>
          <p:cNvPr id="306" name="object 306"/>
          <p:cNvPicPr/>
          <p:nvPr/>
        </p:nvPicPr>
        <p:blipFill>
          <a:blip r:embed="rId160" cstate="print"/>
          <a:stretch>
            <a:fillRect/>
          </a:stretch>
        </p:blipFill>
        <p:spPr>
          <a:xfrm>
            <a:off x="11930303" y="3390849"/>
            <a:ext cx="1419656" cy="364934"/>
          </a:xfrm>
          <a:prstGeom prst="rect">
            <a:avLst/>
          </a:prstGeom>
        </p:spPr>
      </p:pic>
      <p:grpSp>
        <p:nvGrpSpPr>
          <p:cNvPr id="307" name="object 307"/>
          <p:cNvGrpSpPr/>
          <p:nvPr/>
        </p:nvGrpSpPr>
        <p:grpSpPr>
          <a:xfrm>
            <a:off x="13493292" y="3380333"/>
            <a:ext cx="373380" cy="296545"/>
            <a:chOff x="13493292" y="3380333"/>
            <a:chExt cx="373380" cy="296545"/>
          </a:xfrm>
        </p:grpSpPr>
        <p:pic>
          <p:nvPicPr>
            <p:cNvPr id="308" name="object 308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13493292" y="3459518"/>
              <a:ext cx="214122" cy="216890"/>
            </a:xfrm>
            <a:prstGeom prst="rect">
              <a:avLst/>
            </a:prstGeom>
          </p:spPr>
        </p:pic>
        <p:sp>
          <p:nvSpPr>
            <p:cNvPr id="309" name="object 309"/>
            <p:cNvSpPr/>
            <p:nvPr/>
          </p:nvSpPr>
          <p:spPr>
            <a:xfrm>
              <a:off x="13726350" y="3380333"/>
              <a:ext cx="140335" cy="291465"/>
            </a:xfrm>
            <a:custGeom>
              <a:avLst/>
              <a:gdLst/>
              <a:ahLst/>
              <a:cxnLst/>
              <a:rect l="l" t="t" r="r" b="b"/>
              <a:pathLst>
                <a:path w="140334" h="291464">
                  <a:moveTo>
                    <a:pt x="94259" y="0"/>
                  </a:moveTo>
                  <a:lnTo>
                    <a:pt x="56349" y="8140"/>
                  </a:lnTo>
                  <a:lnTo>
                    <a:pt x="31749" y="45392"/>
                  </a:lnTo>
                  <a:lnTo>
                    <a:pt x="30365" y="68262"/>
                  </a:lnTo>
                  <a:lnTo>
                    <a:pt x="30365" y="83947"/>
                  </a:lnTo>
                  <a:lnTo>
                    <a:pt x="0" y="83947"/>
                  </a:lnTo>
                  <a:lnTo>
                    <a:pt x="0" y="127000"/>
                  </a:lnTo>
                  <a:lnTo>
                    <a:pt x="30365" y="127000"/>
                  </a:lnTo>
                  <a:lnTo>
                    <a:pt x="30365" y="291312"/>
                  </a:lnTo>
                  <a:lnTo>
                    <a:pt x="85331" y="291312"/>
                  </a:lnTo>
                  <a:lnTo>
                    <a:pt x="85331" y="127000"/>
                  </a:lnTo>
                  <a:lnTo>
                    <a:pt x="126403" y="127000"/>
                  </a:lnTo>
                  <a:lnTo>
                    <a:pt x="126403" y="83947"/>
                  </a:lnTo>
                  <a:lnTo>
                    <a:pt x="85331" y="83947"/>
                  </a:lnTo>
                  <a:lnTo>
                    <a:pt x="85331" y="58674"/>
                  </a:lnTo>
                  <a:lnTo>
                    <a:pt x="87045" y="51536"/>
                  </a:lnTo>
                  <a:lnTo>
                    <a:pt x="93929" y="44119"/>
                  </a:lnTo>
                  <a:lnTo>
                    <a:pt x="99618" y="42265"/>
                  </a:lnTo>
                  <a:lnTo>
                    <a:pt x="115620" y="42265"/>
                  </a:lnTo>
                  <a:lnTo>
                    <a:pt x="124028" y="43332"/>
                  </a:lnTo>
                  <a:lnTo>
                    <a:pt x="132753" y="45440"/>
                  </a:lnTo>
                  <a:lnTo>
                    <a:pt x="140093" y="7150"/>
                  </a:lnTo>
                  <a:lnTo>
                    <a:pt x="128820" y="4023"/>
                  </a:lnTo>
                  <a:lnTo>
                    <a:pt x="117424" y="1789"/>
                  </a:lnTo>
                  <a:lnTo>
                    <a:pt x="105903" y="447"/>
                  </a:lnTo>
                  <a:lnTo>
                    <a:pt x="942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0" name="object 310"/>
          <p:cNvGrpSpPr/>
          <p:nvPr/>
        </p:nvGrpSpPr>
        <p:grpSpPr>
          <a:xfrm>
            <a:off x="13994727" y="3385299"/>
            <a:ext cx="901065" cy="291465"/>
            <a:chOff x="13994727" y="3385299"/>
            <a:chExt cx="901065" cy="291465"/>
          </a:xfrm>
        </p:grpSpPr>
        <p:sp>
          <p:nvSpPr>
            <p:cNvPr id="311" name="object 311"/>
            <p:cNvSpPr/>
            <p:nvPr/>
          </p:nvSpPr>
          <p:spPr>
            <a:xfrm>
              <a:off x="13994727" y="3385299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4" h="286385">
                  <a:moveTo>
                    <a:pt x="54762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2" name="object 312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14089799" y="3459517"/>
              <a:ext cx="193675" cy="216890"/>
            </a:xfrm>
            <a:prstGeom prst="rect">
              <a:avLst/>
            </a:prstGeom>
          </p:spPr>
        </p:pic>
        <p:pic>
          <p:nvPicPr>
            <p:cNvPr id="313" name="object 313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14313878" y="3459517"/>
              <a:ext cx="194665" cy="216890"/>
            </a:xfrm>
            <a:prstGeom prst="rect">
              <a:avLst/>
            </a:prstGeom>
          </p:spPr>
        </p:pic>
        <p:pic>
          <p:nvPicPr>
            <p:cNvPr id="314" name="object 314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14548472" y="3459517"/>
              <a:ext cx="134340" cy="212128"/>
            </a:xfrm>
            <a:prstGeom prst="rect">
              <a:avLst/>
            </a:prstGeom>
          </p:spPr>
        </p:pic>
        <p:pic>
          <p:nvPicPr>
            <p:cNvPr id="315" name="object 315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4706130" y="3459517"/>
              <a:ext cx="189115" cy="212128"/>
            </a:xfrm>
            <a:prstGeom prst="rect">
              <a:avLst/>
            </a:prstGeom>
          </p:spPr>
        </p:pic>
      </p:grpSp>
      <p:sp>
        <p:nvSpPr>
          <p:cNvPr id="316" name="object 316"/>
          <p:cNvSpPr/>
          <p:nvPr/>
        </p:nvSpPr>
        <p:spPr>
          <a:xfrm>
            <a:off x="14950898" y="3385298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4" h="286385">
                <a:moveTo>
                  <a:pt x="54762" y="78981"/>
                </a:moveTo>
                <a:lnTo>
                  <a:pt x="0" y="78981"/>
                </a:lnTo>
                <a:lnTo>
                  <a:pt x="0" y="286346"/>
                </a:lnTo>
                <a:lnTo>
                  <a:pt x="54762" y="286346"/>
                </a:lnTo>
                <a:lnTo>
                  <a:pt x="54762" y="78981"/>
                </a:lnTo>
                <a:close/>
              </a:path>
              <a:path w="55244" h="286385">
                <a:moveTo>
                  <a:pt x="54762" y="0"/>
                </a:moveTo>
                <a:lnTo>
                  <a:pt x="0" y="0"/>
                </a:lnTo>
                <a:lnTo>
                  <a:pt x="0" y="50800"/>
                </a:lnTo>
                <a:lnTo>
                  <a:pt x="54762" y="50800"/>
                </a:lnTo>
                <a:lnTo>
                  <a:pt x="54762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7" name="object 317"/>
          <p:cNvGrpSpPr/>
          <p:nvPr/>
        </p:nvGrpSpPr>
        <p:grpSpPr>
          <a:xfrm>
            <a:off x="15061641" y="3459518"/>
            <a:ext cx="434975" cy="296545"/>
            <a:chOff x="15061641" y="3459518"/>
            <a:chExt cx="434975" cy="296545"/>
          </a:xfrm>
        </p:grpSpPr>
        <p:pic>
          <p:nvPicPr>
            <p:cNvPr id="318" name="object 318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15061641" y="3459518"/>
              <a:ext cx="189115" cy="212128"/>
            </a:xfrm>
            <a:prstGeom prst="rect">
              <a:avLst/>
            </a:prstGeom>
          </p:spPr>
        </p:pic>
        <p:sp>
          <p:nvSpPr>
            <p:cNvPr id="319" name="object 319"/>
            <p:cNvSpPr/>
            <p:nvPr/>
          </p:nvSpPr>
          <p:spPr>
            <a:xfrm>
              <a:off x="15294102" y="3459518"/>
              <a:ext cx="202565" cy="296545"/>
            </a:xfrm>
            <a:custGeom>
              <a:avLst/>
              <a:gdLst/>
              <a:ahLst/>
              <a:cxnLst/>
              <a:rect l="l" t="t" r="r" b="b"/>
              <a:pathLst>
                <a:path w="202565" h="296545">
                  <a:moveTo>
                    <a:pt x="7150" y="225818"/>
                  </a:moveTo>
                  <a:lnTo>
                    <a:pt x="19345" y="268580"/>
                  </a:lnTo>
                  <a:lnTo>
                    <a:pt x="58789" y="291750"/>
                  </a:lnTo>
                  <a:lnTo>
                    <a:pt x="103784" y="296265"/>
                  </a:lnTo>
                  <a:lnTo>
                    <a:pt x="117167" y="295893"/>
                  </a:lnTo>
                  <a:lnTo>
                    <a:pt x="158692" y="287147"/>
                  </a:lnTo>
                  <a:lnTo>
                    <a:pt x="188910" y="261934"/>
                  </a:lnTo>
                  <a:lnTo>
                    <a:pt x="192826" y="254393"/>
                  </a:lnTo>
                  <a:lnTo>
                    <a:pt x="90550" y="254393"/>
                  </a:lnTo>
                  <a:lnTo>
                    <a:pt x="82359" y="252412"/>
                  </a:lnTo>
                  <a:lnTo>
                    <a:pt x="77190" y="248437"/>
                  </a:lnTo>
                  <a:lnTo>
                    <a:pt x="73355" y="245656"/>
                  </a:lnTo>
                  <a:lnTo>
                    <a:pt x="70916" y="240639"/>
                  </a:lnTo>
                  <a:lnTo>
                    <a:pt x="69937" y="233959"/>
                  </a:lnTo>
                  <a:lnTo>
                    <a:pt x="69850" y="233362"/>
                  </a:lnTo>
                  <a:lnTo>
                    <a:pt x="7150" y="225818"/>
                  </a:lnTo>
                  <a:close/>
                </a:path>
                <a:path w="202565" h="296545">
                  <a:moveTo>
                    <a:pt x="202412" y="178587"/>
                  </a:moveTo>
                  <a:lnTo>
                    <a:pt x="147447" y="178587"/>
                  </a:lnTo>
                  <a:lnTo>
                    <a:pt x="147447" y="221056"/>
                  </a:lnTo>
                  <a:lnTo>
                    <a:pt x="146685" y="228460"/>
                  </a:lnTo>
                  <a:lnTo>
                    <a:pt x="111849" y="253984"/>
                  </a:lnTo>
                  <a:lnTo>
                    <a:pt x="101803" y="254393"/>
                  </a:lnTo>
                  <a:lnTo>
                    <a:pt x="192839" y="254393"/>
                  </a:lnTo>
                  <a:lnTo>
                    <a:pt x="202027" y="208083"/>
                  </a:lnTo>
                  <a:lnTo>
                    <a:pt x="202359" y="193263"/>
                  </a:lnTo>
                  <a:lnTo>
                    <a:pt x="202412" y="178587"/>
                  </a:lnTo>
                  <a:close/>
                </a:path>
                <a:path w="202565" h="296545">
                  <a:moveTo>
                    <a:pt x="87515" y="0"/>
                  </a:moveTo>
                  <a:lnTo>
                    <a:pt x="38363" y="15516"/>
                  </a:lnTo>
                  <a:lnTo>
                    <a:pt x="6249" y="61266"/>
                  </a:lnTo>
                  <a:lnTo>
                    <a:pt x="189" y="104178"/>
                  </a:lnTo>
                  <a:lnTo>
                    <a:pt x="101" y="105562"/>
                  </a:lnTo>
                  <a:lnTo>
                    <a:pt x="4762" y="145403"/>
                  </a:lnTo>
                  <a:lnTo>
                    <a:pt x="32344" y="192261"/>
                  </a:lnTo>
                  <a:lnTo>
                    <a:pt x="65784" y="210032"/>
                  </a:lnTo>
                  <a:lnTo>
                    <a:pt x="66490" y="210032"/>
                  </a:lnTo>
                  <a:lnTo>
                    <a:pt x="85331" y="212128"/>
                  </a:lnTo>
                  <a:lnTo>
                    <a:pt x="103278" y="210032"/>
                  </a:lnTo>
                  <a:lnTo>
                    <a:pt x="119613" y="203744"/>
                  </a:lnTo>
                  <a:lnTo>
                    <a:pt x="134335" y="193263"/>
                  </a:lnTo>
                  <a:lnTo>
                    <a:pt x="147447" y="178587"/>
                  </a:lnTo>
                  <a:lnTo>
                    <a:pt x="202412" y="178587"/>
                  </a:lnTo>
                  <a:lnTo>
                    <a:pt x="202412" y="167868"/>
                  </a:lnTo>
                  <a:lnTo>
                    <a:pt x="100609" y="167868"/>
                  </a:lnTo>
                  <a:lnTo>
                    <a:pt x="91553" y="166913"/>
                  </a:lnTo>
                  <a:lnTo>
                    <a:pt x="59332" y="132751"/>
                  </a:lnTo>
                  <a:lnTo>
                    <a:pt x="57035" y="120014"/>
                  </a:lnTo>
                  <a:lnTo>
                    <a:pt x="56952" y="119556"/>
                  </a:lnTo>
                  <a:lnTo>
                    <a:pt x="56312" y="107149"/>
                  </a:lnTo>
                  <a:lnTo>
                    <a:pt x="56230" y="105562"/>
                  </a:lnTo>
                  <a:lnTo>
                    <a:pt x="56159" y="104178"/>
                  </a:lnTo>
                  <a:lnTo>
                    <a:pt x="56897" y="90443"/>
                  </a:lnTo>
                  <a:lnTo>
                    <a:pt x="56952" y="89419"/>
                  </a:lnTo>
                  <a:lnTo>
                    <a:pt x="59332" y="76692"/>
                  </a:lnTo>
                  <a:lnTo>
                    <a:pt x="63301" y="65998"/>
                  </a:lnTo>
                  <a:lnTo>
                    <a:pt x="68859" y="57340"/>
                  </a:lnTo>
                  <a:lnTo>
                    <a:pt x="75743" y="50656"/>
                  </a:lnTo>
                  <a:lnTo>
                    <a:pt x="83328" y="45985"/>
                  </a:lnTo>
                  <a:lnTo>
                    <a:pt x="83185" y="45985"/>
                  </a:lnTo>
                  <a:lnTo>
                    <a:pt x="92037" y="43043"/>
                  </a:lnTo>
                  <a:lnTo>
                    <a:pt x="91857" y="43043"/>
                  </a:lnTo>
                  <a:lnTo>
                    <a:pt x="101600" y="42062"/>
                  </a:lnTo>
                  <a:lnTo>
                    <a:pt x="202412" y="42062"/>
                  </a:lnTo>
                  <a:lnTo>
                    <a:pt x="202412" y="33731"/>
                  </a:lnTo>
                  <a:lnTo>
                    <a:pt x="151015" y="33731"/>
                  </a:lnTo>
                  <a:lnTo>
                    <a:pt x="137668" y="18972"/>
                  </a:lnTo>
                  <a:lnTo>
                    <a:pt x="122637" y="8431"/>
                  </a:lnTo>
                  <a:lnTo>
                    <a:pt x="105920" y="2107"/>
                  </a:lnTo>
                  <a:lnTo>
                    <a:pt x="87515" y="0"/>
                  </a:lnTo>
                  <a:close/>
                </a:path>
                <a:path w="202565" h="296545">
                  <a:moveTo>
                    <a:pt x="202412" y="42062"/>
                  </a:moveTo>
                  <a:lnTo>
                    <a:pt x="101600" y="42062"/>
                  </a:lnTo>
                  <a:lnTo>
                    <a:pt x="111289" y="43043"/>
                  </a:lnTo>
                  <a:lnTo>
                    <a:pt x="120108" y="45985"/>
                  </a:lnTo>
                  <a:lnTo>
                    <a:pt x="145113" y="77435"/>
                  </a:lnTo>
                  <a:lnTo>
                    <a:pt x="148361" y="104178"/>
                  </a:lnTo>
                  <a:lnTo>
                    <a:pt x="148342" y="107149"/>
                  </a:lnTo>
                  <a:lnTo>
                    <a:pt x="134543" y="152196"/>
                  </a:lnTo>
                  <a:lnTo>
                    <a:pt x="118954" y="164049"/>
                  </a:lnTo>
                  <a:lnTo>
                    <a:pt x="118822" y="164049"/>
                  </a:lnTo>
                  <a:lnTo>
                    <a:pt x="110173" y="166913"/>
                  </a:lnTo>
                  <a:lnTo>
                    <a:pt x="110009" y="166913"/>
                  </a:lnTo>
                  <a:lnTo>
                    <a:pt x="100609" y="167868"/>
                  </a:lnTo>
                  <a:lnTo>
                    <a:pt x="202412" y="167868"/>
                  </a:lnTo>
                  <a:lnTo>
                    <a:pt x="202412" y="42062"/>
                  </a:lnTo>
                  <a:close/>
                </a:path>
                <a:path w="202565" h="296545">
                  <a:moveTo>
                    <a:pt x="202412" y="4762"/>
                  </a:moveTo>
                  <a:lnTo>
                    <a:pt x="151015" y="4762"/>
                  </a:lnTo>
                  <a:lnTo>
                    <a:pt x="151015" y="33731"/>
                  </a:lnTo>
                  <a:lnTo>
                    <a:pt x="202412" y="33731"/>
                  </a:lnTo>
                  <a:lnTo>
                    <a:pt x="202412" y="4762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0" name="object 320"/>
          <p:cNvGrpSpPr/>
          <p:nvPr/>
        </p:nvGrpSpPr>
        <p:grpSpPr>
          <a:xfrm>
            <a:off x="15649716" y="3385299"/>
            <a:ext cx="792480" cy="291465"/>
            <a:chOff x="15649716" y="3385299"/>
            <a:chExt cx="792480" cy="291465"/>
          </a:xfrm>
        </p:grpSpPr>
        <p:sp>
          <p:nvSpPr>
            <p:cNvPr id="321" name="object 321"/>
            <p:cNvSpPr/>
            <p:nvPr/>
          </p:nvSpPr>
          <p:spPr>
            <a:xfrm>
              <a:off x="15649716" y="3385299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4">
                  <a:moveTo>
                    <a:pt x="87412" y="74218"/>
                  </a:moveTo>
                  <a:lnTo>
                    <a:pt x="68372" y="76028"/>
                  </a:lnTo>
                  <a:lnTo>
                    <a:pt x="69002" y="76028"/>
                  </a:lnTo>
                  <a:lnTo>
                    <a:pt x="52779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3" y="271362"/>
                  </a:lnTo>
                  <a:lnTo>
                    <a:pt x="151509" y="255790"/>
                  </a:lnTo>
                  <a:lnTo>
                    <a:pt x="202309" y="255790"/>
                  </a:lnTo>
                  <a:lnTo>
                    <a:pt x="202309" y="247650"/>
                  </a:lnTo>
                  <a:lnTo>
                    <a:pt x="102296" y="247650"/>
                  </a:lnTo>
                  <a:lnTo>
                    <a:pt x="91986" y="246431"/>
                  </a:lnTo>
                  <a:lnTo>
                    <a:pt x="91259" y="246431"/>
                  </a:lnTo>
                  <a:lnTo>
                    <a:pt x="80959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80" y="125105"/>
                  </a:lnTo>
                  <a:lnTo>
                    <a:pt x="101890" y="116281"/>
                  </a:lnTo>
                  <a:lnTo>
                    <a:pt x="202309" y="116281"/>
                  </a:lnTo>
                  <a:lnTo>
                    <a:pt x="202309" y="103187"/>
                  </a:lnTo>
                  <a:lnTo>
                    <a:pt x="147534" y="103187"/>
                  </a:lnTo>
                  <a:lnTo>
                    <a:pt x="134253" y="90511"/>
                  </a:lnTo>
                  <a:lnTo>
                    <a:pt x="119806" y="81459"/>
                  </a:lnTo>
                  <a:lnTo>
                    <a:pt x="104192" y="76028"/>
                  </a:lnTo>
                  <a:lnTo>
                    <a:pt x="87412" y="74218"/>
                  </a:lnTo>
                  <a:close/>
                </a:path>
                <a:path w="202565" h="291464">
                  <a:moveTo>
                    <a:pt x="202309" y="255790"/>
                  </a:moveTo>
                  <a:lnTo>
                    <a:pt x="151509" y="255790"/>
                  </a:lnTo>
                  <a:lnTo>
                    <a:pt x="151509" y="286346"/>
                  </a:lnTo>
                  <a:lnTo>
                    <a:pt x="202309" y="286346"/>
                  </a:lnTo>
                  <a:lnTo>
                    <a:pt x="202309" y="255790"/>
                  </a:lnTo>
                  <a:close/>
                </a:path>
                <a:path w="202565" h="291464">
                  <a:moveTo>
                    <a:pt x="202309" y="116281"/>
                  </a:moveTo>
                  <a:lnTo>
                    <a:pt x="101890" y="116281"/>
                  </a:lnTo>
                  <a:lnTo>
                    <a:pt x="111470" y="117262"/>
                  </a:lnTo>
                  <a:lnTo>
                    <a:pt x="120152" y="120203"/>
                  </a:lnTo>
                  <a:lnTo>
                    <a:pt x="144509" y="152647"/>
                  </a:lnTo>
                  <a:lnTo>
                    <a:pt x="147660" y="181762"/>
                  </a:lnTo>
                  <a:lnTo>
                    <a:pt x="147737" y="183349"/>
                  </a:lnTo>
                  <a:lnTo>
                    <a:pt x="140257" y="222535"/>
                  </a:lnTo>
                  <a:lnTo>
                    <a:pt x="102296" y="247650"/>
                  </a:lnTo>
                  <a:lnTo>
                    <a:pt x="202309" y="247650"/>
                  </a:lnTo>
                  <a:lnTo>
                    <a:pt x="202309" y="116281"/>
                  </a:lnTo>
                  <a:close/>
                </a:path>
                <a:path w="202565" h="291464">
                  <a:moveTo>
                    <a:pt x="202309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309" y="103187"/>
                  </a:lnTo>
                  <a:lnTo>
                    <a:pt x="20230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2" name="object 322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15891801" y="3459517"/>
              <a:ext cx="194665" cy="216890"/>
            </a:xfrm>
            <a:prstGeom prst="rect">
              <a:avLst/>
            </a:prstGeom>
          </p:spPr>
        </p:pic>
        <p:sp>
          <p:nvSpPr>
            <p:cNvPr id="323" name="object 323"/>
            <p:cNvSpPr/>
            <p:nvPr/>
          </p:nvSpPr>
          <p:spPr>
            <a:xfrm>
              <a:off x="16106152" y="3390849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5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2" y="285038"/>
                  </a:lnTo>
                  <a:lnTo>
                    <a:pt x="101746" y="283475"/>
                  </a:lnTo>
                  <a:lnTo>
                    <a:pt x="112300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4" name="object 324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16247503" y="3459517"/>
              <a:ext cx="194665" cy="216890"/>
            </a:xfrm>
            <a:prstGeom prst="rect">
              <a:avLst/>
            </a:prstGeom>
          </p:spPr>
        </p:pic>
      </p:grpSp>
      <p:sp>
        <p:nvSpPr>
          <p:cNvPr id="325" name="object 325"/>
          <p:cNvSpPr/>
          <p:nvPr/>
        </p:nvSpPr>
        <p:spPr>
          <a:xfrm>
            <a:off x="16595624" y="3385298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4" h="286385">
                <a:moveTo>
                  <a:pt x="54775" y="78981"/>
                </a:moveTo>
                <a:lnTo>
                  <a:pt x="0" y="78981"/>
                </a:lnTo>
                <a:lnTo>
                  <a:pt x="0" y="286346"/>
                </a:lnTo>
                <a:lnTo>
                  <a:pt x="54775" y="286346"/>
                </a:lnTo>
                <a:lnTo>
                  <a:pt x="54775" y="78981"/>
                </a:lnTo>
                <a:close/>
              </a:path>
              <a:path w="55244" h="286385">
                <a:moveTo>
                  <a:pt x="54775" y="0"/>
                </a:moveTo>
                <a:lnTo>
                  <a:pt x="0" y="0"/>
                </a:lnTo>
                <a:lnTo>
                  <a:pt x="0" y="50800"/>
                </a:lnTo>
                <a:lnTo>
                  <a:pt x="54775" y="50800"/>
                </a:lnTo>
                <a:lnTo>
                  <a:pt x="54775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6" name="object 326"/>
          <p:cNvPicPr/>
          <p:nvPr/>
        </p:nvPicPr>
        <p:blipFill>
          <a:blip r:embed="rId168" cstate="print"/>
          <a:stretch>
            <a:fillRect/>
          </a:stretch>
        </p:blipFill>
        <p:spPr>
          <a:xfrm>
            <a:off x="16706380" y="3459518"/>
            <a:ext cx="189103" cy="212128"/>
          </a:xfrm>
          <a:prstGeom prst="rect">
            <a:avLst/>
          </a:prstGeom>
        </p:spPr>
      </p:pic>
      <p:sp>
        <p:nvSpPr>
          <p:cNvPr id="113" name="object 113"/>
          <p:cNvSpPr/>
          <p:nvPr/>
        </p:nvSpPr>
        <p:spPr>
          <a:xfrm>
            <a:off x="1676679" y="3948798"/>
            <a:ext cx="734060" cy="291465"/>
          </a:xfrm>
          <a:custGeom>
            <a:avLst/>
            <a:gdLst/>
            <a:ahLst/>
            <a:cxnLst/>
            <a:rect l="l" t="t" r="r" b="b"/>
            <a:pathLst>
              <a:path w="734060" h="291464">
                <a:moveTo>
                  <a:pt x="54775" y="0"/>
                </a:moveTo>
                <a:lnTo>
                  <a:pt x="0" y="0"/>
                </a:lnTo>
                <a:lnTo>
                  <a:pt x="0" y="286346"/>
                </a:lnTo>
                <a:lnTo>
                  <a:pt x="54775" y="286346"/>
                </a:lnTo>
                <a:lnTo>
                  <a:pt x="54775" y="0"/>
                </a:lnTo>
                <a:close/>
              </a:path>
              <a:path w="734060" h="291464">
                <a:moveTo>
                  <a:pt x="288759" y="198437"/>
                </a:moveTo>
                <a:lnTo>
                  <a:pt x="287604" y="168922"/>
                </a:lnTo>
                <a:lnTo>
                  <a:pt x="286867" y="164896"/>
                </a:lnTo>
                <a:lnTo>
                  <a:pt x="283044" y="143967"/>
                </a:lnTo>
                <a:lnTo>
                  <a:pt x="282943" y="143471"/>
                </a:lnTo>
                <a:lnTo>
                  <a:pt x="274802" y="122097"/>
                </a:lnTo>
                <a:lnTo>
                  <a:pt x="270891" y="116281"/>
                </a:lnTo>
                <a:lnTo>
                  <a:pt x="263156" y="104775"/>
                </a:lnTo>
                <a:lnTo>
                  <a:pt x="248615" y="91414"/>
                </a:lnTo>
                <a:lnTo>
                  <a:pt x="234378" y="83426"/>
                </a:lnTo>
                <a:lnTo>
                  <a:pt x="234378" y="164896"/>
                </a:lnTo>
                <a:lnTo>
                  <a:pt x="152234" y="164896"/>
                </a:lnTo>
                <a:lnTo>
                  <a:pt x="170065" y="123659"/>
                </a:lnTo>
                <a:lnTo>
                  <a:pt x="193509" y="116281"/>
                </a:lnTo>
                <a:lnTo>
                  <a:pt x="202006" y="117106"/>
                </a:lnTo>
                <a:lnTo>
                  <a:pt x="201739" y="117106"/>
                </a:lnTo>
                <a:lnTo>
                  <a:pt x="209080" y="119418"/>
                </a:lnTo>
                <a:lnTo>
                  <a:pt x="233387" y="153720"/>
                </a:lnTo>
                <a:lnTo>
                  <a:pt x="234378" y="164896"/>
                </a:lnTo>
                <a:lnTo>
                  <a:pt x="234378" y="83426"/>
                </a:lnTo>
                <a:lnTo>
                  <a:pt x="231609" y="81864"/>
                </a:lnTo>
                <a:lnTo>
                  <a:pt x="212102" y="76136"/>
                </a:lnTo>
                <a:lnTo>
                  <a:pt x="190131" y="74218"/>
                </a:lnTo>
                <a:lnTo>
                  <a:pt x="169532" y="76136"/>
                </a:lnTo>
                <a:lnTo>
                  <a:pt x="170180" y="76136"/>
                </a:lnTo>
                <a:lnTo>
                  <a:pt x="152577" y="81521"/>
                </a:lnTo>
                <a:lnTo>
                  <a:pt x="110248" y="119418"/>
                </a:lnTo>
                <a:lnTo>
                  <a:pt x="96761" y="159766"/>
                </a:lnTo>
                <a:lnTo>
                  <a:pt x="95084" y="184150"/>
                </a:lnTo>
                <a:lnTo>
                  <a:pt x="96354" y="204838"/>
                </a:lnTo>
                <a:lnTo>
                  <a:pt x="115519" y="255587"/>
                </a:lnTo>
                <a:lnTo>
                  <a:pt x="148755" y="282295"/>
                </a:lnTo>
                <a:lnTo>
                  <a:pt x="195681" y="291109"/>
                </a:lnTo>
                <a:lnTo>
                  <a:pt x="212039" y="290131"/>
                </a:lnTo>
                <a:lnTo>
                  <a:pt x="252641" y="275437"/>
                </a:lnTo>
                <a:lnTo>
                  <a:pt x="276059" y="250024"/>
                </a:lnTo>
                <a:lnTo>
                  <a:pt x="279946" y="243700"/>
                </a:lnTo>
                <a:lnTo>
                  <a:pt x="285978" y="229590"/>
                </a:lnTo>
                <a:lnTo>
                  <a:pt x="231203" y="220268"/>
                </a:lnTo>
                <a:lnTo>
                  <a:pt x="228663" y="227584"/>
                </a:lnTo>
                <a:lnTo>
                  <a:pt x="225602" y="233819"/>
                </a:lnTo>
                <a:lnTo>
                  <a:pt x="222021" y="238988"/>
                </a:lnTo>
                <a:lnTo>
                  <a:pt x="217906" y="243090"/>
                </a:lnTo>
                <a:lnTo>
                  <a:pt x="212090" y="247713"/>
                </a:lnTo>
                <a:lnTo>
                  <a:pt x="204876" y="250024"/>
                </a:lnTo>
                <a:lnTo>
                  <a:pt x="196278" y="250024"/>
                </a:lnTo>
                <a:lnTo>
                  <a:pt x="158940" y="229031"/>
                </a:lnTo>
                <a:lnTo>
                  <a:pt x="151231" y="198437"/>
                </a:lnTo>
                <a:lnTo>
                  <a:pt x="288759" y="198437"/>
                </a:lnTo>
                <a:close/>
              </a:path>
              <a:path w="734060" h="291464">
                <a:moveTo>
                  <a:pt x="522554" y="78981"/>
                </a:moveTo>
                <a:lnTo>
                  <a:pt x="466001" y="78981"/>
                </a:lnTo>
                <a:lnTo>
                  <a:pt x="426504" y="184746"/>
                </a:lnTo>
                <a:lnTo>
                  <a:pt x="414997" y="220065"/>
                </a:lnTo>
                <a:lnTo>
                  <a:pt x="403694" y="184746"/>
                </a:lnTo>
                <a:lnTo>
                  <a:pt x="364591" y="78981"/>
                </a:lnTo>
                <a:lnTo>
                  <a:pt x="307047" y="78981"/>
                </a:lnTo>
                <a:lnTo>
                  <a:pt x="390588" y="286346"/>
                </a:lnTo>
                <a:lnTo>
                  <a:pt x="440004" y="286346"/>
                </a:lnTo>
                <a:lnTo>
                  <a:pt x="522554" y="78981"/>
                </a:lnTo>
                <a:close/>
              </a:path>
              <a:path w="734060" h="291464">
                <a:moveTo>
                  <a:pt x="733729" y="198437"/>
                </a:moveTo>
                <a:lnTo>
                  <a:pt x="732574" y="168922"/>
                </a:lnTo>
                <a:lnTo>
                  <a:pt x="731850" y="164896"/>
                </a:lnTo>
                <a:lnTo>
                  <a:pt x="728014" y="143967"/>
                </a:lnTo>
                <a:lnTo>
                  <a:pt x="727925" y="143471"/>
                </a:lnTo>
                <a:lnTo>
                  <a:pt x="719785" y="122097"/>
                </a:lnTo>
                <a:lnTo>
                  <a:pt x="715873" y="116281"/>
                </a:lnTo>
                <a:lnTo>
                  <a:pt x="708139" y="104775"/>
                </a:lnTo>
                <a:lnTo>
                  <a:pt x="693597" y="91414"/>
                </a:lnTo>
                <a:lnTo>
                  <a:pt x="679361" y="83426"/>
                </a:lnTo>
                <a:lnTo>
                  <a:pt x="679361" y="164896"/>
                </a:lnTo>
                <a:lnTo>
                  <a:pt x="597204" y="164896"/>
                </a:lnTo>
                <a:lnTo>
                  <a:pt x="615035" y="123659"/>
                </a:lnTo>
                <a:lnTo>
                  <a:pt x="638479" y="116281"/>
                </a:lnTo>
                <a:lnTo>
                  <a:pt x="646988" y="117106"/>
                </a:lnTo>
                <a:lnTo>
                  <a:pt x="646709" y="117106"/>
                </a:lnTo>
                <a:lnTo>
                  <a:pt x="654062" y="119418"/>
                </a:lnTo>
                <a:lnTo>
                  <a:pt x="678370" y="153720"/>
                </a:lnTo>
                <a:lnTo>
                  <a:pt x="679361" y="164896"/>
                </a:lnTo>
                <a:lnTo>
                  <a:pt x="679361" y="83426"/>
                </a:lnTo>
                <a:lnTo>
                  <a:pt x="676579" y="81864"/>
                </a:lnTo>
                <a:lnTo>
                  <a:pt x="657085" y="76136"/>
                </a:lnTo>
                <a:lnTo>
                  <a:pt x="635114" y="74218"/>
                </a:lnTo>
                <a:lnTo>
                  <a:pt x="614502" y="76136"/>
                </a:lnTo>
                <a:lnTo>
                  <a:pt x="615162" y="76136"/>
                </a:lnTo>
                <a:lnTo>
                  <a:pt x="597547" y="81521"/>
                </a:lnTo>
                <a:lnTo>
                  <a:pt x="555218" y="119418"/>
                </a:lnTo>
                <a:lnTo>
                  <a:pt x="541743" y="159766"/>
                </a:lnTo>
                <a:lnTo>
                  <a:pt x="540054" y="184150"/>
                </a:lnTo>
                <a:lnTo>
                  <a:pt x="541337" y="204838"/>
                </a:lnTo>
                <a:lnTo>
                  <a:pt x="560501" y="255587"/>
                </a:lnTo>
                <a:lnTo>
                  <a:pt x="593725" y="282295"/>
                </a:lnTo>
                <a:lnTo>
                  <a:pt x="640664" y="291109"/>
                </a:lnTo>
                <a:lnTo>
                  <a:pt x="657021" y="290131"/>
                </a:lnTo>
                <a:lnTo>
                  <a:pt x="697611" y="275437"/>
                </a:lnTo>
                <a:lnTo>
                  <a:pt x="721042" y="250024"/>
                </a:lnTo>
                <a:lnTo>
                  <a:pt x="724916" y="243700"/>
                </a:lnTo>
                <a:lnTo>
                  <a:pt x="730948" y="229590"/>
                </a:lnTo>
                <a:lnTo>
                  <a:pt x="676186" y="220268"/>
                </a:lnTo>
                <a:lnTo>
                  <a:pt x="673633" y="227584"/>
                </a:lnTo>
                <a:lnTo>
                  <a:pt x="670572" y="233819"/>
                </a:lnTo>
                <a:lnTo>
                  <a:pt x="666991" y="238988"/>
                </a:lnTo>
                <a:lnTo>
                  <a:pt x="662889" y="243090"/>
                </a:lnTo>
                <a:lnTo>
                  <a:pt x="657072" y="247713"/>
                </a:lnTo>
                <a:lnTo>
                  <a:pt x="649859" y="250024"/>
                </a:lnTo>
                <a:lnTo>
                  <a:pt x="641261" y="250024"/>
                </a:lnTo>
                <a:lnTo>
                  <a:pt x="603910" y="229031"/>
                </a:lnTo>
                <a:lnTo>
                  <a:pt x="596214" y="198437"/>
                </a:lnTo>
                <a:lnTo>
                  <a:pt x="733729" y="198437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4" name="object 114"/>
          <p:cNvGrpSpPr/>
          <p:nvPr/>
        </p:nvGrpSpPr>
        <p:grpSpPr>
          <a:xfrm>
            <a:off x="2455308" y="3948798"/>
            <a:ext cx="285750" cy="291465"/>
            <a:chOff x="2455308" y="3948798"/>
            <a:chExt cx="285750" cy="291465"/>
          </a:xfrm>
        </p:grpSpPr>
        <p:sp>
          <p:nvSpPr>
            <p:cNvPr id="115" name="object 115"/>
            <p:cNvSpPr/>
            <p:nvPr/>
          </p:nvSpPr>
          <p:spPr>
            <a:xfrm>
              <a:off x="2455308" y="3948798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4" h="286385">
                  <a:moveTo>
                    <a:pt x="54762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547002" y="4023016"/>
              <a:ext cx="193878" cy="216890"/>
            </a:xfrm>
            <a:prstGeom prst="rect">
              <a:avLst/>
            </a:prstGeom>
          </p:spPr>
        </p:pic>
      </p:grpSp>
      <p:pic>
        <p:nvPicPr>
          <p:cNvPr id="327" name="object 327"/>
          <p:cNvPicPr/>
          <p:nvPr/>
        </p:nvPicPr>
        <p:blipFill>
          <a:blip r:embed="rId169" cstate="print"/>
          <a:stretch>
            <a:fillRect/>
          </a:stretch>
        </p:blipFill>
        <p:spPr>
          <a:xfrm>
            <a:off x="10492065" y="3948798"/>
            <a:ext cx="1701699" cy="291109"/>
          </a:xfrm>
          <a:prstGeom prst="rect">
            <a:avLst/>
          </a:prstGeom>
        </p:spPr>
      </p:pic>
      <p:grpSp>
        <p:nvGrpSpPr>
          <p:cNvPr id="117" name="object 117"/>
          <p:cNvGrpSpPr/>
          <p:nvPr/>
        </p:nvGrpSpPr>
        <p:grpSpPr>
          <a:xfrm>
            <a:off x="992487" y="5075796"/>
            <a:ext cx="824865" cy="291465"/>
            <a:chOff x="992487" y="5075796"/>
            <a:chExt cx="824865" cy="291465"/>
          </a:xfrm>
        </p:grpSpPr>
        <p:pic>
          <p:nvPicPr>
            <p:cNvPr id="118" name="object 11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992487" y="5075796"/>
              <a:ext cx="239911" cy="286346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266706" y="5150015"/>
              <a:ext cx="194666" cy="216890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481058" y="5081346"/>
              <a:ext cx="122237" cy="285559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622412" y="5150015"/>
              <a:ext cx="194668" cy="216890"/>
            </a:xfrm>
            <a:prstGeom prst="rect">
              <a:avLst/>
            </a:prstGeom>
          </p:spPr>
        </p:pic>
      </p:grpSp>
      <p:grpSp>
        <p:nvGrpSpPr>
          <p:cNvPr id="122" name="object 122"/>
          <p:cNvGrpSpPr/>
          <p:nvPr/>
        </p:nvGrpSpPr>
        <p:grpSpPr>
          <a:xfrm>
            <a:off x="1941760" y="5075796"/>
            <a:ext cx="817880" cy="291465"/>
            <a:chOff x="1941760" y="5075796"/>
            <a:chExt cx="817880" cy="291465"/>
          </a:xfrm>
        </p:grpSpPr>
        <p:pic>
          <p:nvPicPr>
            <p:cNvPr id="123" name="object 123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941760" y="5075796"/>
              <a:ext cx="506589" cy="286346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467437" y="5150015"/>
              <a:ext cx="194665" cy="216890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2704419" y="5075796"/>
              <a:ext cx="54762" cy="286346"/>
            </a:xfrm>
            <a:prstGeom prst="rect">
              <a:avLst/>
            </a:prstGeom>
          </p:spPr>
        </p:pic>
      </p:grpSp>
      <p:grpSp>
        <p:nvGrpSpPr>
          <p:cNvPr id="126" name="object 126"/>
          <p:cNvGrpSpPr/>
          <p:nvPr/>
        </p:nvGrpSpPr>
        <p:grpSpPr>
          <a:xfrm>
            <a:off x="2815557" y="5075796"/>
            <a:ext cx="633095" cy="291465"/>
            <a:chOff x="2815557" y="5075796"/>
            <a:chExt cx="633095" cy="291465"/>
          </a:xfrm>
        </p:grpSpPr>
        <p:pic>
          <p:nvPicPr>
            <p:cNvPr id="127" name="object 12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2815557" y="5075796"/>
              <a:ext cx="54775" cy="286346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912216" y="5150015"/>
              <a:ext cx="194665" cy="216890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146811" y="5075796"/>
              <a:ext cx="202603" cy="291109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393559" y="5075796"/>
              <a:ext cx="54775" cy="286346"/>
            </a:xfrm>
            <a:prstGeom prst="rect">
              <a:avLst/>
            </a:prstGeom>
          </p:spPr>
        </p:pic>
      </p:grpSp>
      <p:pic>
        <p:nvPicPr>
          <p:cNvPr id="131" name="object 131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3504709" y="5075796"/>
            <a:ext cx="54762" cy="286346"/>
          </a:xfrm>
          <a:prstGeom prst="rect">
            <a:avLst/>
          </a:prstGeom>
        </p:spPr>
      </p:pic>
      <p:grpSp>
        <p:nvGrpSpPr>
          <p:cNvPr id="132" name="object 132"/>
          <p:cNvGrpSpPr/>
          <p:nvPr/>
        </p:nvGrpSpPr>
        <p:grpSpPr>
          <a:xfrm>
            <a:off x="3615847" y="5075796"/>
            <a:ext cx="431800" cy="370840"/>
            <a:chOff x="3615847" y="5075796"/>
            <a:chExt cx="431800" cy="370840"/>
          </a:xfrm>
        </p:grpSpPr>
        <p:pic>
          <p:nvPicPr>
            <p:cNvPr id="133" name="object 133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615847" y="5075796"/>
              <a:ext cx="54775" cy="286346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704379" y="5081346"/>
              <a:ext cx="343166" cy="364934"/>
            </a:xfrm>
            <a:prstGeom prst="rect">
              <a:avLst/>
            </a:prstGeom>
          </p:spPr>
        </p:pic>
      </p:grpSp>
      <p:grpSp>
        <p:nvGrpSpPr>
          <p:cNvPr id="328" name="object 328"/>
          <p:cNvGrpSpPr/>
          <p:nvPr/>
        </p:nvGrpSpPr>
        <p:grpSpPr>
          <a:xfrm>
            <a:off x="9820260" y="5075796"/>
            <a:ext cx="588645" cy="291465"/>
            <a:chOff x="9820260" y="5075796"/>
            <a:chExt cx="588645" cy="291465"/>
          </a:xfrm>
        </p:grpSpPr>
        <p:pic>
          <p:nvPicPr>
            <p:cNvPr id="329" name="object 329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9820260" y="5075796"/>
              <a:ext cx="217686" cy="286346"/>
            </a:xfrm>
            <a:prstGeom prst="rect">
              <a:avLst/>
            </a:prstGeom>
          </p:spPr>
        </p:pic>
        <p:pic>
          <p:nvPicPr>
            <p:cNvPr id="330" name="object 330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0064071" y="5081346"/>
              <a:ext cx="122236" cy="285559"/>
            </a:xfrm>
            <a:prstGeom prst="rect">
              <a:avLst/>
            </a:prstGeom>
          </p:spPr>
        </p:pic>
        <p:pic>
          <p:nvPicPr>
            <p:cNvPr id="331" name="object 331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0219712" y="5075796"/>
              <a:ext cx="188912" cy="286346"/>
            </a:xfrm>
            <a:prstGeom prst="rect">
              <a:avLst/>
            </a:prstGeom>
          </p:spPr>
        </p:pic>
      </p:grpSp>
      <p:grpSp>
        <p:nvGrpSpPr>
          <p:cNvPr id="332" name="object 332"/>
          <p:cNvGrpSpPr/>
          <p:nvPr/>
        </p:nvGrpSpPr>
        <p:grpSpPr>
          <a:xfrm>
            <a:off x="10464275" y="5075796"/>
            <a:ext cx="514350" cy="291465"/>
            <a:chOff x="10464275" y="5075796"/>
            <a:chExt cx="514350" cy="291465"/>
          </a:xfrm>
        </p:grpSpPr>
        <p:pic>
          <p:nvPicPr>
            <p:cNvPr id="333" name="object 333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10464275" y="5075796"/>
              <a:ext cx="54768" cy="286346"/>
            </a:xfrm>
            <a:prstGeom prst="rect">
              <a:avLst/>
            </a:prstGeom>
          </p:spPr>
        </p:pic>
        <p:pic>
          <p:nvPicPr>
            <p:cNvPr id="334" name="object 334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10563317" y="5150015"/>
              <a:ext cx="195658" cy="216890"/>
            </a:xfrm>
            <a:prstGeom prst="rect">
              <a:avLst/>
            </a:prstGeom>
          </p:spPr>
        </p:pic>
        <p:pic>
          <p:nvPicPr>
            <p:cNvPr id="335" name="object 335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10783424" y="5150015"/>
              <a:ext cx="194666" cy="216890"/>
            </a:xfrm>
            <a:prstGeom prst="rect">
              <a:avLst/>
            </a:prstGeom>
          </p:spPr>
        </p:pic>
      </p:grpSp>
      <p:pic>
        <p:nvPicPr>
          <p:cNvPr id="337" name="object 337"/>
          <p:cNvPicPr/>
          <p:nvPr/>
        </p:nvPicPr>
        <p:blipFill>
          <a:blip r:embed="rId177" cstate="print"/>
          <a:stretch>
            <a:fillRect/>
          </a:stretch>
        </p:blipFill>
        <p:spPr>
          <a:xfrm>
            <a:off x="11020399" y="5075796"/>
            <a:ext cx="54762" cy="286346"/>
          </a:xfrm>
          <a:prstGeom prst="rect">
            <a:avLst/>
          </a:prstGeom>
        </p:spPr>
      </p:pic>
      <p:pic>
        <p:nvPicPr>
          <p:cNvPr id="336" name="object 336"/>
          <p:cNvPicPr/>
          <p:nvPr/>
        </p:nvPicPr>
        <p:blipFill>
          <a:blip r:embed="rId176" cstate="print"/>
          <a:stretch>
            <a:fillRect/>
          </a:stretch>
        </p:blipFill>
        <p:spPr>
          <a:xfrm>
            <a:off x="11232768" y="5070830"/>
            <a:ext cx="249631" cy="296265"/>
          </a:xfrm>
          <a:prstGeom prst="rect">
            <a:avLst/>
          </a:prstGeom>
        </p:spPr>
      </p:pic>
      <p:grpSp>
        <p:nvGrpSpPr>
          <p:cNvPr id="338" name="object 338"/>
          <p:cNvGrpSpPr/>
          <p:nvPr/>
        </p:nvGrpSpPr>
        <p:grpSpPr>
          <a:xfrm>
            <a:off x="11531600" y="5075796"/>
            <a:ext cx="1579245" cy="291465"/>
            <a:chOff x="11531600" y="5075796"/>
            <a:chExt cx="1579245" cy="291465"/>
          </a:xfrm>
        </p:grpSpPr>
        <p:pic>
          <p:nvPicPr>
            <p:cNvPr id="339" name="object 339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1531600" y="5075796"/>
              <a:ext cx="54762" cy="286346"/>
            </a:xfrm>
            <a:prstGeom prst="rect">
              <a:avLst/>
            </a:prstGeom>
          </p:spPr>
        </p:pic>
        <p:pic>
          <p:nvPicPr>
            <p:cNvPr id="340" name="object 340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11626672" y="5150015"/>
              <a:ext cx="193675" cy="216890"/>
            </a:xfrm>
            <a:prstGeom prst="rect">
              <a:avLst/>
            </a:prstGeom>
          </p:spPr>
        </p:pic>
        <p:pic>
          <p:nvPicPr>
            <p:cNvPr id="341" name="object 341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11850738" y="5150015"/>
              <a:ext cx="194678" cy="216890"/>
            </a:xfrm>
            <a:prstGeom prst="rect">
              <a:avLst/>
            </a:prstGeom>
          </p:spPr>
        </p:pic>
        <p:pic>
          <p:nvPicPr>
            <p:cNvPr id="342" name="object 342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12085332" y="5150015"/>
              <a:ext cx="338251" cy="216890"/>
            </a:xfrm>
            <a:prstGeom prst="rect">
              <a:avLst/>
            </a:prstGeom>
          </p:spPr>
        </p:pic>
        <p:pic>
          <p:nvPicPr>
            <p:cNvPr id="343" name="object 343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2465494" y="5150015"/>
              <a:ext cx="189115" cy="212128"/>
            </a:xfrm>
            <a:prstGeom prst="rect">
              <a:avLst/>
            </a:prstGeom>
          </p:spPr>
        </p:pic>
        <p:pic>
          <p:nvPicPr>
            <p:cNvPr id="344" name="object 344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12698145" y="5150015"/>
              <a:ext cx="195668" cy="216890"/>
            </a:xfrm>
            <a:prstGeom prst="rect">
              <a:avLst/>
            </a:prstGeom>
          </p:spPr>
        </p:pic>
        <p:pic>
          <p:nvPicPr>
            <p:cNvPr id="345" name="object 345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12916674" y="5150015"/>
              <a:ext cx="193674" cy="216890"/>
            </a:xfrm>
            <a:prstGeom prst="rect">
              <a:avLst/>
            </a:prstGeom>
          </p:spPr>
        </p:pic>
      </p:grpSp>
      <p:pic>
        <p:nvPicPr>
          <p:cNvPr id="135" name="object 1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6949" y="5735929"/>
            <a:ext cx="99020" cy="99021"/>
          </a:xfrm>
          <a:prstGeom prst="rect">
            <a:avLst/>
          </a:prstGeom>
        </p:spPr>
      </p:pic>
      <p:grpSp>
        <p:nvGrpSpPr>
          <p:cNvPr id="136" name="object 136"/>
          <p:cNvGrpSpPr/>
          <p:nvPr/>
        </p:nvGrpSpPr>
        <p:grpSpPr>
          <a:xfrm>
            <a:off x="1662403" y="5634329"/>
            <a:ext cx="601980" cy="296545"/>
            <a:chOff x="1662403" y="5634329"/>
            <a:chExt cx="601980" cy="296545"/>
          </a:xfrm>
        </p:grpSpPr>
        <p:sp>
          <p:nvSpPr>
            <p:cNvPr id="137" name="object 137"/>
            <p:cNvSpPr/>
            <p:nvPr/>
          </p:nvSpPr>
          <p:spPr>
            <a:xfrm>
              <a:off x="1662392" y="5634329"/>
              <a:ext cx="381000" cy="296545"/>
            </a:xfrm>
            <a:custGeom>
              <a:avLst/>
              <a:gdLst/>
              <a:ahLst/>
              <a:cxnLst/>
              <a:rect l="l" t="t" r="r" b="b"/>
              <a:pathLst>
                <a:path w="381000" h="296545">
                  <a:moveTo>
                    <a:pt x="232778" y="207962"/>
                  </a:moveTo>
                  <a:lnTo>
                    <a:pt x="221259" y="162331"/>
                  </a:lnTo>
                  <a:lnTo>
                    <a:pt x="189712" y="133159"/>
                  </a:lnTo>
                  <a:lnTo>
                    <a:pt x="146964" y="117538"/>
                  </a:lnTo>
                  <a:lnTo>
                    <a:pt x="108115" y="107619"/>
                  </a:lnTo>
                  <a:lnTo>
                    <a:pt x="92925" y="102806"/>
                  </a:lnTo>
                  <a:lnTo>
                    <a:pt x="81622" y="98094"/>
                  </a:lnTo>
                  <a:lnTo>
                    <a:pt x="74218" y="93472"/>
                  </a:lnTo>
                  <a:lnTo>
                    <a:pt x="68529" y="88569"/>
                  </a:lnTo>
                  <a:lnTo>
                    <a:pt x="65684" y="82753"/>
                  </a:lnTo>
                  <a:lnTo>
                    <a:pt x="65684" y="68592"/>
                  </a:lnTo>
                  <a:lnTo>
                    <a:pt x="102387" y="48488"/>
                  </a:lnTo>
                  <a:lnTo>
                    <a:pt x="114300" y="47828"/>
                  </a:lnTo>
                  <a:lnTo>
                    <a:pt x="125742" y="48437"/>
                  </a:lnTo>
                  <a:lnTo>
                    <a:pt x="160985" y="70358"/>
                  </a:lnTo>
                  <a:lnTo>
                    <a:pt x="166890" y="89306"/>
                  </a:lnTo>
                  <a:lnTo>
                    <a:pt x="224637" y="86728"/>
                  </a:lnTo>
                  <a:lnTo>
                    <a:pt x="207924" y="36614"/>
                  </a:lnTo>
                  <a:lnTo>
                    <a:pt x="162026" y="5956"/>
                  </a:lnTo>
                  <a:lnTo>
                    <a:pt x="114896" y="0"/>
                  </a:lnTo>
                  <a:lnTo>
                    <a:pt x="98933" y="635"/>
                  </a:lnTo>
                  <a:lnTo>
                    <a:pt x="58343" y="10121"/>
                  </a:lnTo>
                  <a:lnTo>
                    <a:pt x="22631" y="39090"/>
                  </a:lnTo>
                  <a:lnTo>
                    <a:pt x="10325" y="79971"/>
                  </a:lnTo>
                  <a:lnTo>
                    <a:pt x="11976" y="96304"/>
                  </a:lnTo>
                  <a:lnTo>
                    <a:pt x="36715" y="137528"/>
                  </a:lnTo>
                  <a:lnTo>
                    <a:pt x="80429" y="159816"/>
                  </a:lnTo>
                  <a:lnTo>
                    <a:pt x="118440" y="170040"/>
                  </a:lnTo>
                  <a:lnTo>
                    <a:pt x="141554" y="176288"/>
                  </a:lnTo>
                  <a:lnTo>
                    <a:pt x="175031" y="201282"/>
                  </a:lnTo>
                  <a:lnTo>
                    <a:pt x="175031" y="208165"/>
                  </a:lnTo>
                  <a:lnTo>
                    <a:pt x="152831" y="240880"/>
                  </a:lnTo>
                  <a:lnTo>
                    <a:pt x="118668" y="247459"/>
                  </a:lnTo>
                  <a:lnTo>
                    <a:pt x="106159" y="246646"/>
                  </a:lnTo>
                  <a:lnTo>
                    <a:pt x="69710" y="226783"/>
                  </a:lnTo>
                  <a:lnTo>
                    <a:pt x="56159" y="192684"/>
                  </a:lnTo>
                  <a:lnTo>
                    <a:pt x="0" y="198043"/>
                  </a:lnTo>
                  <a:lnTo>
                    <a:pt x="11468" y="240512"/>
                  </a:lnTo>
                  <a:lnTo>
                    <a:pt x="34734" y="271462"/>
                  </a:lnTo>
                  <a:lnTo>
                    <a:pt x="70154" y="290220"/>
                  </a:lnTo>
                  <a:lnTo>
                    <a:pt x="118071" y="296468"/>
                  </a:lnTo>
                  <a:lnTo>
                    <a:pt x="135966" y="295821"/>
                  </a:lnTo>
                  <a:lnTo>
                    <a:pt x="180390" y="285953"/>
                  </a:lnTo>
                  <a:lnTo>
                    <a:pt x="219075" y="254000"/>
                  </a:lnTo>
                  <a:lnTo>
                    <a:pt x="231914" y="220078"/>
                  </a:lnTo>
                  <a:lnTo>
                    <a:pt x="232778" y="207962"/>
                  </a:lnTo>
                  <a:close/>
                </a:path>
                <a:path w="381000" h="296545">
                  <a:moveTo>
                    <a:pt x="380733" y="287743"/>
                  </a:moveTo>
                  <a:lnTo>
                    <a:pt x="375970" y="245275"/>
                  </a:lnTo>
                  <a:lnTo>
                    <a:pt x="366318" y="248716"/>
                  </a:lnTo>
                  <a:lnTo>
                    <a:pt x="358978" y="250431"/>
                  </a:lnTo>
                  <a:lnTo>
                    <a:pt x="350240" y="250431"/>
                  </a:lnTo>
                  <a:lnTo>
                    <a:pt x="347141" y="249567"/>
                  </a:lnTo>
                  <a:lnTo>
                    <a:pt x="338670" y="127596"/>
                  </a:lnTo>
                  <a:lnTo>
                    <a:pt x="376174" y="127596"/>
                  </a:lnTo>
                  <a:lnTo>
                    <a:pt x="376174" y="83947"/>
                  </a:lnTo>
                  <a:lnTo>
                    <a:pt x="338670" y="83947"/>
                  </a:lnTo>
                  <a:lnTo>
                    <a:pt x="338670" y="10515"/>
                  </a:lnTo>
                  <a:lnTo>
                    <a:pt x="283705" y="42672"/>
                  </a:lnTo>
                  <a:lnTo>
                    <a:pt x="283705" y="83947"/>
                  </a:lnTo>
                  <a:lnTo>
                    <a:pt x="258495" y="83947"/>
                  </a:lnTo>
                  <a:lnTo>
                    <a:pt x="258495" y="127596"/>
                  </a:lnTo>
                  <a:lnTo>
                    <a:pt x="283705" y="127596"/>
                  </a:lnTo>
                  <a:lnTo>
                    <a:pt x="283705" y="218084"/>
                  </a:lnTo>
                  <a:lnTo>
                    <a:pt x="284099" y="242354"/>
                  </a:lnTo>
                  <a:lnTo>
                    <a:pt x="296735" y="283375"/>
                  </a:lnTo>
                  <a:lnTo>
                    <a:pt x="337286" y="296075"/>
                  </a:lnTo>
                  <a:lnTo>
                    <a:pt x="349072" y="295554"/>
                  </a:lnTo>
                  <a:lnTo>
                    <a:pt x="360248" y="293992"/>
                  </a:lnTo>
                  <a:lnTo>
                    <a:pt x="370801" y="291388"/>
                  </a:lnTo>
                  <a:lnTo>
                    <a:pt x="380733" y="287743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075548" y="5718276"/>
              <a:ext cx="188714" cy="212128"/>
            </a:xfrm>
            <a:prstGeom prst="rect">
              <a:avLst/>
            </a:prstGeom>
          </p:spPr>
        </p:pic>
      </p:grpSp>
      <p:grpSp>
        <p:nvGrpSpPr>
          <p:cNvPr id="139" name="object 139"/>
          <p:cNvGrpSpPr/>
          <p:nvPr/>
        </p:nvGrpSpPr>
        <p:grpSpPr>
          <a:xfrm>
            <a:off x="2308904" y="5639295"/>
            <a:ext cx="434340" cy="291465"/>
            <a:chOff x="2308904" y="5639295"/>
            <a:chExt cx="434340" cy="291465"/>
          </a:xfrm>
        </p:grpSpPr>
        <p:sp>
          <p:nvSpPr>
            <p:cNvPr id="140" name="object 140"/>
            <p:cNvSpPr/>
            <p:nvPr/>
          </p:nvSpPr>
          <p:spPr>
            <a:xfrm>
              <a:off x="2308904" y="5639295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4" h="291464">
                  <a:moveTo>
                    <a:pt x="87412" y="74218"/>
                  </a:moveTo>
                  <a:lnTo>
                    <a:pt x="68372" y="76028"/>
                  </a:lnTo>
                  <a:lnTo>
                    <a:pt x="69002" y="76028"/>
                  </a:lnTo>
                  <a:lnTo>
                    <a:pt x="52779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0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80" y="246431"/>
                  </a:lnTo>
                  <a:lnTo>
                    <a:pt x="91254" y="246431"/>
                  </a:lnTo>
                  <a:lnTo>
                    <a:pt x="80957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75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52" y="90511"/>
                  </a:lnTo>
                  <a:lnTo>
                    <a:pt x="119802" y="81459"/>
                  </a:lnTo>
                  <a:lnTo>
                    <a:pt x="104187" y="76028"/>
                  </a:lnTo>
                  <a:lnTo>
                    <a:pt x="87412" y="74218"/>
                  </a:lnTo>
                  <a:close/>
                </a:path>
                <a:path w="202564" h="291464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4" h="291464">
                  <a:moveTo>
                    <a:pt x="202296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3" y="152647"/>
                  </a:lnTo>
                  <a:lnTo>
                    <a:pt x="147724" y="183349"/>
                  </a:lnTo>
                  <a:lnTo>
                    <a:pt x="146895" y="198423"/>
                  </a:lnTo>
                  <a:lnTo>
                    <a:pt x="127444" y="238606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4" h="291464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549390" y="5713514"/>
              <a:ext cx="193675" cy="216890"/>
            </a:xfrm>
            <a:prstGeom prst="rect">
              <a:avLst/>
            </a:prstGeom>
          </p:spPr>
        </p:pic>
      </p:grpSp>
      <p:grpSp>
        <p:nvGrpSpPr>
          <p:cNvPr id="142" name="object 142"/>
          <p:cNvGrpSpPr/>
          <p:nvPr/>
        </p:nvGrpSpPr>
        <p:grpSpPr>
          <a:xfrm>
            <a:off x="2787553" y="5644845"/>
            <a:ext cx="344805" cy="285750"/>
            <a:chOff x="2787553" y="5644845"/>
            <a:chExt cx="344805" cy="285750"/>
          </a:xfrm>
        </p:grpSpPr>
        <p:pic>
          <p:nvPicPr>
            <p:cNvPr id="143" name="object 143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787553" y="5713514"/>
              <a:ext cx="189115" cy="212128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3009701" y="5644845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5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2" y="285038"/>
                  </a:lnTo>
                  <a:lnTo>
                    <a:pt x="101746" y="283475"/>
                  </a:lnTo>
                  <a:lnTo>
                    <a:pt x="112300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5" name="object 145"/>
          <p:cNvGrpSpPr/>
          <p:nvPr/>
        </p:nvGrpSpPr>
        <p:grpSpPr>
          <a:xfrm>
            <a:off x="3262203" y="5713514"/>
            <a:ext cx="1567815" cy="217170"/>
            <a:chOff x="3262203" y="5713514"/>
            <a:chExt cx="1567815" cy="217170"/>
          </a:xfrm>
        </p:grpSpPr>
        <p:pic>
          <p:nvPicPr>
            <p:cNvPr id="146" name="object 146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262203" y="5713514"/>
              <a:ext cx="194665" cy="216890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498778" y="5713514"/>
              <a:ext cx="189102" cy="212128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724089" y="5713514"/>
              <a:ext cx="193878" cy="216890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3939036" y="5718276"/>
              <a:ext cx="309245" cy="207645"/>
            </a:xfrm>
            <a:custGeom>
              <a:avLst/>
              <a:gdLst/>
              <a:ahLst/>
              <a:cxnLst/>
              <a:rect l="l" t="t" r="r" b="b"/>
              <a:pathLst>
                <a:path w="309245" h="207645">
                  <a:moveTo>
                    <a:pt x="309168" y="0"/>
                  </a:moveTo>
                  <a:lnTo>
                    <a:pt x="254990" y="0"/>
                  </a:lnTo>
                  <a:lnTo>
                    <a:pt x="215506" y="135928"/>
                  </a:lnTo>
                  <a:lnTo>
                    <a:pt x="180784" y="0"/>
                  </a:lnTo>
                  <a:lnTo>
                    <a:pt x="127990" y="0"/>
                  </a:lnTo>
                  <a:lnTo>
                    <a:pt x="92075" y="135928"/>
                  </a:lnTo>
                  <a:lnTo>
                    <a:pt x="53378" y="0"/>
                  </a:lnTo>
                  <a:lnTo>
                    <a:pt x="0" y="0"/>
                  </a:lnTo>
                  <a:lnTo>
                    <a:pt x="65684" y="207365"/>
                  </a:lnTo>
                  <a:lnTo>
                    <a:pt x="118872" y="207365"/>
                  </a:lnTo>
                  <a:lnTo>
                    <a:pt x="154190" y="74015"/>
                  </a:lnTo>
                  <a:lnTo>
                    <a:pt x="189903" y="207365"/>
                  </a:lnTo>
                  <a:lnTo>
                    <a:pt x="242493" y="207365"/>
                  </a:lnTo>
                  <a:lnTo>
                    <a:pt x="3091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261121" y="5713514"/>
              <a:ext cx="193675" cy="216890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4497303" y="5713514"/>
              <a:ext cx="332486" cy="216890"/>
            </a:xfrm>
            <a:prstGeom prst="rect">
              <a:avLst/>
            </a:prstGeom>
          </p:spPr>
        </p:pic>
      </p:grpSp>
      <p:grpSp>
        <p:nvGrpSpPr>
          <p:cNvPr id="152" name="object 152"/>
          <p:cNvGrpSpPr/>
          <p:nvPr/>
        </p:nvGrpSpPr>
        <p:grpSpPr>
          <a:xfrm>
            <a:off x="4966378" y="5644845"/>
            <a:ext cx="357505" cy="285750"/>
            <a:chOff x="4966378" y="5644845"/>
            <a:chExt cx="357505" cy="285750"/>
          </a:xfrm>
        </p:grpSpPr>
        <p:sp>
          <p:nvSpPr>
            <p:cNvPr id="153" name="object 153"/>
            <p:cNvSpPr/>
            <p:nvPr/>
          </p:nvSpPr>
          <p:spPr>
            <a:xfrm>
              <a:off x="4966378" y="5644845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75" y="0"/>
                  </a:moveTo>
                  <a:lnTo>
                    <a:pt x="25209" y="32156"/>
                  </a:lnTo>
                  <a:lnTo>
                    <a:pt x="25209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209" y="117081"/>
                  </a:lnTo>
                  <a:lnTo>
                    <a:pt x="25209" y="207568"/>
                  </a:lnTo>
                  <a:lnTo>
                    <a:pt x="26796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4" y="285038"/>
                  </a:lnTo>
                  <a:lnTo>
                    <a:pt x="101750" y="283475"/>
                  </a:lnTo>
                  <a:lnTo>
                    <a:pt x="112305" y="280871"/>
                  </a:lnTo>
                  <a:lnTo>
                    <a:pt x="122237" y="277228"/>
                  </a:lnTo>
                  <a:lnTo>
                    <a:pt x="117474" y="234759"/>
                  </a:lnTo>
                  <a:lnTo>
                    <a:pt x="107822" y="238201"/>
                  </a:lnTo>
                  <a:lnTo>
                    <a:pt x="100482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75" y="117081"/>
                  </a:lnTo>
                  <a:lnTo>
                    <a:pt x="117678" y="117081"/>
                  </a:lnTo>
                  <a:lnTo>
                    <a:pt x="117678" y="73431"/>
                  </a:lnTo>
                  <a:lnTo>
                    <a:pt x="80175" y="73431"/>
                  </a:lnTo>
                  <a:lnTo>
                    <a:pt x="801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4" name="object 154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109519" y="5713514"/>
              <a:ext cx="214122" cy="216890"/>
            </a:xfrm>
            <a:prstGeom prst="rect">
              <a:avLst/>
            </a:prstGeom>
          </p:spPr>
        </p:pic>
      </p:grpSp>
      <p:grpSp>
        <p:nvGrpSpPr>
          <p:cNvPr id="155" name="object 155"/>
          <p:cNvGrpSpPr/>
          <p:nvPr/>
        </p:nvGrpSpPr>
        <p:grpSpPr>
          <a:xfrm>
            <a:off x="5477731" y="5639295"/>
            <a:ext cx="901065" cy="291465"/>
            <a:chOff x="5477731" y="5639295"/>
            <a:chExt cx="901065" cy="291465"/>
          </a:xfrm>
        </p:grpSpPr>
        <p:sp>
          <p:nvSpPr>
            <p:cNvPr id="156" name="object 156"/>
            <p:cNvSpPr/>
            <p:nvPr/>
          </p:nvSpPr>
          <p:spPr>
            <a:xfrm>
              <a:off x="5477731" y="5639295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5">
                  <a:moveTo>
                    <a:pt x="54775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5572803" y="5713514"/>
              <a:ext cx="193675" cy="216890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796882" y="5713514"/>
              <a:ext cx="194665" cy="216890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6031476" y="5713514"/>
              <a:ext cx="134340" cy="212128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6189147" y="5713514"/>
              <a:ext cx="189103" cy="212128"/>
            </a:xfrm>
            <a:prstGeom prst="rect">
              <a:avLst/>
            </a:prstGeom>
          </p:spPr>
        </p:pic>
      </p:grpSp>
      <p:sp>
        <p:nvSpPr>
          <p:cNvPr id="161" name="object 161"/>
          <p:cNvSpPr/>
          <p:nvPr/>
        </p:nvSpPr>
        <p:spPr>
          <a:xfrm>
            <a:off x="6433896" y="5639294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5" h="286385">
                <a:moveTo>
                  <a:pt x="54775" y="78981"/>
                </a:moveTo>
                <a:lnTo>
                  <a:pt x="0" y="78981"/>
                </a:lnTo>
                <a:lnTo>
                  <a:pt x="0" y="286346"/>
                </a:lnTo>
                <a:lnTo>
                  <a:pt x="54775" y="286346"/>
                </a:lnTo>
                <a:lnTo>
                  <a:pt x="54775" y="78981"/>
                </a:lnTo>
                <a:close/>
              </a:path>
              <a:path w="55245" h="286385">
                <a:moveTo>
                  <a:pt x="54775" y="0"/>
                </a:moveTo>
                <a:lnTo>
                  <a:pt x="0" y="0"/>
                </a:lnTo>
                <a:lnTo>
                  <a:pt x="0" y="50800"/>
                </a:lnTo>
                <a:lnTo>
                  <a:pt x="54775" y="50800"/>
                </a:lnTo>
                <a:lnTo>
                  <a:pt x="54775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2" name="object 162"/>
          <p:cNvGrpSpPr/>
          <p:nvPr/>
        </p:nvGrpSpPr>
        <p:grpSpPr>
          <a:xfrm>
            <a:off x="6544657" y="5713514"/>
            <a:ext cx="434975" cy="296545"/>
            <a:chOff x="6544657" y="5713514"/>
            <a:chExt cx="434975" cy="296545"/>
          </a:xfrm>
        </p:grpSpPr>
        <p:pic>
          <p:nvPicPr>
            <p:cNvPr id="163" name="object 163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6544657" y="5713514"/>
              <a:ext cx="189102" cy="212128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6777105" y="5713514"/>
              <a:ext cx="202565" cy="296545"/>
            </a:xfrm>
            <a:custGeom>
              <a:avLst/>
              <a:gdLst/>
              <a:ahLst/>
              <a:cxnLst/>
              <a:rect l="l" t="t" r="r" b="b"/>
              <a:pathLst>
                <a:path w="202565" h="296545">
                  <a:moveTo>
                    <a:pt x="7150" y="225818"/>
                  </a:moveTo>
                  <a:lnTo>
                    <a:pt x="19350" y="268580"/>
                  </a:lnTo>
                  <a:lnTo>
                    <a:pt x="58791" y="291750"/>
                  </a:lnTo>
                  <a:lnTo>
                    <a:pt x="103784" y="296265"/>
                  </a:lnTo>
                  <a:lnTo>
                    <a:pt x="117169" y="295893"/>
                  </a:lnTo>
                  <a:lnTo>
                    <a:pt x="158692" y="287147"/>
                  </a:lnTo>
                  <a:lnTo>
                    <a:pt x="188922" y="261934"/>
                  </a:lnTo>
                  <a:lnTo>
                    <a:pt x="192839" y="254393"/>
                  </a:lnTo>
                  <a:lnTo>
                    <a:pt x="90563" y="254393"/>
                  </a:lnTo>
                  <a:lnTo>
                    <a:pt x="82359" y="252412"/>
                  </a:lnTo>
                  <a:lnTo>
                    <a:pt x="77203" y="248437"/>
                  </a:lnTo>
                  <a:lnTo>
                    <a:pt x="73355" y="245656"/>
                  </a:lnTo>
                  <a:lnTo>
                    <a:pt x="70916" y="240639"/>
                  </a:lnTo>
                  <a:lnTo>
                    <a:pt x="69937" y="233959"/>
                  </a:lnTo>
                  <a:lnTo>
                    <a:pt x="69849" y="233362"/>
                  </a:lnTo>
                  <a:lnTo>
                    <a:pt x="7150" y="225818"/>
                  </a:lnTo>
                  <a:close/>
                </a:path>
                <a:path w="202565" h="296545">
                  <a:moveTo>
                    <a:pt x="202412" y="178587"/>
                  </a:moveTo>
                  <a:lnTo>
                    <a:pt x="147446" y="178587"/>
                  </a:lnTo>
                  <a:lnTo>
                    <a:pt x="147446" y="221056"/>
                  </a:lnTo>
                  <a:lnTo>
                    <a:pt x="146685" y="228460"/>
                  </a:lnTo>
                  <a:lnTo>
                    <a:pt x="111849" y="253984"/>
                  </a:lnTo>
                  <a:lnTo>
                    <a:pt x="101803" y="254393"/>
                  </a:lnTo>
                  <a:lnTo>
                    <a:pt x="192852" y="254393"/>
                  </a:lnTo>
                  <a:lnTo>
                    <a:pt x="202027" y="208083"/>
                  </a:lnTo>
                  <a:lnTo>
                    <a:pt x="202359" y="193263"/>
                  </a:lnTo>
                  <a:lnTo>
                    <a:pt x="202412" y="178587"/>
                  </a:lnTo>
                  <a:close/>
                </a:path>
                <a:path w="202565" h="296545">
                  <a:moveTo>
                    <a:pt x="87515" y="0"/>
                  </a:moveTo>
                  <a:lnTo>
                    <a:pt x="38364" y="15516"/>
                  </a:lnTo>
                  <a:lnTo>
                    <a:pt x="6254" y="61266"/>
                  </a:lnTo>
                  <a:lnTo>
                    <a:pt x="189" y="104178"/>
                  </a:lnTo>
                  <a:lnTo>
                    <a:pt x="101" y="105562"/>
                  </a:lnTo>
                  <a:lnTo>
                    <a:pt x="0" y="107149"/>
                  </a:lnTo>
                  <a:lnTo>
                    <a:pt x="4762" y="145403"/>
                  </a:lnTo>
                  <a:lnTo>
                    <a:pt x="32349" y="192261"/>
                  </a:lnTo>
                  <a:lnTo>
                    <a:pt x="65785" y="210032"/>
                  </a:lnTo>
                  <a:lnTo>
                    <a:pt x="66492" y="210032"/>
                  </a:lnTo>
                  <a:lnTo>
                    <a:pt x="85331" y="212128"/>
                  </a:lnTo>
                  <a:lnTo>
                    <a:pt x="103278" y="210032"/>
                  </a:lnTo>
                  <a:lnTo>
                    <a:pt x="119613" y="203744"/>
                  </a:lnTo>
                  <a:lnTo>
                    <a:pt x="134335" y="193263"/>
                  </a:lnTo>
                  <a:lnTo>
                    <a:pt x="147446" y="178587"/>
                  </a:lnTo>
                  <a:lnTo>
                    <a:pt x="202412" y="178587"/>
                  </a:lnTo>
                  <a:lnTo>
                    <a:pt x="202412" y="167868"/>
                  </a:lnTo>
                  <a:lnTo>
                    <a:pt x="100609" y="167868"/>
                  </a:lnTo>
                  <a:lnTo>
                    <a:pt x="91558" y="166913"/>
                  </a:lnTo>
                  <a:lnTo>
                    <a:pt x="59337" y="132751"/>
                  </a:lnTo>
                  <a:lnTo>
                    <a:pt x="57037" y="120014"/>
                  </a:lnTo>
                  <a:lnTo>
                    <a:pt x="56954" y="119556"/>
                  </a:lnTo>
                  <a:lnTo>
                    <a:pt x="56313" y="107149"/>
                  </a:lnTo>
                  <a:lnTo>
                    <a:pt x="56230" y="105562"/>
                  </a:lnTo>
                  <a:lnTo>
                    <a:pt x="56159" y="104178"/>
                  </a:lnTo>
                  <a:lnTo>
                    <a:pt x="63306" y="65998"/>
                  </a:lnTo>
                  <a:lnTo>
                    <a:pt x="83328" y="45985"/>
                  </a:lnTo>
                  <a:lnTo>
                    <a:pt x="83185" y="45985"/>
                  </a:lnTo>
                  <a:lnTo>
                    <a:pt x="92037" y="43043"/>
                  </a:lnTo>
                  <a:lnTo>
                    <a:pt x="91857" y="43043"/>
                  </a:lnTo>
                  <a:lnTo>
                    <a:pt x="101599" y="42062"/>
                  </a:lnTo>
                  <a:lnTo>
                    <a:pt x="202412" y="42062"/>
                  </a:lnTo>
                  <a:lnTo>
                    <a:pt x="202412" y="33731"/>
                  </a:lnTo>
                  <a:lnTo>
                    <a:pt x="151015" y="33731"/>
                  </a:lnTo>
                  <a:lnTo>
                    <a:pt x="137673" y="18972"/>
                  </a:lnTo>
                  <a:lnTo>
                    <a:pt x="122642" y="8431"/>
                  </a:lnTo>
                  <a:lnTo>
                    <a:pt x="105922" y="2107"/>
                  </a:lnTo>
                  <a:lnTo>
                    <a:pt x="87515" y="0"/>
                  </a:lnTo>
                  <a:close/>
                </a:path>
                <a:path w="202565" h="296545">
                  <a:moveTo>
                    <a:pt x="202412" y="42062"/>
                  </a:moveTo>
                  <a:lnTo>
                    <a:pt x="101599" y="42062"/>
                  </a:lnTo>
                  <a:lnTo>
                    <a:pt x="111289" y="43043"/>
                  </a:lnTo>
                  <a:lnTo>
                    <a:pt x="120108" y="45985"/>
                  </a:lnTo>
                  <a:lnTo>
                    <a:pt x="145113" y="77435"/>
                  </a:lnTo>
                  <a:lnTo>
                    <a:pt x="148361" y="104178"/>
                  </a:lnTo>
                  <a:lnTo>
                    <a:pt x="148342" y="107149"/>
                  </a:lnTo>
                  <a:lnTo>
                    <a:pt x="134543" y="152196"/>
                  </a:lnTo>
                  <a:lnTo>
                    <a:pt x="118954" y="164049"/>
                  </a:lnTo>
                  <a:lnTo>
                    <a:pt x="118822" y="164049"/>
                  </a:lnTo>
                  <a:lnTo>
                    <a:pt x="110173" y="166913"/>
                  </a:lnTo>
                  <a:lnTo>
                    <a:pt x="110009" y="166913"/>
                  </a:lnTo>
                  <a:lnTo>
                    <a:pt x="100609" y="167868"/>
                  </a:lnTo>
                  <a:lnTo>
                    <a:pt x="202412" y="167868"/>
                  </a:lnTo>
                  <a:lnTo>
                    <a:pt x="202412" y="42062"/>
                  </a:lnTo>
                  <a:close/>
                </a:path>
                <a:path w="202565" h="296545">
                  <a:moveTo>
                    <a:pt x="202412" y="4762"/>
                  </a:moveTo>
                  <a:lnTo>
                    <a:pt x="151015" y="4762"/>
                  </a:lnTo>
                  <a:lnTo>
                    <a:pt x="151015" y="33731"/>
                  </a:lnTo>
                  <a:lnTo>
                    <a:pt x="202412" y="33731"/>
                  </a:lnTo>
                  <a:lnTo>
                    <a:pt x="202412" y="4762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5" name="object 165"/>
          <p:cNvGrpSpPr/>
          <p:nvPr/>
        </p:nvGrpSpPr>
        <p:grpSpPr>
          <a:xfrm>
            <a:off x="7130445" y="5639295"/>
            <a:ext cx="1678939" cy="291465"/>
            <a:chOff x="7130445" y="5639295"/>
            <a:chExt cx="1678939" cy="291465"/>
          </a:xfrm>
        </p:grpSpPr>
        <p:pic>
          <p:nvPicPr>
            <p:cNvPr id="166" name="object 166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130445" y="5713514"/>
              <a:ext cx="194665" cy="21689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7355311" y="5713514"/>
              <a:ext cx="195656" cy="216890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7567269" y="5639295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20" h="291464">
                  <a:moveTo>
                    <a:pt x="122237" y="282778"/>
                  </a:moveTo>
                  <a:lnTo>
                    <a:pt x="117475" y="240309"/>
                  </a:lnTo>
                  <a:lnTo>
                    <a:pt x="107823" y="243751"/>
                  </a:lnTo>
                  <a:lnTo>
                    <a:pt x="100482" y="245465"/>
                  </a:lnTo>
                  <a:lnTo>
                    <a:pt x="91744" y="245465"/>
                  </a:lnTo>
                  <a:lnTo>
                    <a:pt x="88646" y="244602"/>
                  </a:lnTo>
                  <a:lnTo>
                    <a:pt x="80175" y="122631"/>
                  </a:lnTo>
                  <a:lnTo>
                    <a:pt x="117678" y="122631"/>
                  </a:lnTo>
                  <a:lnTo>
                    <a:pt x="117678" y="78981"/>
                  </a:lnTo>
                  <a:lnTo>
                    <a:pt x="80175" y="78981"/>
                  </a:lnTo>
                  <a:lnTo>
                    <a:pt x="80175" y="5549"/>
                  </a:lnTo>
                  <a:lnTo>
                    <a:pt x="25209" y="37706"/>
                  </a:lnTo>
                  <a:lnTo>
                    <a:pt x="25209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209" y="122631"/>
                  </a:lnTo>
                  <a:lnTo>
                    <a:pt x="25209" y="213118"/>
                  </a:lnTo>
                  <a:lnTo>
                    <a:pt x="25603" y="237388"/>
                  </a:lnTo>
                  <a:lnTo>
                    <a:pt x="38239" y="278409"/>
                  </a:lnTo>
                  <a:lnTo>
                    <a:pt x="78790" y="291109"/>
                  </a:lnTo>
                  <a:lnTo>
                    <a:pt x="90576" y="290588"/>
                  </a:lnTo>
                  <a:lnTo>
                    <a:pt x="101752" y="289026"/>
                  </a:lnTo>
                  <a:lnTo>
                    <a:pt x="112306" y="286423"/>
                  </a:lnTo>
                  <a:lnTo>
                    <a:pt x="122237" y="282778"/>
                  </a:lnTo>
                  <a:close/>
                </a:path>
                <a:path w="210820" h="291464">
                  <a:moveTo>
                    <a:pt x="210616" y="78981"/>
                  </a:moveTo>
                  <a:lnTo>
                    <a:pt x="155841" y="78981"/>
                  </a:lnTo>
                  <a:lnTo>
                    <a:pt x="155841" y="286346"/>
                  </a:lnTo>
                  <a:lnTo>
                    <a:pt x="210616" y="286346"/>
                  </a:lnTo>
                  <a:lnTo>
                    <a:pt x="210616" y="78981"/>
                  </a:lnTo>
                  <a:close/>
                </a:path>
                <a:path w="210820" h="291464">
                  <a:moveTo>
                    <a:pt x="210616" y="0"/>
                  </a:moveTo>
                  <a:lnTo>
                    <a:pt x="155841" y="0"/>
                  </a:lnTo>
                  <a:lnTo>
                    <a:pt x="155841" y="50800"/>
                  </a:lnTo>
                  <a:lnTo>
                    <a:pt x="210616" y="50800"/>
                  </a:lnTo>
                  <a:lnTo>
                    <a:pt x="21061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7807672" y="5718276"/>
              <a:ext cx="215506" cy="207365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8056753" y="5639295"/>
              <a:ext cx="299720" cy="291465"/>
            </a:xfrm>
            <a:custGeom>
              <a:avLst/>
              <a:gdLst/>
              <a:ahLst/>
              <a:cxnLst/>
              <a:rect l="l" t="t" r="r" b="b"/>
              <a:pathLst>
                <a:path w="299720" h="291464">
                  <a:moveTo>
                    <a:pt x="54762" y="78981"/>
                  </a:moveTo>
                  <a:lnTo>
                    <a:pt x="0" y="78981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78981"/>
                  </a:lnTo>
                  <a:close/>
                </a:path>
                <a:path w="299720" h="291464">
                  <a:moveTo>
                    <a:pt x="54762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762" y="50800"/>
                  </a:lnTo>
                  <a:lnTo>
                    <a:pt x="54762" y="0"/>
                  </a:lnTo>
                  <a:close/>
                </a:path>
                <a:path w="299720" h="291464">
                  <a:moveTo>
                    <a:pt x="210756" y="282778"/>
                  </a:moveTo>
                  <a:lnTo>
                    <a:pt x="205994" y="240309"/>
                  </a:lnTo>
                  <a:lnTo>
                    <a:pt x="196342" y="243751"/>
                  </a:lnTo>
                  <a:lnTo>
                    <a:pt x="189001" y="245465"/>
                  </a:lnTo>
                  <a:lnTo>
                    <a:pt x="180263" y="245465"/>
                  </a:lnTo>
                  <a:lnTo>
                    <a:pt x="177152" y="244602"/>
                  </a:lnTo>
                  <a:lnTo>
                    <a:pt x="168694" y="122631"/>
                  </a:lnTo>
                  <a:lnTo>
                    <a:pt x="206197" y="122631"/>
                  </a:lnTo>
                  <a:lnTo>
                    <a:pt x="206197" y="78981"/>
                  </a:lnTo>
                  <a:lnTo>
                    <a:pt x="168694" y="78981"/>
                  </a:lnTo>
                  <a:lnTo>
                    <a:pt x="168694" y="5549"/>
                  </a:lnTo>
                  <a:lnTo>
                    <a:pt x="113728" y="37706"/>
                  </a:lnTo>
                  <a:lnTo>
                    <a:pt x="113728" y="78981"/>
                  </a:lnTo>
                  <a:lnTo>
                    <a:pt x="88519" y="78981"/>
                  </a:lnTo>
                  <a:lnTo>
                    <a:pt x="88519" y="122631"/>
                  </a:lnTo>
                  <a:lnTo>
                    <a:pt x="113728" y="122631"/>
                  </a:lnTo>
                  <a:lnTo>
                    <a:pt x="113728" y="213118"/>
                  </a:lnTo>
                  <a:lnTo>
                    <a:pt x="114122" y="237388"/>
                  </a:lnTo>
                  <a:lnTo>
                    <a:pt x="126758" y="278409"/>
                  </a:lnTo>
                  <a:lnTo>
                    <a:pt x="167297" y="291109"/>
                  </a:lnTo>
                  <a:lnTo>
                    <a:pt x="179095" y="290588"/>
                  </a:lnTo>
                  <a:lnTo>
                    <a:pt x="190271" y="289026"/>
                  </a:lnTo>
                  <a:lnTo>
                    <a:pt x="200825" y="286423"/>
                  </a:lnTo>
                  <a:lnTo>
                    <a:pt x="210756" y="282778"/>
                  </a:lnTo>
                  <a:close/>
                </a:path>
                <a:path w="299720" h="291464">
                  <a:moveTo>
                    <a:pt x="299135" y="78981"/>
                  </a:moveTo>
                  <a:lnTo>
                    <a:pt x="244360" y="78981"/>
                  </a:lnTo>
                  <a:lnTo>
                    <a:pt x="244360" y="286346"/>
                  </a:lnTo>
                  <a:lnTo>
                    <a:pt x="299135" y="286346"/>
                  </a:lnTo>
                  <a:lnTo>
                    <a:pt x="299135" y="78981"/>
                  </a:lnTo>
                  <a:close/>
                </a:path>
                <a:path w="299720" h="291464">
                  <a:moveTo>
                    <a:pt x="299135" y="0"/>
                  </a:moveTo>
                  <a:lnTo>
                    <a:pt x="244360" y="0"/>
                  </a:lnTo>
                  <a:lnTo>
                    <a:pt x="244360" y="50800"/>
                  </a:lnTo>
                  <a:lnTo>
                    <a:pt x="299135" y="50800"/>
                  </a:lnTo>
                  <a:lnTo>
                    <a:pt x="29913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8396190" y="5713514"/>
              <a:ext cx="193675" cy="216890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8615303" y="5713514"/>
              <a:ext cx="193878" cy="216890"/>
            </a:xfrm>
            <a:prstGeom prst="rect">
              <a:avLst/>
            </a:prstGeom>
          </p:spPr>
        </p:pic>
      </p:grpSp>
      <p:pic>
        <p:nvPicPr>
          <p:cNvPr id="346" name="object 346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0154523" y="5735929"/>
            <a:ext cx="99020" cy="99021"/>
          </a:xfrm>
          <a:prstGeom prst="rect">
            <a:avLst/>
          </a:prstGeom>
        </p:spPr>
      </p:pic>
      <p:grpSp>
        <p:nvGrpSpPr>
          <p:cNvPr id="347" name="object 347"/>
          <p:cNvGrpSpPr/>
          <p:nvPr/>
        </p:nvGrpSpPr>
        <p:grpSpPr>
          <a:xfrm>
            <a:off x="10504662" y="5639295"/>
            <a:ext cx="822325" cy="291465"/>
            <a:chOff x="10504662" y="5639295"/>
            <a:chExt cx="822325" cy="291465"/>
          </a:xfrm>
        </p:grpSpPr>
        <p:sp>
          <p:nvSpPr>
            <p:cNvPr id="348" name="object 348"/>
            <p:cNvSpPr/>
            <p:nvPr/>
          </p:nvSpPr>
          <p:spPr>
            <a:xfrm>
              <a:off x="10504662" y="5639295"/>
              <a:ext cx="219710" cy="286385"/>
            </a:xfrm>
            <a:custGeom>
              <a:avLst/>
              <a:gdLst/>
              <a:ahLst/>
              <a:cxnLst/>
              <a:rect l="l" t="t" r="r" b="b"/>
              <a:pathLst>
                <a:path w="219709" h="286385">
                  <a:moveTo>
                    <a:pt x="92670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7744" y="286346"/>
                  </a:lnTo>
                  <a:lnTo>
                    <a:pt x="57744" y="178396"/>
                  </a:lnTo>
                  <a:lnTo>
                    <a:pt x="95448" y="178396"/>
                  </a:lnTo>
                  <a:lnTo>
                    <a:pt x="143891" y="176050"/>
                  </a:lnTo>
                  <a:lnTo>
                    <a:pt x="185339" y="160731"/>
                  </a:lnTo>
                  <a:lnTo>
                    <a:pt x="210961" y="129781"/>
                  </a:lnTo>
                  <a:lnTo>
                    <a:pt x="57744" y="129781"/>
                  </a:lnTo>
                  <a:lnTo>
                    <a:pt x="57744" y="48538"/>
                  </a:lnTo>
                  <a:lnTo>
                    <a:pt x="211716" y="48538"/>
                  </a:lnTo>
                  <a:lnTo>
                    <a:pt x="209896" y="43940"/>
                  </a:lnTo>
                  <a:lnTo>
                    <a:pt x="184099" y="14533"/>
                  </a:lnTo>
                  <a:lnTo>
                    <a:pt x="136276" y="1093"/>
                  </a:lnTo>
                  <a:lnTo>
                    <a:pt x="116768" y="273"/>
                  </a:lnTo>
                  <a:lnTo>
                    <a:pt x="92670" y="0"/>
                  </a:lnTo>
                  <a:close/>
                </a:path>
                <a:path w="219709" h="286385">
                  <a:moveTo>
                    <a:pt x="211716" y="48538"/>
                  </a:moveTo>
                  <a:lnTo>
                    <a:pt x="99999" y="48538"/>
                  </a:lnTo>
                  <a:lnTo>
                    <a:pt x="111670" y="48914"/>
                  </a:lnTo>
                  <a:lnTo>
                    <a:pt x="120736" y="49537"/>
                  </a:lnTo>
                  <a:lnTo>
                    <a:pt x="154495" y="68511"/>
                  </a:lnTo>
                  <a:lnTo>
                    <a:pt x="159741" y="97370"/>
                  </a:lnTo>
                  <a:lnTo>
                    <a:pt x="157558" y="104775"/>
                  </a:lnTo>
                  <a:lnTo>
                    <a:pt x="117971" y="128638"/>
                  </a:lnTo>
                  <a:lnTo>
                    <a:pt x="89495" y="129781"/>
                  </a:lnTo>
                  <a:lnTo>
                    <a:pt x="210961" y="129781"/>
                  </a:lnTo>
                  <a:lnTo>
                    <a:pt x="219235" y="88900"/>
                  </a:lnTo>
                  <a:lnTo>
                    <a:pt x="219273" y="88099"/>
                  </a:lnTo>
                  <a:lnTo>
                    <a:pt x="218231" y="71819"/>
                  </a:lnTo>
                  <a:lnTo>
                    <a:pt x="215105" y="57099"/>
                  </a:lnTo>
                  <a:lnTo>
                    <a:pt x="211716" y="48538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9" name="object 349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10756609" y="5713514"/>
              <a:ext cx="194666" cy="216890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10991202" y="5713514"/>
              <a:ext cx="335661" cy="216890"/>
            </a:xfrm>
            <a:prstGeom prst="rect">
              <a:avLst/>
            </a:prstGeom>
          </p:spPr>
        </p:pic>
      </p:grpSp>
      <p:grpSp>
        <p:nvGrpSpPr>
          <p:cNvPr id="351" name="object 351"/>
          <p:cNvGrpSpPr/>
          <p:nvPr/>
        </p:nvGrpSpPr>
        <p:grpSpPr>
          <a:xfrm>
            <a:off x="11371364" y="5639295"/>
            <a:ext cx="655320" cy="291465"/>
            <a:chOff x="11371364" y="5639295"/>
            <a:chExt cx="655320" cy="291465"/>
          </a:xfrm>
        </p:grpSpPr>
        <p:pic>
          <p:nvPicPr>
            <p:cNvPr id="352" name="object 352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1371364" y="5713514"/>
              <a:ext cx="189102" cy="212128"/>
            </a:xfrm>
            <a:prstGeom prst="rect">
              <a:avLst/>
            </a:prstGeom>
          </p:spPr>
        </p:pic>
        <p:sp>
          <p:nvSpPr>
            <p:cNvPr id="353" name="object 353"/>
            <p:cNvSpPr/>
            <p:nvPr/>
          </p:nvSpPr>
          <p:spPr>
            <a:xfrm>
              <a:off x="11593499" y="5644845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2" y="285038"/>
                  </a:lnTo>
                  <a:lnTo>
                    <a:pt x="101746" y="283475"/>
                  </a:lnTo>
                  <a:lnTo>
                    <a:pt x="112300" y="280871"/>
                  </a:lnTo>
                  <a:lnTo>
                    <a:pt x="122237" y="277228"/>
                  </a:lnTo>
                  <a:lnTo>
                    <a:pt x="117474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4" name="object 354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11734850" y="5713514"/>
              <a:ext cx="194665" cy="216890"/>
            </a:xfrm>
            <a:prstGeom prst="rect">
              <a:avLst/>
            </a:prstGeom>
          </p:spPr>
        </p:pic>
        <p:sp>
          <p:nvSpPr>
            <p:cNvPr id="355" name="object 355"/>
            <p:cNvSpPr/>
            <p:nvPr/>
          </p:nvSpPr>
          <p:spPr>
            <a:xfrm>
              <a:off x="11971820" y="5639295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5">
                  <a:moveTo>
                    <a:pt x="54775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6" name="object 356"/>
          <p:cNvGrpSpPr/>
          <p:nvPr/>
        </p:nvGrpSpPr>
        <p:grpSpPr>
          <a:xfrm>
            <a:off x="12182017" y="5713514"/>
            <a:ext cx="1123950" cy="217170"/>
            <a:chOff x="12182017" y="5713514"/>
            <a:chExt cx="1123950" cy="217170"/>
          </a:xfrm>
        </p:grpSpPr>
        <p:pic>
          <p:nvPicPr>
            <p:cNvPr id="357" name="object 357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12182017" y="5713514"/>
              <a:ext cx="195656" cy="216890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12403912" y="5713514"/>
              <a:ext cx="214109" cy="216890"/>
            </a:xfrm>
            <a:prstGeom prst="rect">
              <a:avLst/>
            </a:prstGeom>
          </p:spPr>
        </p:pic>
        <p:pic>
          <p:nvPicPr>
            <p:cNvPr id="359" name="object 359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2660579" y="5713514"/>
              <a:ext cx="189103" cy="212128"/>
            </a:xfrm>
            <a:prstGeom prst="rect">
              <a:avLst/>
            </a:prstGeom>
          </p:spPr>
        </p:pic>
        <p:pic>
          <p:nvPicPr>
            <p:cNvPr id="360" name="object 360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12885889" y="5713514"/>
              <a:ext cx="193878" cy="216890"/>
            </a:xfrm>
            <a:prstGeom prst="rect">
              <a:avLst/>
            </a:prstGeom>
          </p:spPr>
        </p:pic>
        <p:pic>
          <p:nvPicPr>
            <p:cNvPr id="361" name="object 361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13111746" y="5713514"/>
              <a:ext cx="193675" cy="216890"/>
            </a:xfrm>
            <a:prstGeom prst="rect">
              <a:avLst/>
            </a:prstGeom>
          </p:spPr>
        </p:pic>
      </p:grpSp>
      <p:grpSp>
        <p:nvGrpSpPr>
          <p:cNvPr id="362" name="object 362"/>
          <p:cNvGrpSpPr/>
          <p:nvPr/>
        </p:nvGrpSpPr>
        <p:grpSpPr>
          <a:xfrm>
            <a:off x="13349923" y="5644845"/>
            <a:ext cx="344805" cy="285750"/>
            <a:chOff x="13349923" y="5644845"/>
            <a:chExt cx="344805" cy="285750"/>
          </a:xfrm>
        </p:grpSpPr>
        <p:pic>
          <p:nvPicPr>
            <p:cNvPr id="363" name="object 363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13349923" y="5713514"/>
              <a:ext cx="189103" cy="212128"/>
            </a:xfrm>
            <a:prstGeom prst="rect">
              <a:avLst/>
            </a:prstGeom>
          </p:spPr>
        </p:pic>
        <p:sp>
          <p:nvSpPr>
            <p:cNvPr id="364" name="object 364"/>
            <p:cNvSpPr/>
            <p:nvPr/>
          </p:nvSpPr>
          <p:spPr>
            <a:xfrm>
              <a:off x="13572058" y="5644845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5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2" y="285038"/>
                  </a:lnTo>
                  <a:lnTo>
                    <a:pt x="101746" y="283475"/>
                  </a:lnTo>
                  <a:lnTo>
                    <a:pt x="112300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5" name="object 365"/>
          <p:cNvGrpSpPr/>
          <p:nvPr/>
        </p:nvGrpSpPr>
        <p:grpSpPr>
          <a:xfrm>
            <a:off x="13836662" y="5713514"/>
            <a:ext cx="570865" cy="291465"/>
            <a:chOff x="13836662" y="5713514"/>
            <a:chExt cx="570865" cy="291465"/>
          </a:xfrm>
        </p:grpSpPr>
        <p:pic>
          <p:nvPicPr>
            <p:cNvPr id="366" name="object 366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13836662" y="5713514"/>
              <a:ext cx="335661" cy="216890"/>
            </a:xfrm>
            <a:prstGeom prst="rect">
              <a:avLst/>
            </a:prstGeom>
          </p:spPr>
        </p:pic>
        <p:sp>
          <p:nvSpPr>
            <p:cNvPr id="367" name="object 367"/>
            <p:cNvSpPr/>
            <p:nvPr/>
          </p:nvSpPr>
          <p:spPr>
            <a:xfrm>
              <a:off x="14206295" y="5713514"/>
              <a:ext cx="201295" cy="291465"/>
            </a:xfrm>
            <a:custGeom>
              <a:avLst/>
              <a:gdLst/>
              <a:ahLst/>
              <a:cxnLst/>
              <a:rect l="l" t="t" r="r" b="b"/>
              <a:pathLst>
                <a:path w="201294" h="291464">
                  <a:moveTo>
                    <a:pt x="201218" y="186728"/>
                  </a:moveTo>
                  <a:lnTo>
                    <a:pt x="146456" y="186728"/>
                  </a:lnTo>
                  <a:lnTo>
                    <a:pt x="146456" y="291109"/>
                  </a:lnTo>
                  <a:lnTo>
                    <a:pt x="201218" y="291109"/>
                  </a:lnTo>
                  <a:lnTo>
                    <a:pt x="201218" y="186728"/>
                  </a:lnTo>
                  <a:close/>
                </a:path>
                <a:path w="201294" h="291464">
                  <a:moveTo>
                    <a:pt x="88112" y="0"/>
                  </a:moveTo>
                  <a:lnTo>
                    <a:pt x="38663" y="15735"/>
                  </a:lnTo>
                  <a:lnTo>
                    <a:pt x="6303" y="61461"/>
                  </a:lnTo>
                  <a:lnTo>
                    <a:pt x="12" y="105765"/>
                  </a:lnTo>
                  <a:lnTo>
                    <a:pt x="0" y="105956"/>
                  </a:lnTo>
                  <a:lnTo>
                    <a:pt x="6697" y="153636"/>
                  </a:lnTo>
                  <a:lnTo>
                    <a:pt x="26797" y="190296"/>
                  </a:lnTo>
                  <a:lnTo>
                    <a:pt x="68237" y="215228"/>
                  </a:lnTo>
                  <a:lnTo>
                    <a:pt x="85128" y="216890"/>
                  </a:lnTo>
                  <a:lnTo>
                    <a:pt x="94208" y="216381"/>
                  </a:lnTo>
                  <a:lnTo>
                    <a:pt x="134396" y="199177"/>
                  </a:lnTo>
                  <a:lnTo>
                    <a:pt x="146456" y="186728"/>
                  </a:lnTo>
                  <a:lnTo>
                    <a:pt x="201218" y="186728"/>
                  </a:lnTo>
                  <a:lnTo>
                    <a:pt x="201218" y="173431"/>
                  </a:lnTo>
                  <a:lnTo>
                    <a:pt x="100812" y="173431"/>
                  </a:lnTo>
                  <a:lnTo>
                    <a:pt x="91671" y="172488"/>
                  </a:lnTo>
                  <a:lnTo>
                    <a:pt x="59189" y="138456"/>
                  </a:lnTo>
                  <a:lnTo>
                    <a:pt x="55968" y="108940"/>
                  </a:lnTo>
                  <a:lnTo>
                    <a:pt x="56799" y="92941"/>
                  </a:lnTo>
                  <a:lnTo>
                    <a:pt x="76401" y="51984"/>
                  </a:lnTo>
                  <a:lnTo>
                    <a:pt x="102590" y="43052"/>
                  </a:lnTo>
                  <a:lnTo>
                    <a:pt x="201218" y="43052"/>
                  </a:lnTo>
                  <a:lnTo>
                    <a:pt x="201218" y="35318"/>
                  </a:lnTo>
                  <a:lnTo>
                    <a:pt x="150812" y="35318"/>
                  </a:lnTo>
                  <a:lnTo>
                    <a:pt x="144661" y="27046"/>
                  </a:lnTo>
                  <a:lnTo>
                    <a:pt x="138114" y="19889"/>
                  </a:lnTo>
                  <a:lnTo>
                    <a:pt x="98082" y="557"/>
                  </a:lnTo>
                  <a:lnTo>
                    <a:pt x="88112" y="0"/>
                  </a:lnTo>
                  <a:close/>
                </a:path>
                <a:path w="201294" h="291464">
                  <a:moveTo>
                    <a:pt x="201218" y="43052"/>
                  </a:moveTo>
                  <a:lnTo>
                    <a:pt x="102590" y="43052"/>
                  </a:lnTo>
                  <a:lnTo>
                    <a:pt x="112229" y="44045"/>
                  </a:lnTo>
                  <a:lnTo>
                    <a:pt x="112067" y="44045"/>
                  </a:lnTo>
                  <a:lnTo>
                    <a:pt x="120841" y="47023"/>
                  </a:lnTo>
                  <a:lnTo>
                    <a:pt x="120710" y="47023"/>
                  </a:lnTo>
                  <a:lnTo>
                    <a:pt x="128270" y="51764"/>
                  </a:lnTo>
                  <a:lnTo>
                    <a:pt x="147415" y="90906"/>
                  </a:lnTo>
                  <a:lnTo>
                    <a:pt x="148234" y="105765"/>
                  </a:lnTo>
                  <a:lnTo>
                    <a:pt x="147341" y="121591"/>
                  </a:lnTo>
                  <a:lnTo>
                    <a:pt x="126517" y="163942"/>
                  </a:lnTo>
                  <a:lnTo>
                    <a:pt x="109646" y="172488"/>
                  </a:lnTo>
                  <a:lnTo>
                    <a:pt x="108981" y="172488"/>
                  </a:lnTo>
                  <a:lnTo>
                    <a:pt x="100812" y="173431"/>
                  </a:lnTo>
                  <a:lnTo>
                    <a:pt x="201218" y="173431"/>
                  </a:lnTo>
                  <a:lnTo>
                    <a:pt x="201218" y="43052"/>
                  </a:lnTo>
                  <a:close/>
                </a:path>
                <a:path w="201294" h="291464">
                  <a:moveTo>
                    <a:pt x="201218" y="4762"/>
                  </a:moveTo>
                  <a:lnTo>
                    <a:pt x="150812" y="4762"/>
                  </a:lnTo>
                  <a:lnTo>
                    <a:pt x="150812" y="35318"/>
                  </a:lnTo>
                  <a:lnTo>
                    <a:pt x="201218" y="35318"/>
                  </a:lnTo>
                  <a:lnTo>
                    <a:pt x="201218" y="4762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68" name="object 368"/>
          <p:cNvPicPr/>
          <p:nvPr/>
        </p:nvPicPr>
        <p:blipFill>
          <a:blip r:embed="rId194" cstate="print"/>
          <a:stretch>
            <a:fillRect/>
          </a:stretch>
        </p:blipFill>
        <p:spPr>
          <a:xfrm>
            <a:off x="14460385" y="5718276"/>
            <a:ext cx="188721" cy="212128"/>
          </a:xfrm>
          <a:prstGeom prst="rect">
            <a:avLst/>
          </a:prstGeom>
        </p:spPr>
      </p:pic>
      <p:sp>
        <p:nvSpPr>
          <p:cNvPr id="369" name="object 369"/>
          <p:cNvSpPr/>
          <p:nvPr/>
        </p:nvSpPr>
        <p:spPr>
          <a:xfrm>
            <a:off x="14705939" y="5639294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4" h="286385">
                <a:moveTo>
                  <a:pt x="54775" y="78981"/>
                </a:moveTo>
                <a:lnTo>
                  <a:pt x="0" y="78981"/>
                </a:lnTo>
                <a:lnTo>
                  <a:pt x="0" y="286346"/>
                </a:lnTo>
                <a:lnTo>
                  <a:pt x="54775" y="286346"/>
                </a:lnTo>
                <a:lnTo>
                  <a:pt x="54775" y="78981"/>
                </a:lnTo>
                <a:close/>
              </a:path>
              <a:path w="55244" h="286385">
                <a:moveTo>
                  <a:pt x="54775" y="0"/>
                </a:moveTo>
                <a:lnTo>
                  <a:pt x="0" y="0"/>
                </a:lnTo>
                <a:lnTo>
                  <a:pt x="0" y="50800"/>
                </a:lnTo>
                <a:lnTo>
                  <a:pt x="54775" y="50800"/>
                </a:lnTo>
                <a:lnTo>
                  <a:pt x="54775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0" name="object 370"/>
          <p:cNvGrpSpPr/>
          <p:nvPr/>
        </p:nvGrpSpPr>
        <p:grpSpPr>
          <a:xfrm>
            <a:off x="14814701" y="5639295"/>
            <a:ext cx="570865" cy="291465"/>
            <a:chOff x="14814701" y="5639295"/>
            <a:chExt cx="570865" cy="291465"/>
          </a:xfrm>
        </p:grpSpPr>
        <p:pic>
          <p:nvPicPr>
            <p:cNvPr id="371" name="object 371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14814701" y="5713514"/>
              <a:ext cx="335673" cy="216890"/>
            </a:xfrm>
            <a:prstGeom prst="rect">
              <a:avLst/>
            </a:prstGeom>
          </p:spPr>
        </p:pic>
        <p:sp>
          <p:nvSpPr>
            <p:cNvPr id="372" name="object 372"/>
            <p:cNvSpPr/>
            <p:nvPr/>
          </p:nvSpPr>
          <p:spPr>
            <a:xfrm>
              <a:off x="15183067" y="5639295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4">
                  <a:moveTo>
                    <a:pt x="87399" y="74218"/>
                  </a:moveTo>
                  <a:lnTo>
                    <a:pt x="68367" y="76028"/>
                  </a:lnTo>
                  <a:lnTo>
                    <a:pt x="68997" y="76028"/>
                  </a:lnTo>
                  <a:lnTo>
                    <a:pt x="52777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3" y="206149"/>
                  </a:lnTo>
                  <a:lnTo>
                    <a:pt x="14180" y="246431"/>
                  </a:lnTo>
                  <a:lnTo>
                    <a:pt x="53420" y="283916"/>
                  </a:lnTo>
                  <a:lnTo>
                    <a:pt x="86612" y="291109"/>
                  </a:lnTo>
                  <a:lnTo>
                    <a:pt x="95327" y="290563"/>
                  </a:lnTo>
                  <a:lnTo>
                    <a:pt x="137606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78" y="246431"/>
                  </a:lnTo>
                  <a:lnTo>
                    <a:pt x="91252" y="246431"/>
                  </a:lnTo>
                  <a:lnTo>
                    <a:pt x="80952" y="242289"/>
                  </a:lnTo>
                  <a:lnTo>
                    <a:pt x="58132" y="206770"/>
                  </a:lnTo>
                  <a:lnTo>
                    <a:pt x="55852" y="178193"/>
                  </a:lnTo>
                  <a:lnTo>
                    <a:pt x="56670" y="163682"/>
                  </a:lnTo>
                  <a:lnTo>
                    <a:pt x="75873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21" y="103187"/>
                  </a:lnTo>
                  <a:lnTo>
                    <a:pt x="134241" y="90511"/>
                  </a:lnTo>
                  <a:lnTo>
                    <a:pt x="119794" y="81459"/>
                  </a:lnTo>
                  <a:lnTo>
                    <a:pt x="104180" y="76028"/>
                  </a:lnTo>
                  <a:lnTo>
                    <a:pt x="87399" y="74218"/>
                  </a:lnTo>
                  <a:close/>
                </a:path>
                <a:path w="202565" h="291464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5" h="291464">
                  <a:moveTo>
                    <a:pt x="202296" y="116281"/>
                  </a:moveTo>
                  <a:lnTo>
                    <a:pt x="101890" y="116281"/>
                  </a:lnTo>
                  <a:lnTo>
                    <a:pt x="111463" y="117262"/>
                  </a:lnTo>
                  <a:lnTo>
                    <a:pt x="120141" y="120203"/>
                  </a:lnTo>
                  <a:lnTo>
                    <a:pt x="144502" y="152647"/>
                  </a:lnTo>
                  <a:lnTo>
                    <a:pt x="147647" y="181762"/>
                  </a:lnTo>
                  <a:lnTo>
                    <a:pt x="147724" y="183349"/>
                  </a:lnTo>
                  <a:lnTo>
                    <a:pt x="140245" y="222535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5" h="291464">
                  <a:moveTo>
                    <a:pt x="202296" y="0"/>
                  </a:moveTo>
                  <a:lnTo>
                    <a:pt x="147521" y="0"/>
                  </a:lnTo>
                  <a:lnTo>
                    <a:pt x="147521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3" name="object 373"/>
          <p:cNvGrpSpPr/>
          <p:nvPr/>
        </p:nvGrpSpPr>
        <p:grpSpPr>
          <a:xfrm>
            <a:off x="15526765" y="5634329"/>
            <a:ext cx="534035" cy="296545"/>
            <a:chOff x="15526765" y="5634329"/>
            <a:chExt cx="534035" cy="296545"/>
          </a:xfrm>
        </p:grpSpPr>
        <p:sp>
          <p:nvSpPr>
            <p:cNvPr id="374" name="object 374"/>
            <p:cNvSpPr/>
            <p:nvPr/>
          </p:nvSpPr>
          <p:spPr>
            <a:xfrm>
              <a:off x="15526765" y="5634329"/>
              <a:ext cx="140335" cy="291465"/>
            </a:xfrm>
            <a:custGeom>
              <a:avLst/>
              <a:gdLst/>
              <a:ahLst/>
              <a:cxnLst/>
              <a:rect l="l" t="t" r="r" b="b"/>
              <a:pathLst>
                <a:path w="140334" h="291464">
                  <a:moveTo>
                    <a:pt x="94246" y="0"/>
                  </a:moveTo>
                  <a:lnTo>
                    <a:pt x="56349" y="8140"/>
                  </a:lnTo>
                  <a:lnTo>
                    <a:pt x="31743" y="45392"/>
                  </a:lnTo>
                  <a:lnTo>
                    <a:pt x="30353" y="68262"/>
                  </a:lnTo>
                  <a:lnTo>
                    <a:pt x="30353" y="83947"/>
                  </a:lnTo>
                  <a:lnTo>
                    <a:pt x="0" y="83947"/>
                  </a:lnTo>
                  <a:lnTo>
                    <a:pt x="0" y="127000"/>
                  </a:lnTo>
                  <a:lnTo>
                    <a:pt x="30353" y="127000"/>
                  </a:lnTo>
                  <a:lnTo>
                    <a:pt x="30353" y="291312"/>
                  </a:lnTo>
                  <a:lnTo>
                    <a:pt x="85318" y="291312"/>
                  </a:lnTo>
                  <a:lnTo>
                    <a:pt x="85318" y="127000"/>
                  </a:lnTo>
                  <a:lnTo>
                    <a:pt x="126403" y="127000"/>
                  </a:lnTo>
                  <a:lnTo>
                    <a:pt x="126403" y="83947"/>
                  </a:lnTo>
                  <a:lnTo>
                    <a:pt x="85318" y="83947"/>
                  </a:lnTo>
                  <a:lnTo>
                    <a:pt x="85318" y="58674"/>
                  </a:lnTo>
                  <a:lnTo>
                    <a:pt x="87045" y="51536"/>
                  </a:lnTo>
                  <a:lnTo>
                    <a:pt x="93916" y="44119"/>
                  </a:lnTo>
                  <a:lnTo>
                    <a:pt x="99606" y="42265"/>
                  </a:lnTo>
                  <a:lnTo>
                    <a:pt x="113661" y="42465"/>
                  </a:lnTo>
                  <a:lnTo>
                    <a:pt x="119900" y="43062"/>
                  </a:lnTo>
                  <a:lnTo>
                    <a:pt x="126263" y="44055"/>
                  </a:lnTo>
                  <a:lnTo>
                    <a:pt x="132753" y="45440"/>
                  </a:lnTo>
                  <a:lnTo>
                    <a:pt x="140093" y="7150"/>
                  </a:lnTo>
                  <a:lnTo>
                    <a:pt x="128820" y="4023"/>
                  </a:lnTo>
                  <a:lnTo>
                    <a:pt x="117422" y="1789"/>
                  </a:lnTo>
                  <a:lnTo>
                    <a:pt x="105898" y="447"/>
                  </a:lnTo>
                  <a:lnTo>
                    <a:pt x="942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5" name="object 375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15671291" y="5713514"/>
              <a:ext cx="214109" cy="216890"/>
            </a:xfrm>
            <a:prstGeom prst="rect">
              <a:avLst/>
            </a:prstGeom>
          </p:spPr>
        </p:pic>
        <p:pic>
          <p:nvPicPr>
            <p:cNvPr id="376" name="object 376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15925977" y="5713514"/>
              <a:ext cx="134340" cy="212128"/>
            </a:xfrm>
            <a:prstGeom prst="rect">
              <a:avLst/>
            </a:prstGeom>
          </p:spPr>
        </p:pic>
      </p:grpSp>
      <p:grpSp>
        <p:nvGrpSpPr>
          <p:cNvPr id="377" name="object 377"/>
          <p:cNvGrpSpPr/>
          <p:nvPr/>
        </p:nvGrpSpPr>
        <p:grpSpPr>
          <a:xfrm>
            <a:off x="16175736" y="5644845"/>
            <a:ext cx="563245" cy="285750"/>
            <a:chOff x="16175736" y="5644845"/>
            <a:chExt cx="563245" cy="285750"/>
          </a:xfrm>
        </p:grpSpPr>
        <p:pic>
          <p:nvPicPr>
            <p:cNvPr id="378" name="object 378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16175736" y="5713514"/>
              <a:ext cx="193878" cy="216890"/>
            </a:xfrm>
            <a:prstGeom prst="rect">
              <a:avLst/>
            </a:prstGeom>
          </p:spPr>
        </p:pic>
        <p:sp>
          <p:nvSpPr>
            <p:cNvPr id="379" name="object 379"/>
            <p:cNvSpPr/>
            <p:nvPr/>
          </p:nvSpPr>
          <p:spPr>
            <a:xfrm>
              <a:off x="16395052" y="5644845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5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2" y="285038"/>
                  </a:lnTo>
                  <a:lnTo>
                    <a:pt x="101746" y="283475"/>
                  </a:lnTo>
                  <a:lnTo>
                    <a:pt x="112300" y="280871"/>
                  </a:lnTo>
                  <a:lnTo>
                    <a:pt x="122237" y="277228"/>
                  </a:lnTo>
                  <a:lnTo>
                    <a:pt x="117474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0" name="object 380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16549700" y="5718276"/>
              <a:ext cx="188709" cy="212128"/>
            </a:xfrm>
            <a:prstGeom prst="rect">
              <a:avLst/>
            </a:prstGeom>
          </p:spPr>
        </p:pic>
      </p:grpSp>
      <p:grpSp>
        <p:nvGrpSpPr>
          <p:cNvPr id="381" name="object 381"/>
          <p:cNvGrpSpPr/>
          <p:nvPr/>
        </p:nvGrpSpPr>
        <p:grpSpPr>
          <a:xfrm>
            <a:off x="16783051" y="5639295"/>
            <a:ext cx="434340" cy="291465"/>
            <a:chOff x="16783051" y="5639295"/>
            <a:chExt cx="434340" cy="291465"/>
          </a:xfrm>
        </p:grpSpPr>
        <p:sp>
          <p:nvSpPr>
            <p:cNvPr id="382" name="object 382"/>
            <p:cNvSpPr/>
            <p:nvPr/>
          </p:nvSpPr>
          <p:spPr>
            <a:xfrm>
              <a:off x="16783051" y="5639295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4">
                  <a:moveTo>
                    <a:pt x="87412" y="74218"/>
                  </a:moveTo>
                  <a:lnTo>
                    <a:pt x="68374" y="76028"/>
                  </a:lnTo>
                  <a:lnTo>
                    <a:pt x="69004" y="76028"/>
                  </a:lnTo>
                  <a:lnTo>
                    <a:pt x="52784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4" y="290563"/>
                  </a:lnTo>
                  <a:lnTo>
                    <a:pt x="137613" y="271362"/>
                  </a:lnTo>
                  <a:lnTo>
                    <a:pt x="151509" y="255790"/>
                  </a:lnTo>
                  <a:lnTo>
                    <a:pt x="202309" y="255790"/>
                  </a:lnTo>
                  <a:lnTo>
                    <a:pt x="202309" y="247650"/>
                  </a:lnTo>
                  <a:lnTo>
                    <a:pt x="102296" y="247650"/>
                  </a:lnTo>
                  <a:lnTo>
                    <a:pt x="91986" y="246431"/>
                  </a:lnTo>
                  <a:lnTo>
                    <a:pt x="91259" y="246431"/>
                  </a:lnTo>
                  <a:lnTo>
                    <a:pt x="80959" y="242289"/>
                  </a:lnTo>
                  <a:lnTo>
                    <a:pt x="58143" y="206770"/>
                  </a:lnTo>
                  <a:lnTo>
                    <a:pt x="55865" y="178193"/>
                  </a:lnTo>
                  <a:lnTo>
                    <a:pt x="56682" y="163682"/>
                  </a:lnTo>
                  <a:lnTo>
                    <a:pt x="75886" y="125105"/>
                  </a:lnTo>
                  <a:lnTo>
                    <a:pt x="101903" y="116281"/>
                  </a:lnTo>
                  <a:lnTo>
                    <a:pt x="202309" y="116281"/>
                  </a:lnTo>
                  <a:lnTo>
                    <a:pt x="202309" y="103187"/>
                  </a:lnTo>
                  <a:lnTo>
                    <a:pt x="147534" y="103187"/>
                  </a:lnTo>
                  <a:lnTo>
                    <a:pt x="134253" y="90511"/>
                  </a:lnTo>
                  <a:lnTo>
                    <a:pt x="119806" y="81459"/>
                  </a:lnTo>
                  <a:lnTo>
                    <a:pt x="104192" y="76028"/>
                  </a:lnTo>
                  <a:lnTo>
                    <a:pt x="87412" y="74218"/>
                  </a:lnTo>
                  <a:close/>
                </a:path>
                <a:path w="202565" h="291464">
                  <a:moveTo>
                    <a:pt x="202309" y="255790"/>
                  </a:moveTo>
                  <a:lnTo>
                    <a:pt x="151509" y="255790"/>
                  </a:lnTo>
                  <a:lnTo>
                    <a:pt x="151509" y="286346"/>
                  </a:lnTo>
                  <a:lnTo>
                    <a:pt x="202309" y="286346"/>
                  </a:lnTo>
                  <a:lnTo>
                    <a:pt x="202309" y="255790"/>
                  </a:lnTo>
                  <a:close/>
                </a:path>
                <a:path w="202565" h="291464">
                  <a:moveTo>
                    <a:pt x="202309" y="116281"/>
                  </a:moveTo>
                  <a:lnTo>
                    <a:pt x="101903" y="116281"/>
                  </a:lnTo>
                  <a:lnTo>
                    <a:pt x="111475" y="117262"/>
                  </a:lnTo>
                  <a:lnTo>
                    <a:pt x="120154" y="120203"/>
                  </a:lnTo>
                  <a:lnTo>
                    <a:pt x="144509" y="152647"/>
                  </a:lnTo>
                  <a:lnTo>
                    <a:pt x="147737" y="183349"/>
                  </a:lnTo>
                  <a:lnTo>
                    <a:pt x="146906" y="198423"/>
                  </a:lnTo>
                  <a:lnTo>
                    <a:pt x="127444" y="238606"/>
                  </a:lnTo>
                  <a:lnTo>
                    <a:pt x="102296" y="247650"/>
                  </a:lnTo>
                  <a:lnTo>
                    <a:pt x="202309" y="247650"/>
                  </a:lnTo>
                  <a:lnTo>
                    <a:pt x="202309" y="116281"/>
                  </a:lnTo>
                  <a:close/>
                </a:path>
                <a:path w="202565" h="291464">
                  <a:moveTo>
                    <a:pt x="202309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309" y="103187"/>
                  </a:lnTo>
                  <a:lnTo>
                    <a:pt x="20230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3" name="object 383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17023549" y="5713514"/>
              <a:ext cx="193675" cy="216890"/>
            </a:xfrm>
            <a:prstGeom prst="rect">
              <a:avLst/>
            </a:prstGeom>
          </p:spPr>
        </p:pic>
      </p:grpSp>
      <p:grpSp>
        <p:nvGrpSpPr>
          <p:cNvPr id="384" name="object 384"/>
          <p:cNvGrpSpPr/>
          <p:nvPr/>
        </p:nvGrpSpPr>
        <p:grpSpPr>
          <a:xfrm>
            <a:off x="17261712" y="5644845"/>
            <a:ext cx="344805" cy="285750"/>
            <a:chOff x="17261712" y="5644845"/>
            <a:chExt cx="344805" cy="285750"/>
          </a:xfrm>
        </p:grpSpPr>
        <p:pic>
          <p:nvPicPr>
            <p:cNvPr id="385" name="object 385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17261712" y="5713514"/>
              <a:ext cx="189115" cy="212128"/>
            </a:xfrm>
            <a:prstGeom prst="rect">
              <a:avLst/>
            </a:prstGeom>
          </p:spPr>
        </p:pic>
        <p:sp>
          <p:nvSpPr>
            <p:cNvPr id="386" name="object 386"/>
            <p:cNvSpPr/>
            <p:nvPr/>
          </p:nvSpPr>
          <p:spPr>
            <a:xfrm>
              <a:off x="17483847" y="5644845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5" h="285750">
                  <a:moveTo>
                    <a:pt x="80175" y="0"/>
                  </a:moveTo>
                  <a:lnTo>
                    <a:pt x="25209" y="32156"/>
                  </a:lnTo>
                  <a:lnTo>
                    <a:pt x="25209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209" y="117081"/>
                  </a:lnTo>
                  <a:lnTo>
                    <a:pt x="25209" y="207568"/>
                  </a:lnTo>
                  <a:lnTo>
                    <a:pt x="26797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4" y="285038"/>
                  </a:lnTo>
                  <a:lnTo>
                    <a:pt x="101750" y="283475"/>
                  </a:lnTo>
                  <a:lnTo>
                    <a:pt x="112305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23" y="238201"/>
                  </a:lnTo>
                  <a:lnTo>
                    <a:pt x="100482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75" y="117081"/>
                  </a:lnTo>
                  <a:lnTo>
                    <a:pt x="117678" y="117081"/>
                  </a:lnTo>
                  <a:lnTo>
                    <a:pt x="117678" y="73431"/>
                  </a:lnTo>
                  <a:lnTo>
                    <a:pt x="80175" y="73431"/>
                  </a:lnTo>
                  <a:lnTo>
                    <a:pt x="801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3" name="object 17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6949" y="6299428"/>
            <a:ext cx="99020" cy="99021"/>
          </a:xfrm>
          <a:prstGeom prst="rect">
            <a:avLst/>
          </a:prstGeom>
        </p:spPr>
      </p:pic>
      <p:pic>
        <p:nvPicPr>
          <p:cNvPr id="174" name="object 174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1677286" y="6202794"/>
            <a:ext cx="1866463" cy="365328"/>
          </a:xfrm>
          <a:prstGeom prst="rect">
            <a:avLst/>
          </a:prstGeom>
        </p:spPr>
      </p:pic>
      <p:sp>
        <p:nvSpPr>
          <p:cNvPr id="175" name="object 175"/>
          <p:cNvSpPr/>
          <p:nvPr/>
        </p:nvSpPr>
        <p:spPr>
          <a:xfrm>
            <a:off x="3677158" y="6202794"/>
            <a:ext cx="210820" cy="291465"/>
          </a:xfrm>
          <a:custGeom>
            <a:avLst/>
            <a:gdLst/>
            <a:ahLst/>
            <a:cxnLst/>
            <a:rect l="l" t="t" r="r" b="b"/>
            <a:pathLst>
              <a:path w="210820" h="291464">
                <a:moveTo>
                  <a:pt x="122237" y="282778"/>
                </a:moveTo>
                <a:lnTo>
                  <a:pt x="117475" y="240309"/>
                </a:lnTo>
                <a:lnTo>
                  <a:pt x="107823" y="243751"/>
                </a:lnTo>
                <a:lnTo>
                  <a:pt x="100482" y="245465"/>
                </a:lnTo>
                <a:lnTo>
                  <a:pt x="91744" y="245465"/>
                </a:lnTo>
                <a:lnTo>
                  <a:pt x="88633" y="244602"/>
                </a:lnTo>
                <a:lnTo>
                  <a:pt x="80175" y="122631"/>
                </a:lnTo>
                <a:lnTo>
                  <a:pt x="117678" y="122631"/>
                </a:lnTo>
                <a:lnTo>
                  <a:pt x="117678" y="78981"/>
                </a:lnTo>
                <a:lnTo>
                  <a:pt x="80175" y="78981"/>
                </a:lnTo>
                <a:lnTo>
                  <a:pt x="80175" y="5549"/>
                </a:lnTo>
                <a:lnTo>
                  <a:pt x="25209" y="37706"/>
                </a:lnTo>
                <a:lnTo>
                  <a:pt x="25209" y="78981"/>
                </a:lnTo>
                <a:lnTo>
                  <a:pt x="0" y="78981"/>
                </a:lnTo>
                <a:lnTo>
                  <a:pt x="0" y="122631"/>
                </a:lnTo>
                <a:lnTo>
                  <a:pt x="25209" y="122631"/>
                </a:lnTo>
                <a:lnTo>
                  <a:pt x="25209" y="213118"/>
                </a:lnTo>
                <a:lnTo>
                  <a:pt x="25603" y="237388"/>
                </a:lnTo>
                <a:lnTo>
                  <a:pt x="38239" y="278409"/>
                </a:lnTo>
                <a:lnTo>
                  <a:pt x="78778" y="291109"/>
                </a:lnTo>
                <a:lnTo>
                  <a:pt x="90576" y="290588"/>
                </a:lnTo>
                <a:lnTo>
                  <a:pt x="101752" y="289026"/>
                </a:lnTo>
                <a:lnTo>
                  <a:pt x="112306" y="286423"/>
                </a:lnTo>
                <a:lnTo>
                  <a:pt x="122237" y="282778"/>
                </a:lnTo>
                <a:close/>
              </a:path>
              <a:path w="210820" h="291464">
                <a:moveTo>
                  <a:pt x="210616" y="78981"/>
                </a:moveTo>
                <a:lnTo>
                  <a:pt x="155841" y="78981"/>
                </a:lnTo>
                <a:lnTo>
                  <a:pt x="155841" y="286346"/>
                </a:lnTo>
                <a:lnTo>
                  <a:pt x="210616" y="286346"/>
                </a:lnTo>
                <a:lnTo>
                  <a:pt x="210616" y="78981"/>
                </a:lnTo>
                <a:close/>
              </a:path>
              <a:path w="210820" h="291464">
                <a:moveTo>
                  <a:pt x="210616" y="0"/>
                </a:moveTo>
                <a:lnTo>
                  <a:pt x="155841" y="0"/>
                </a:lnTo>
                <a:lnTo>
                  <a:pt x="155841" y="50800"/>
                </a:lnTo>
                <a:lnTo>
                  <a:pt x="210616" y="50800"/>
                </a:lnTo>
                <a:lnTo>
                  <a:pt x="210616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6" name="object 176"/>
          <p:cNvGrpSpPr/>
          <p:nvPr/>
        </p:nvGrpSpPr>
        <p:grpSpPr>
          <a:xfrm>
            <a:off x="3939989" y="6277012"/>
            <a:ext cx="537845" cy="217170"/>
            <a:chOff x="3939989" y="6277012"/>
            <a:chExt cx="537845" cy="217170"/>
          </a:xfrm>
        </p:grpSpPr>
        <p:sp>
          <p:nvSpPr>
            <p:cNvPr id="177" name="object 177"/>
            <p:cNvSpPr/>
            <p:nvPr/>
          </p:nvSpPr>
          <p:spPr>
            <a:xfrm>
              <a:off x="3939989" y="6277012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5" h="212725">
                  <a:moveTo>
                    <a:pt x="237134" y="0"/>
                  </a:moveTo>
                  <a:lnTo>
                    <a:pt x="195591" y="12919"/>
                  </a:lnTo>
                  <a:lnTo>
                    <a:pt x="173824" y="32931"/>
                  </a:lnTo>
                  <a:lnTo>
                    <a:pt x="168829" y="25220"/>
                  </a:lnTo>
                  <a:lnTo>
                    <a:pt x="133842" y="2079"/>
                  </a:lnTo>
                  <a:lnTo>
                    <a:pt x="115290" y="0"/>
                  </a:lnTo>
                  <a:lnTo>
                    <a:pt x="97181" y="2057"/>
                  </a:lnTo>
                  <a:lnTo>
                    <a:pt x="80362" y="8231"/>
                  </a:lnTo>
                  <a:lnTo>
                    <a:pt x="64834" y="18521"/>
                  </a:lnTo>
                  <a:lnTo>
                    <a:pt x="50596" y="32931"/>
                  </a:lnTo>
                  <a:lnTo>
                    <a:pt x="50596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65" y="212128"/>
                  </a:lnTo>
                  <a:lnTo>
                    <a:pt x="54965" y="111315"/>
                  </a:lnTo>
                  <a:lnTo>
                    <a:pt x="55237" y="97413"/>
                  </a:lnTo>
                  <a:lnTo>
                    <a:pt x="67068" y="53505"/>
                  </a:lnTo>
                  <a:lnTo>
                    <a:pt x="88163" y="42062"/>
                  </a:lnTo>
                  <a:lnTo>
                    <a:pt x="103644" y="42062"/>
                  </a:lnTo>
                  <a:lnTo>
                    <a:pt x="125226" y="84679"/>
                  </a:lnTo>
                  <a:lnTo>
                    <a:pt x="125412" y="98425"/>
                  </a:lnTo>
                  <a:lnTo>
                    <a:pt x="125412" y="212128"/>
                  </a:lnTo>
                  <a:lnTo>
                    <a:pt x="180378" y="212128"/>
                  </a:lnTo>
                  <a:lnTo>
                    <a:pt x="180378" y="112509"/>
                  </a:lnTo>
                  <a:lnTo>
                    <a:pt x="180649" y="98814"/>
                  </a:lnTo>
                  <a:lnTo>
                    <a:pt x="187782" y="60515"/>
                  </a:lnTo>
                  <a:lnTo>
                    <a:pt x="213385" y="42062"/>
                  </a:lnTo>
                  <a:lnTo>
                    <a:pt x="221056" y="42062"/>
                  </a:lnTo>
                  <a:lnTo>
                    <a:pt x="249868" y="79448"/>
                  </a:lnTo>
                  <a:lnTo>
                    <a:pt x="250228" y="93459"/>
                  </a:lnTo>
                  <a:lnTo>
                    <a:pt x="250228" y="212128"/>
                  </a:lnTo>
                  <a:lnTo>
                    <a:pt x="305193" y="212128"/>
                  </a:lnTo>
                  <a:lnTo>
                    <a:pt x="305193" y="79565"/>
                  </a:lnTo>
                  <a:lnTo>
                    <a:pt x="304834" y="65716"/>
                  </a:lnTo>
                  <a:lnTo>
                    <a:pt x="295063" y="28040"/>
                  </a:lnTo>
                  <a:lnTo>
                    <a:pt x="258214" y="2332"/>
                  </a:lnTo>
                  <a:lnTo>
                    <a:pt x="248109" y="583"/>
                  </a:lnTo>
                  <a:lnTo>
                    <a:pt x="23713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4283791" y="6277012"/>
              <a:ext cx="193675" cy="216890"/>
            </a:xfrm>
            <a:prstGeom prst="rect">
              <a:avLst/>
            </a:prstGeom>
          </p:spPr>
        </p:pic>
      </p:grpSp>
      <p:grpSp>
        <p:nvGrpSpPr>
          <p:cNvPr id="179" name="object 179"/>
          <p:cNvGrpSpPr/>
          <p:nvPr/>
        </p:nvGrpSpPr>
        <p:grpSpPr>
          <a:xfrm>
            <a:off x="4609482" y="6197828"/>
            <a:ext cx="534035" cy="296545"/>
            <a:chOff x="4609482" y="6197828"/>
            <a:chExt cx="534035" cy="296545"/>
          </a:xfrm>
        </p:grpSpPr>
        <p:sp>
          <p:nvSpPr>
            <p:cNvPr id="180" name="object 180"/>
            <p:cNvSpPr/>
            <p:nvPr/>
          </p:nvSpPr>
          <p:spPr>
            <a:xfrm>
              <a:off x="4609482" y="6197828"/>
              <a:ext cx="140335" cy="291465"/>
            </a:xfrm>
            <a:custGeom>
              <a:avLst/>
              <a:gdLst/>
              <a:ahLst/>
              <a:cxnLst/>
              <a:rect l="l" t="t" r="r" b="b"/>
              <a:pathLst>
                <a:path w="140335" h="291464">
                  <a:moveTo>
                    <a:pt x="94259" y="0"/>
                  </a:moveTo>
                  <a:lnTo>
                    <a:pt x="56362" y="8140"/>
                  </a:lnTo>
                  <a:lnTo>
                    <a:pt x="31754" y="45392"/>
                  </a:lnTo>
                  <a:lnTo>
                    <a:pt x="30365" y="68262"/>
                  </a:lnTo>
                  <a:lnTo>
                    <a:pt x="30365" y="83947"/>
                  </a:lnTo>
                  <a:lnTo>
                    <a:pt x="0" y="83947"/>
                  </a:lnTo>
                  <a:lnTo>
                    <a:pt x="0" y="127000"/>
                  </a:lnTo>
                  <a:lnTo>
                    <a:pt x="30365" y="127000"/>
                  </a:lnTo>
                  <a:lnTo>
                    <a:pt x="30365" y="291312"/>
                  </a:lnTo>
                  <a:lnTo>
                    <a:pt x="85331" y="291312"/>
                  </a:lnTo>
                  <a:lnTo>
                    <a:pt x="85331" y="127000"/>
                  </a:lnTo>
                  <a:lnTo>
                    <a:pt x="126403" y="127000"/>
                  </a:lnTo>
                  <a:lnTo>
                    <a:pt x="126403" y="83947"/>
                  </a:lnTo>
                  <a:lnTo>
                    <a:pt x="85331" y="83947"/>
                  </a:lnTo>
                  <a:lnTo>
                    <a:pt x="85331" y="58674"/>
                  </a:lnTo>
                  <a:lnTo>
                    <a:pt x="87045" y="51536"/>
                  </a:lnTo>
                  <a:lnTo>
                    <a:pt x="93929" y="44119"/>
                  </a:lnTo>
                  <a:lnTo>
                    <a:pt x="99618" y="42265"/>
                  </a:lnTo>
                  <a:lnTo>
                    <a:pt x="115620" y="42265"/>
                  </a:lnTo>
                  <a:lnTo>
                    <a:pt x="124028" y="43332"/>
                  </a:lnTo>
                  <a:lnTo>
                    <a:pt x="132753" y="45440"/>
                  </a:lnTo>
                  <a:lnTo>
                    <a:pt x="140093" y="7150"/>
                  </a:lnTo>
                  <a:lnTo>
                    <a:pt x="128820" y="4023"/>
                  </a:lnTo>
                  <a:lnTo>
                    <a:pt x="117424" y="1789"/>
                  </a:lnTo>
                  <a:lnTo>
                    <a:pt x="105903" y="447"/>
                  </a:lnTo>
                  <a:lnTo>
                    <a:pt x="942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1" name="object 181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4754008" y="6277013"/>
              <a:ext cx="214122" cy="216890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008694" y="6277013"/>
              <a:ext cx="134340" cy="212128"/>
            </a:xfrm>
            <a:prstGeom prst="rect">
              <a:avLst/>
            </a:prstGeom>
          </p:spPr>
        </p:pic>
      </p:grpSp>
      <p:grpSp>
        <p:nvGrpSpPr>
          <p:cNvPr id="183" name="object 183"/>
          <p:cNvGrpSpPr/>
          <p:nvPr/>
        </p:nvGrpSpPr>
        <p:grpSpPr>
          <a:xfrm>
            <a:off x="5261831" y="6202794"/>
            <a:ext cx="872490" cy="291465"/>
            <a:chOff x="5261831" y="6202794"/>
            <a:chExt cx="872490" cy="291465"/>
          </a:xfrm>
        </p:grpSpPr>
        <p:pic>
          <p:nvPicPr>
            <p:cNvPr id="184" name="object 184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5261831" y="6277013"/>
              <a:ext cx="193675" cy="216890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5485909" y="6277013"/>
              <a:ext cx="194665" cy="216890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5710776" y="6277013"/>
              <a:ext cx="195656" cy="216890"/>
            </a:xfrm>
            <a:prstGeom prst="rect">
              <a:avLst/>
            </a:prstGeom>
          </p:spPr>
        </p:pic>
        <p:sp>
          <p:nvSpPr>
            <p:cNvPr id="187" name="object 187"/>
            <p:cNvSpPr/>
            <p:nvPr/>
          </p:nvSpPr>
          <p:spPr>
            <a:xfrm>
              <a:off x="5945167" y="6202794"/>
              <a:ext cx="189230" cy="286385"/>
            </a:xfrm>
            <a:custGeom>
              <a:avLst/>
              <a:gdLst/>
              <a:ahLst/>
              <a:cxnLst/>
              <a:rect l="l" t="t" r="r" b="b"/>
              <a:pathLst>
                <a:path w="189229" h="286385">
                  <a:moveTo>
                    <a:pt x="54775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182359"/>
                  </a:lnTo>
                  <a:lnTo>
                    <a:pt x="55084" y="170069"/>
                  </a:lnTo>
                  <a:lnTo>
                    <a:pt x="66282" y="131264"/>
                  </a:lnTo>
                  <a:lnTo>
                    <a:pt x="90893" y="116281"/>
                  </a:lnTo>
                  <a:lnTo>
                    <a:pt x="107962" y="116281"/>
                  </a:lnTo>
                  <a:lnTo>
                    <a:pt x="133154" y="150069"/>
                  </a:lnTo>
                  <a:lnTo>
                    <a:pt x="133946" y="176809"/>
                  </a:lnTo>
                  <a:lnTo>
                    <a:pt x="133946" y="286346"/>
                  </a:lnTo>
                  <a:lnTo>
                    <a:pt x="188912" y="286346"/>
                  </a:lnTo>
                  <a:lnTo>
                    <a:pt x="188912" y="164706"/>
                  </a:lnTo>
                  <a:lnTo>
                    <a:pt x="188726" y="151633"/>
                  </a:lnTo>
                  <a:lnTo>
                    <a:pt x="181921" y="110726"/>
                  </a:lnTo>
                  <a:lnTo>
                    <a:pt x="152412" y="81356"/>
                  </a:lnTo>
                  <a:lnTo>
                    <a:pt x="118275" y="74218"/>
                  </a:lnTo>
                  <a:lnTo>
                    <a:pt x="100468" y="76152"/>
                  </a:lnTo>
                  <a:lnTo>
                    <a:pt x="83948" y="81954"/>
                  </a:lnTo>
                  <a:lnTo>
                    <a:pt x="68717" y="91626"/>
                  </a:lnTo>
                  <a:lnTo>
                    <a:pt x="54775" y="105168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8" name="object 188"/>
          <p:cNvSpPr/>
          <p:nvPr/>
        </p:nvSpPr>
        <p:spPr>
          <a:xfrm>
            <a:off x="6289972" y="6277012"/>
            <a:ext cx="201295" cy="291465"/>
          </a:xfrm>
          <a:custGeom>
            <a:avLst/>
            <a:gdLst/>
            <a:ahLst/>
            <a:cxnLst/>
            <a:rect l="l" t="t" r="r" b="b"/>
            <a:pathLst>
              <a:path w="201295" h="291465">
                <a:moveTo>
                  <a:pt x="201218" y="186728"/>
                </a:moveTo>
                <a:lnTo>
                  <a:pt x="146443" y="186728"/>
                </a:lnTo>
                <a:lnTo>
                  <a:pt x="146443" y="291109"/>
                </a:lnTo>
                <a:lnTo>
                  <a:pt x="201218" y="291109"/>
                </a:lnTo>
                <a:lnTo>
                  <a:pt x="201218" y="186728"/>
                </a:lnTo>
                <a:close/>
              </a:path>
              <a:path w="201295" h="291465">
                <a:moveTo>
                  <a:pt x="88099" y="0"/>
                </a:moveTo>
                <a:lnTo>
                  <a:pt x="38650" y="15735"/>
                </a:lnTo>
                <a:lnTo>
                  <a:pt x="6297" y="61461"/>
                </a:lnTo>
                <a:lnTo>
                  <a:pt x="12" y="105765"/>
                </a:lnTo>
                <a:lnTo>
                  <a:pt x="0" y="105956"/>
                </a:lnTo>
                <a:lnTo>
                  <a:pt x="1674" y="131173"/>
                </a:lnTo>
                <a:lnTo>
                  <a:pt x="14702" y="172488"/>
                </a:lnTo>
                <a:lnTo>
                  <a:pt x="39061" y="201931"/>
                </a:lnTo>
                <a:lnTo>
                  <a:pt x="85128" y="216890"/>
                </a:lnTo>
                <a:lnTo>
                  <a:pt x="94208" y="216381"/>
                </a:lnTo>
                <a:lnTo>
                  <a:pt x="134385" y="199177"/>
                </a:lnTo>
                <a:lnTo>
                  <a:pt x="146443" y="186728"/>
                </a:lnTo>
                <a:lnTo>
                  <a:pt x="201218" y="186728"/>
                </a:lnTo>
                <a:lnTo>
                  <a:pt x="201218" y="173431"/>
                </a:lnTo>
                <a:lnTo>
                  <a:pt x="100799" y="173431"/>
                </a:lnTo>
                <a:lnTo>
                  <a:pt x="91660" y="172488"/>
                </a:lnTo>
                <a:lnTo>
                  <a:pt x="59183" y="138456"/>
                </a:lnTo>
                <a:lnTo>
                  <a:pt x="55956" y="108940"/>
                </a:lnTo>
                <a:lnTo>
                  <a:pt x="56787" y="92941"/>
                </a:lnTo>
                <a:lnTo>
                  <a:pt x="76394" y="51984"/>
                </a:lnTo>
                <a:lnTo>
                  <a:pt x="102590" y="43052"/>
                </a:lnTo>
                <a:lnTo>
                  <a:pt x="201218" y="43052"/>
                </a:lnTo>
                <a:lnTo>
                  <a:pt x="201218" y="35318"/>
                </a:lnTo>
                <a:lnTo>
                  <a:pt x="150812" y="35318"/>
                </a:lnTo>
                <a:lnTo>
                  <a:pt x="144659" y="27046"/>
                </a:lnTo>
                <a:lnTo>
                  <a:pt x="138109" y="19889"/>
                </a:lnTo>
                <a:lnTo>
                  <a:pt x="98075" y="557"/>
                </a:lnTo>
                <a:lnTo>
                  <a:pt x="88099" y="0"/>
                </a:lnTo>
                <a:close/>
              </a:path>
              <a:path w="201295" h="291465">
                <a:moveTo>
                  <a:pt x="201218" y="43052"/>
                </a:moveTo>
                <a:lnTo>
                  <a:pt x="102590" y="43052"/>
                </a:lnTo>
                <a:lnTo>
                  <a:pt x="112222" y="44045"/>
                </a:lnTo>
                <a:lnTo>
                  <a:pt x="112060" y="44045"/>
                </a:lnTo>
                <a:lnTo>
                  <a:pt x="120830" y="47023"/>
                </a:lnTo>
                <a:lnTo>
                  <a:pt x="120699" y="47023"/>
                </a:lnTo>
                <a:lnTo>
                  <a:pt x="128258" y="51764"/>
                </a:lnTo>
                <a:lnTo>
                  <a:pt x="147415" y="90906"/>
                </a:lnTo>
                <a:lnTo>
                  <a:pt x="148234" y="105765"/>
                </a:lnTo>
                <a:lnTo>
                  <a:pt x="147341" y="121591"/>
                </a:lnTo>
                <a:lnTo>
                  <a:pt x="126517" y="163942"/>
                </a:lnTo>
                <a:lnTo>
                  <a:pt x="109641" y="172488"/>
                </a:lnTo>
                <a:lnTo>
                  <a:pt x="108975" y="172488"/>
                </a:lnTo>
                <a:lnTo>
                  <a:pt x="100799" y="173431"/>
                </a:lnTo>
                <a:lnTo>
                  <a:pt x="201218" y="173431"/>
                </a:lnTo>
                <a:lnTo>
                  <a:pt x="201218" y="43052"/>
                </a:lnTo>
                <a:close/>
              </a:path>
              <a:path w="201295" h="291465">
                <a:moveTo>
                  <a:pt x="201218" y="4762"/>
                </a:moveTo>
                <a:lnTo>
                  <a:pt x="150812" y="4762"/>
                </a:lnTo>
                <a:lnTo>
                  <a:pt x="150812" y="35318"/>
                </a:lnTo>
                <a:lnTo>
                  <a:pt x="201218" y="35318"/>
                </a:lnTo>
                <a:lnTo>
                  <a:pt x="201218" y="4762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9" name="object 189"/>
          <p:cNvGrpSpPr/>
          <p:nvPr/>
        </p:nvGrpSpPr>
        <p:grpSpPr>
          <a:xfrm>
            <a:off x="6544061" y="6202794"/>
            <a:ext cx="1368425" cy="291465"/>
            <a:chOff x="6544061" y="6202794"/>
            <a:chExt cx="1368425" cy="291465"/>
          </a:xfrm>
        </p:grpSpPr>
        <p:pic>
          <p:nvPicPr>
            <p:cNvPr id="190" name="object 190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6544061" y="6281775"/>
              <a:ext cx="188709" cy="212128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6773537" y="6277013"/>
              <a:ext cx="193675" cy="216890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6992650" y="6277013"/>
              <a:ext cx="193878" cy="216890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7211961" y="6202794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20" h="291464">
                  <a:moveTo>
                    <a:pt x="122237" y="282778"/>
                  </a:moveTo>
                  <a:lnTo>
                    <a:pt x="117475" y="240309"/>
                  </a:lnTo>
                  <a:lnTo>
                    <a:pt x="107823" y="243751"/>
                  </a:lnTo>
                  <a:lnTo>
                    <a:pt x="100469" y="245465"/>
                  </a:lnTo>
                  <a:lnTo>
                    <a:pt x="91744" y="245465"/>
                  </a:lnTo>
                  <a:lnTo>
                    <a:pt x="88633" y="244602"/>
                  </a:lnTo>
                  <a:lnTo>
                    <a:pt x="80175" y="122631"/>
                  </a:lnTo>
                  <a:lnTo>
                    <a:pt x="117678" y="122631"/>
                  </a:lnTo>
                  <a:lnTo>
                    <a:pt x="117678" y="78981"/>
                  </a:lnTo>
                  <a:lnTo>
                    <a:pt x="80175" y="78981"/>
                  </a:lnTo>
                  <a:lnTo>
                    <a:pt x="80175" y="5549"/>
                  </a:lnTo>
                  <a:lnTo>
                    <a:pt x="25196" y="37706"/>
                  </a:lnTo>
                  <a:lnTo>
                    <a:pt x="25196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196" y="122631"/>
                  </a:lnTo>
                  <a:lnTo>
                    <a:pt x="25196" y="213118"/>
                  </a:lnTo>
                  <a:lnTo>
                    <a:pt x="25590" y="237388"/>
                  </a:lnTo>
                  <a:lnTo>
                    <a:pt x="38227" y="278409"/>
                  </a:lnTo>
                  <a:lnTo>
                    <a:pt x="78778" y="291109"/>
                  </a:lnTo>
                  <a:lnTo>
                    <a:pt x="90576" y="290588"/>
                  </a:lnTo>
                  <a:lnTo>
                    <a:pt x="101752" y="289026"/>
                  </a:lnTo>
                  <a:lnTo>
                    <a:pt x="112306" y="286423"/>
                  </a:lnTo>
                  <a:lnTo>
                    <a:pt x="122237" y="282778"/>
                  </a:lnTo>
                  <a:close/>
                </a:path>
                <a:path w="210820" h="291464">
                  <a:moveTo>
                    <a:pt x="210604" y="78981"/>
                  </a:moveTo>
                  <a:lnTo>
                    <a:pt x="155841" y="78981"/>
                  </a:lnTo>
                  <a:lnTo>
                    <a:pt x="155841" y="286346"/>
                  </a:lnTo>
                  <a:lnTo>
                    <a:pt x="210604" y="286346"/>
                  </a:lnTo>
                  <a:lnTo>
                    <a:pt x="210604" y="78981"/>
                  </a:lnTo>
                  <a:close/>
                </a:path>
                <a:path w="210820" h="291464">
                  <a:moveTo>
                    <a:pt x="210604" y="0"/>
                  </a:moveTo>
                  <a:lnTo>
                    <a:pt x="155841" y="0"/>
                  </a:lnTo>
                  <a:lnTo>
                    <a:pt x="155841" y="50800"/>
                  </a:lnTo>
                  <a:lnTo>
                    <a:pt x="210604" y="50800"/>
                  </a:lnTo>
                  <a:lnTo>
                    <a:pt x="21060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7466258" y="6277013"/>
              <a:ext cx="214109" cy="216890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7722925" y="6277013"/>
              <a:ext cx="189102" cy="212128"/>
            </a:xfrm>
            <a:prstGeom prst="rect">
              <a:avLst/>
            </a:prstGeom>
          </p:spPr>
        </p:pic>
      </p:grpSp>
      <p:grpSp>
        <p:nvGrpSpPr>
          <p:cNvPr id="387" name="object 387"/>
          <p:cNvGrpSpPr/>
          <p:nvPr/>
        </p:nvGrpSpPr>
        <p:grpSpPr>
          <a:xfrm>
            <a:off x="10502677" y="6202794"/>
            <a:ext cx="1146175" cy="365760"/>
            <a:chOff x="10502677" y="6202794"/>
            <a:chExt cx="1146175" cy="365760"/>
          </a:xfrm>
        </p:grpSpPr>
        <p:sp>
          <p:nvSpPr>
            <p:cNvPr id="388" name="object 388"/>
            <p:cNvSpPr/>
            <p:nvPr/>
          </p:nvSpPr>
          <p:spPr>
            <a:xfrm>
              <a:off x="10502677" y="6277013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51197" y="4762"/>
                  </a:moveTo>
                  <a:lnTo>
                    <a:pt x="0" y="4762"/>
                  </a:lnTo>
                  <a:lnTo>
                    <a:pt x="0" y="291109"/>
                  </a:lnTo>
                  <a:lnTo>
                    <a:pt x="54768" y="291109"/>
                  </a:lnTo>
                  <a:lnTo>
                    <a:pt x="54768" y="186524"/>
                  </a:lnTo>
                  <a:lnTo>
                    <a:pt x="178113" y="186524"/>
                  </a:lnTo>
                  <a:lnTo>
                    <a:pt x="187392" y="173227"/>
                  </a:lnTo>
                  <a:lnTo>
                    <a:pt x="101997" y="173227"/>
                  </a:lnTo>
                  <a:lnTo>
                    <a:pt x="93156" y="172273"/>
                  </a:lnTo>
                  <a:lnTo>
                    <a:pt x="92604" y="172273"/>
                  </a:lnTo>
                  <a:lnTo>
                    <a:pt x="83493" y="169063"/>
                  </a:lnTo>
                  <a:lnTo>
                    <a:pt x="57645" y="135332"/>
                  </a:lnTo>
                  <a:lnTo>
                    <a:pt x="54310" y="107543"/>
                  </a:lnTo>
                  <a:lnTo>
                    <a:pt x="54289" y="107149"/>
                  </a:lnTo>
                  <a:lnTo>
                    <a:pt x="61652" y="67612"/>
                  </a:lnTo>
                  <a:lnTo>
                    <a:pt x="101005" y="43256"/>
                  </a:lnTo>
                  <a:lnTo>
                    <a:pt x="187800" y="43256"/>
                  </a:lnTo>
                  <a:lnTo>
                    <a:pt x="182005" y="35115"/>
                  </a:lnTo>
                  <a:lnTo>
                    <a:pt x="51197" y="35115"/>
                  </a:lnTo>
                  <a:lnTo>
                    <a:pt x="51197" y="4762"/>
                  </a:lnTo>
                  <a:close/>
                </a:path>
                <a:path w="202565" h="291465">
                  <a:moveTo>
                    <a:pt x="178113" y="186524"/>
                  </a:moveTo>
                  <a:lnTo>
                    <a:pt x="54768" y="186524"/>
                  </a:lnTo>
                  <a:lnTo>
                    <a:pt x="62408" y="194252"/>
                  </a:lnTo>
                  <a:lnTo>
                    <a:pt x="99020" y="215204"/>
                  </a:lnTo>
                  <a:lnTo>
                    <a:pt x="115491" y="216890"/>
                  </a:lnTo>
                  <a:lnTo>
                    <a:pt x="131794" y="215204"/>
                  </a:lnTo>
                  <a:lnTo>
                    <a:pt x="132545" y="215204"/>
                  </a:lnTo>
                  <a:lnTo>
                    <a:pt x="148927" y="209697"/>
                  </a:lnTo>
                  <a:lnTo>
                    <a:pt x="163538" y="200764"/>
                  </a:lnTo>
                  <a:lnTo>
                    <a:pt x="177006" y="188112"/>
                  </a:lnTo>
                  <a:lnTo>
                    <a:pt x="178113" y="186524"/>
                  </a:lnTo>
                  <a:close/>
                </a:path>
                <a:path w="202565" h="291465">
                  <a:moveTo>
                    <a:pt x="187800" y="43256"/>
                  </a:moveTo>
                  <a:lnTo>
                    <a:pt x="101005" y="43256"/>
                  </a:lnTo>
                  <a:lnTo>
                    <a:pt x="110245" y="44248"/>
                  </a:lnTo>
                  <a:lnTo>
                    <a:pt x="118715" y="47226"/>
                  </a:lnTo>
                  <a:lnTo>
                    <a:pt x="143172" y="79170"/>
                  </a:lnTo>
                  <a:lnTo>
                    <a:pt x="146308" y="104965"/>
                  </a:lnTo>
                  <a:lnTo>
                    <a:pt x="146426" y="107149"/>
                  </a:lnTo>
                  <a:lnTo>
                    <a:pt x="139303" y="149070"/>
                  </a:lnTo>
                  <a:lnTo>
                    <a:pt x="101997" y="173227"/>
                  </a:lnTo>
                  <a:lnTo>
                    <a:pt x="187392" y="173227"/>
                  </a:lnTo>
                  <a:lnTo>
                    <a:pt x="200818" y="131705"/>
                  </a:lnTo>
                  <a:lnTo>
                    <a:pt x="202380" y="107543"/>
                  </a:lnTo>
                  <a:lnTo>
                    <a:pt x="202406" y="107149"/>
                  </a:lnTo>
                  <a:lnTo>
                    <a:pt x="200831" y="83251"/>
                  </a:lnTo>
                  <a:lnTo>
                    <a:pt x="196106" y="62155"/>
                  </a:lnTo>
                  <a:lnTo>
                    <a:pt x="188231" y="43861"/>
                  </a:lnTo>
                  <a:lnTo>
                    <a:pt x="187800" y="43256"/>
                  </a:lnTo>
                  <a:close/>
                </a:path>
                <a:path w="202565" h="291465">
                  <a:moveTo>
                    <a:pt x="115887" y="0"/>
                  </a:moveTo>
                  <a:lnTo>
                    <a:pt x="77986" y="9715"/>
                  </a:lnTo>
                  <a:lnTo>
                    <a:pt x="51197" y="35115"/>
                  </a:lnTo>
                  <a:lnTo>
                    <a:pt x="182005" y="35115"/>
                  </a:lnTo>
                  <a:lnTo>
                    <a:pt x="149275" y="7094"/>
                  </a:lnTo>
                  <a:lnTo>
                    <a:pt x="11588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9" name="object 389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10734143" y="6277013"/>
              <a:ext cx="194666" cy="216890"/>
            </a:xfrm>
            <a:prstGeom prst="rect">
              <a:avLst/>
            </a:prstGeom>
          </p:spPr>
        </p:pic>
        <p:pic>
          <p:nvPicPr>
            <p:cNvPr id="390" name="object 390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10968737" y="6277013"/>
              <a:ext cx="134339" cy="212128"/>
            </a:xfrm>
            <a:prstGeom prst="rect">
              <a:avLst/>
            </a:prstGeom>
          </p:spPr>
        </p:pic>
        <p:sp>
          <p:nvSpPr>
            <p:cNvPr id="391" name="object 391"/>
            <p:cNvSpPr/>
            <p:nvPr/>
          </p:nvSpPr>
          <p:spPr>
            <a:xfrm>
              <a:off x="11104181" y="6202794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20" h="291464">
                  <a:moveTo>
                    <a:pt x="122237" y="282778"/>
                  </a:moveTo>
                  <a:lnTo>
                    <a:pt x="117475" y="240309"/>
                  </a:lnTo>
                  <a:lnTo>
                    <a:pt x="107810" y="243751"/>
                  </a:lnTo>
                  <a:lnTo>
                    <a:pt x="100469" y="245465"/>
                  </a:lnTo>
                  <a:lnTo>
                    <a:pt x="91744" y="245465"/>
                  </a:lnTo>
                  <a:lnTo>
                    <a:pt x="88633" y="244602"/>
                  </a:lnTo>
                  <a:lnTo>
                    <a:pt x="80162" y="122631"/>
                  </a:lnTo>
                  <a:lnTo>
                    <a:pt x="117665" y="122631"/>
                  </a:lnTo>
                  <a:lnTo>
                    <a:pt x="117665" y="78981"/>
                  </a:lnTo>
                  <a:lnTo>
                    <a:pt x="80162" y="78981"/>
                  </a:lnTo>
                  <a:lnTo>
                    <a:pt x="80162" y="5549"/>
                  </a:lnTo>
                  <a:lnTo>
                    <a:pt x="25196" y="37706"/>
                  </a:lnTo>
                  <a:lnTo>
                    <a:pt x="25196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196" y="122631"/>
                  </a:lnTo>
                  <a:lnTo>
                    <a:pt x="25196" y="213118"/>
                  </a:lnTo>
                  <a:lnTo>
                    <a:pt x="25590" y="237388"/>
                  </a:lnTo>
                  <a:lnTo>
                    <a:pt x="38227" y="278409"/>
                  </a:lnTo>
                  <a:lnTo>
                    <a:pt x="78778" y="291109"/>
                  </a:lnTo>
                  <a:lnTo>
                    <a:pt x="90563" y="290588"/>
                  </a:lnTo>
                  <a:lnTo>
                    <a:pt x="101739" y="289026"/>
                  </a:lnTo>
                  <a:lnTo>
                    <a:pt x="112293" y="286423"/>
                  </a:lnTo>
                  <a:lnTo>
                    <a:pt x="122237" y="282778"/>
                  </a:lnTo>
                  <a:close/>
                </a:path>
                <a:path w="210820" h="291464">
                  <a:moveTo>
                    <a:pt x="210604" y="78981"/>
                  </a:moveTo>
                  <a:lnTo>
                    <a:pt x="155841" y="78981"/>
                  </a:lnTo>
                  <a:lnTo>
                    <a:pt x="155841" y="286346"/>
                  </a:lnTo>
                  <a:lnTo>
                    <a:pt x="210604" y="286346"/>
                  </a:lnTo>
                  <a:lnTo>
                    <a:pt x="210604" y="78981"/>
                  </a:lnTo>
                  <a:close/>
                </a:path>
                <a:path w="210820" h="291464">
                  <a:moveTo>
                    <a:pt x="210604" y="0"/>
                  </a:moveTo>
                  <a:lnTo>
                    <a:pt x="155841" y="0"/>
                  </a:lnTo>
                  <a:lnTo>
                    <a:pt x="155841" y="50800"/>
                  </a:lnTo>
                  <a:lnTo>
                    <a:pt x="210604" y="50800"/>
                  </a:lnTo>
                  <a:lnTo>
                    <a:pt x="21060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2" name="object 392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11359057" y="6277013"/>
              <a:ext cx="195668" cy="216890"/>
            </a:xfrm>
            <a:prstGeom prst="rect">
              <a:avLst/>
            </a:prstGeom>
          </p:spPr>
        </p:pic>
        <p:sp>
          <p:nvSpPr>
            <p:cNvPr id="393" name="object 393"/>
            <p:cNvSpPr/>
            <p:nvPr/>
          </p:nvSpPr>
          <p:spPr>
            <a:xfrm>
              <a:off x="11593652" y="6202794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5">
                  <a:moveTo>
                    <a:pt x="54775" y="78981"/>
                  </a:moveTo>
                  <a:lnTo>
                    <a:pt x="0" y="78981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78981"/>
                  </a:lnTo>
                  <a:close/>
                </a:path>
                <a:path w="55245" h="286385">
                  <a:moveTo>
                    <a:pt x="54775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775" y="50800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4" name="object 394"/>
          <p:cNvGrpSpPr/>
          <p:nvPr/>
        </p:nvGrpSpPr>
        <p:grpSpPr>
          <a:xfrm>
            <a:off x="11703215" y="6202794"/>
            <a:ext cx="1146175" cy="365760"/>
            <a:chOff x="11703215" y="6202794"/>
            <a:chExt cx="1146175" cy="365760"/>
          </a:xfrm>
        </p:grpSpPr>
        <p:sp>
          <p:nvSpPr>
            <p:cNvPr id="395" name="object 395"/>
            <p:cNvSpPr/>
            <p:nvPr/>
          </p:nvSpPr>
          <p:spPr>
            <a:xfrm>
              <a:off x="11703215" y="6277013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51193" y="4762"/>
                  </a:moveTo>
                  <a:lnTo>
                    <a:pt x="0" y="4762"/>
                  </a:lnTo>
                  <a:lnTo>
                    <a:pt x="0" y="291109"/>
                  </a:lnTo>
                  <a:lnTo>
                    <a:pt x="54762" y="291109"/>
                  </a:lnTo>
                  <a:lnTo>
                    <a:pt x="54762" y="186524"/>
                  </a:lnTo>
                  <a:lnTo>
                    <a:pt x="178107" y="186524"/>
                  </a:lnTo>
                  <a:lnTo>
                    <a:pt x="187389" y="173227"/>
                  </a:lnTo>
                  <a:lnTo>
                    <a:pt x="101993" y="173227"/>
                  </a:lnTo>
                  <a:lnTo>
                    <a:pt x="93152" y="172273"/>
                  </a:lnTo>
                  <a:lnTo>
                    <a:pt x="92600" y="172273"/>
                  </a:lnTo>
                  <a:lnTo>
                    <a:pt x="83488" y="169063"/>
                  </a:lnTo>
                  <a:lnTo>
                    <a:pt x="57646" y="135332"/>
                  </a:lnTo>
                  <a:lnTo>
                    <a:pt x="54315" y="107543"/>
                  </a:lnTo>
                  <a:lnTo>
                    <a:pt x="54294" y="107149"/>
                  </a:lnTo>
                  <a:lnTo>
                    <a:pt x="61646" y="67612"/>
                  </a:lnTo>
                  <a:lnTo>
                    <a:pt x="101003" y="43256"/>
                  </a:lnTo>
                  <a:lnTo>
                    <a:pt x="187797" y="43256"/>
                  </a:lnTo>
                  <a:lnTo>
                    <a:pt x="182003" y="35115"/>
                  </a:lnTo>
                  <a:lnTo>
                    <a:pt x="51193" y="35115"/>
                  </a:lnTo>
                  <a:lnTo>
                    <a:pt x="51193" y="4762"/>
                  </a:lnTo>
                  <a:close/>
                </a:path>
                <a:path w="202565" h="291465">
                  <a:moveTo>
                    <a:pt x="178107" y="186524"/>
                  </a:moveTo>
                  <a:lnTo>
                    <a:pt x="54762" y="186524"/>
                  </a:lnTo>
                  <a:lnTo>
                    <a:pt x="62406" y="194252"/>
                  </a:lnTo>
                  <a:lnTo>
                    <a:pt x="99015" y="215204"/>
                  </a:lnTo>
                  <a:lnTo>
                    <a:pt x="115493" y="216890"/>
                  </a:lnTo>
                  <a:lnTo>
                    <a:pt x="131792" y="215204"/>
                  </a:lnTo>
                  <a:lnTo>
                    <a:pt x="132543" y="215204"/>
                  </a:lnTo>
                  <a:lnTo>
                    <a:pt x="148923" y="209697"/>
                  </a:lnTo>
                  <a:lnTo>
                    <a:pt x="163533" y="200764"/>
                  </a:lnTo>
                  <a:lnTo>
                    <a:pt x="176999" y="188112"/>
                  </a:lnTo>
                  <a:lnTo>
                    <a:pt x="178107" y="186524"/>
                  </a:lnTo>
                  <a:close/>
                </a:path>
                <a:path w="202565" h="291465">
                  <a:moveTo>
                    <a:pt x="187797" y="43256"/>
                  </a:moveTo>
                  <a:lnTo>
                    <a:pt x="101003" y="43256"/>
                  </a:lnTo>
                  <a:lnTo>
                    <a:pt x="110239" y="44248"/>
                  </a:lnTo>
                  <a:lnTo>
                    <a:pt x="118710" y="47226"/>
                  </a:lnTo>
                  <a:lnTo>
                    <a:pt x="143168" y="79170"/>
                  </a:lnTo>
                  <a:lnTo>
                    <a:pt x="146305" y="104965"/>
                  </a:lnTo>
                  <a:lnTo>
                    <a:pt x="146422" y="107149"/>
                  </a:lnTo>
                  <a:lnTo>
                    <a:pt x="139301" y="149070"/>
                  </a:lnTo>
                  <a:lnTo>
                    <a:pt x="101993" y="173227"/>
                  </a:lnTo>
                  <a:lnTo>
                    <a:pt x="187389" y="173227"/>
                  </a:lnTo>
                  <a:lnTo>
                    <a:pt x="200813" y="131705"/>
                  </a:lnTo>
                  <a:lnTo>
                    <a:pt x="202399" y="107149"/>
                  </a:lnTo>
                  <a:lnTo>
                    <a:pt x="200825" y="83251"/>
                  </a:lnTo>
                  <a:lnTo>
                    <a:pt x="196102" y="62155"/>
                  </a:lnTo>
                  <a:lnTo>
                    <a:pt x="188228" y="43861"/>
                  </a:lnTo>
                  <a:lnTo>
                    <a:pt x="187797" y="43256"/>
                  </a:lnTo>
                  <a:close/>
                </a:path>
                <a:path w="202565" h="291465">
                  <a:moveTo>
                    <a:pt x="115887" y="0"/>
                  </a:moveTo>
                  <a:lnTo>
                    <a:pt x="77990" y="9715"/>
                  </a:lnTo>
                  <a:lnTo>
                    <a:pt x="51193" y="35115"/>
                  </a:lnTo>
                  <a:lnTo>
                    <a:pt x="182003" y="35115"/>
                  </a:lnTo>
                  <a:lnTo>
                    <a:pt x="149274" y="7094"/>
                  </a:lnTo>
                  <a:lnTo>
                    <a:pt x="11588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6" name="object 396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11934685" y="6277013"/>
              <a:ext cx="194665" cy="216890"/>
            </a:xfrm>
            <a:prstGeom prst="rect">
              <a:avLst/>
            </a:prstGeom>
          </p:spPr>
        </p:pic>
        <p:sp>
          <p:nvSpPr>
            <p:cNvPr id="397" name="object 397"/>
            <p:cNvSpPr/>
            <p:nvPr/>
          </p:nvSpPr>
          <p:spPr>
            <a:xfrm>
              <a:off x="12149036" y="6202794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20" h="291464">
                  <a:moveTo>
                    <a:pt x="122237" y="282778"/>
                  </a:moveTo>
                  <a:lnTo>
                    <a:pt x="117475" y="240309"/>
                  </a:lnTo>
                  <a:lnTo>
                    <a:pt x="107810" y="243751"/>
                  </a:lnTo>
                  <a:lnTo>
                    <a:pt x="100469" y="245465"/>
                  </a:lnTo>
                  <a:lnTo>
                    <a:pt x="91744" y="245465"/>
                  </a:lnTo>
                  <a:lnTo>
                    <a:pt x="88633" y="244602"/>
                  </a:lnTo>
                  <a:lnTo>
                    <a:pt x="80162" y="122631"/>
                  </a:lnTo>
                  <a:lnTo>
                    <a:pt x="117665" y="122631"/>
                  </a:lnTo>
                  <a:lnTo>
                    <a:pt x="117665" y="78981"/>
                  </a:lnTo>
                  <a:lnTo>
                    <a:pt x="80162" y="78981"/>
                  </a:lnTo>
                  <a:lnTo>
                    <a:pt x="80162" y="5549"/>
                  </a:lnTo>
                  <a:lnTo>
                    <a:pt x="25196" y="37706"/>
                  </a:lnTo>
                  <a:lnTo>
                    <a:pt x="25196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196" y="122631"/>
                  </a:lnTo>
                  <a:lnTo>
                    <a:pt x="25196" y="213118"/>
                  </a:lnTo>
                  <a:lnTo>
                    <a:pt x="25590" y="237388"/>
                  </a:lnTo>
                  <a:lnTo>
                    <a:pt x="38227" y="278409"/>
                  </a:lnTo>
                  <a:lnTo>
                    <a:pt x="78778" y="291109"/>
                  </a:lnTo>
                  <a:lnTo>
                    <a:pt x="90563" y="290588"/>
                  </a:lnTo>
                  <a:lnTo>
                    <a:pt x="101739" y="289026"/>
                  </a:lnTo>
                  <a:lnTo>
                    <a:pt x="112293" y="286423"/>
                  </a:lnTo>
                  <a:lnTo>
                    <a:pt x="122237" y="282778"/>
                  </a:lnTo>
                  <a:close/>
                </a:path>
                <a:path w="210820" h="291464">
                  <a:moveTo>
                    <a:pt x="210604" y="78981"/>
                  </a:moveTo>
                  <a:lnTo>
                    <a:pt x="155841" y="78981"/>
                  </a:lnTo>
                  <a:lnTo>
                    <a:pt x="155841" y="286346"/>
                  </a:lnTo>
                  <a:lnTo>
                    <a:pt x="210604" y="286346"/>
                  </a:lnTo>
                  <a:lnTo>
                    <a:pt x="210604" y="78981"/>
                  </a:lnTo>
                  <a:close/>
                </a:path>
                <a:path w="210820" h="291464">
                  <a:moveTo>
                    <a:pt x="210604" y="0"/>
                  </a:moveTo>
                  <a:lnTo>
                    <a:pt x="155841" y="0"/>
                  </a:lnTo>
                  <a:lnTo>
                    <a:pt x="155841" y="50800"/>
                  </a:lnTo>
                  <a:lnTo>
                    <a:pt x="210604" y="50800"/>
                  </a:lnTo>
                  <a:lnTo>
                    <a:pt x="21060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8" name="object 398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12403315" y="6277013"/>
              <a:ext cx="214122" cy="216890"/>
            </a:xfrm>
            <a:prstGeom prst="rect">
              <a:avLst/>
            </a:prstGeom>
          </p:spPr>
        </p:pic>
        <p:pic>
          <p:nvPicPr>
            <p:cNvPr id="399" name="object 399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12659982" y="6277013"/>
              <a:ext cx="189115" cy="212128"/>
            </a:xfrm>
            <a:prstGeom prst="rect">
              <a:avLst/>
            </a:prstGeom>
          </p:spPr>
        </p:pic>
      </p:grpSp>
      <p:pic>
        <p:nvPicPr>
          <p:cNvPr id="196" name="object 19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6949" y="6862927"/>
            <a:ext cx="99020" cy="990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sp>
        <p:nvSpPr>
          <p:cNvPr id="197" name="object 197"/>
          <p:cNvSpPr/>
          <p:nvPr/>
        </p:nvSpPr>
        <p:spPr>
          <a:xfrm>
            <a:off x="1677682" y="6766293"/>
            <a:ext cx="227329" cy="286385"/>
          </a:xfrm>
          <a:custGeom>
            <a:avLst/>
            <a:gdLst/>
            <a:ahLst/>
            <a:cxnLst/>
            <a:rect l="l" t="t" r="r" b="b"/>
            <a:pathLst>
              <a:path w="227330" h="286384">
                <a:moveTo>
                  <a:pt x="227013" y="0"/>
                </a:moveTo>
                <a:lnTo>
                  <a:pt x="173435" y="0"/>
                </a:lnTo>
                <a:lnTo>
                  <a:pt x="173435" y="191287"/>
                </a:lnTo>
                <a:lnTo>
                  <a:pt x="56158" y="0"/>
                </a:lnTo>
                <a:lnTo>
                  <a:pt x="0" y="0"/>
                </a:lnTo>
                <a:lnTo>
                  <a:pt x="0" y="286346"/>
                </a:lnTo>
                <a:lnTo>
                  <a:pt x="53578" y="286346"/>
                </a:lnTo>
                <a:lnTo>
                  <a:pt x="53578" y="99618"/>
                </a:lnTo>
                <a:lnTo>
                  <a:pt x="169070" y="286346"/>
                </a:lnTo>
                <a:lnTo>
                  <a:pt x="227013" y="286346"/>
                </a:lnTo>
                <a:lnTo>
                  <a:pt x="227013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8" name="object 198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1964404" y="6845274"/>
            <a:ext cx="188713" cy="212128"/>
          </a:xfrm>
          <a:prstGeom prst="rect">
            <a:avLst/>
          </a:prstGeom>
        </p:spPr>
      </p:pic>
      <p:sp>
        <p:nvSpPr>
          <p:cNvPr id="199" name="object 199"/>
          <p:cNvSpPr/>
          <p:nvPr/>
        </p:nvSpPr>
        <p:spPr>
          <a:xfrm>
            <a:off x="2205791" y="6840511"/>
            <a:ext cx="305435" cy="212725"/>
          </a:xfrm>
          <a:custGeom>
            <a:avLst/>
            <a:gdLst/>
            <a:ahLst/>
            <a:cxnLst/>
            <a:rect l="l" t="t" r="r" b="b"/>
            <a:pathLst>
              <a:path w="305435" h="212725">
                <a:moveTo>
                  <a:pt x="237134" y="0"/>
                </a:moveTo>
                <a:lnTo>
                  <a:pt x="195597" y="12919"/>
                </a:lnTo>
                <a:lnTo>
                  <a:pt x="173824" y="32931"/>
                </a:lnTo>
                <a:lnTo>
                  <a:pt x="168831" y="25220"/>
                </a:lnTo>
                <a:lnTo>
                  <a:pt x="133846" y="2079"/>
                </a:lnTo>
                <a:lnTo>
                  <a:pt x="115290" y="0"/>
                </a:lnTo>
                <a:lnTo>
                  <a:pt x="97181" y="2057"/>
                </a:lnTo>
                <a:lnTo>
                  <a:pt x="80362" y="8231"/>
                </a:lnTo>
                <a:lnTo>
                  <a:pt x="64834" y="18521"/>
                </a:lnTo>
                <a:lnTo>
                  <a:pt x="50596" y="32931"/>
                </a:lnTo>
                <a:lnTo>
                  <a:pt x="50596" y="4762"/>
                </a:lnTo>
                <a:lnTo>
                  <a:pt x="0" y="4762"/>
                </a:lnTo>
                <a:lnTo>
                  <a:pt x="0" y="212128"/>
                </a:lnTo>
                <a:lnTo>
                  <a:pt x="54965" y="212128"/>
                </a:lnTo>
                <a:lnTo>
                  <a:pt x="54965" y="111315"/>
                </a:lnTo>
                <a:lnTo>
                  <a:pt x="55239" y="97413"/>
                </a:lnTo>
                <a:lnTo>
                  <a:pt x="67068" y="53505"/>
                </a:lnTo>
                <a:lnTo>
                  <a:pt x="88176" y="42062"/>
                </a:lnTo>
                <a:lnTo>
                  <a:pt x="103644" y="42062"/>
                </a:lnTo>
                <a:lnTo>
                  <a:pt x="125226" y="84679"/>
                </a:lnTo>
                <a:lnTo>
                  <a:pt x="125412" y="98424"/>
                </a:lnTo>
                <a:lnTo>
                  <a:pt x="125412" y="212128"/>
                </a:lnTo>
                <a:lnTo>
                  <a:pt x="180378" y="212128"/>
                </a:lnTo>
                <a:lnTo>
                  <a:pt x="180378" y="112509"/>
                </a:lnTo>
                <a:lnTo>
                  <a:pt x="180651" y="98814"/>
                </a:lnTo>
                <a:lnTo>
                  <a:pt x="187782" y="60515"/>
                </a:lnTo>
                <a:lnTo>
                  <a:pt x="213385" y="42062"/>
                </a:lnTo>
                <a:lnTo>
                  <a:pt x="221056" y="42062"/>
                </a:lnTo>
                <a:lnTo>
                  <a:pt x="249868" y="79448"/>
                </a:lnTo>
                <a:lnTo>
                  <a:pt x="250228" y="93459"/>
                </a:lnTo>
                <a:lnTo>
                  <a:pt x="250228" y="212128"/>
                </a:lnTo>
                <a:lnTo>
                  <a:pt x="305193" y="212128"/>
                </a:lnTo>
                <a:lnTo>
                  <a:pt x="305193" y="79565"/>
                </a:lnTo>
                <a:lnTo>
                  <a:pt x="304834" y="65716"/>
                </a:lnTo>
                <a:lnTo>
                  <a:pt x="295064" y="28040"/>
                </a:lnTo>
                <a:lnTo>
                  <a:pt x="258216" y="2332"/>
                </a:lnTo>
                <a:lnTo>
                  <a:pt x="248109" y="583"/>
                </a:lnTo>
                <a:lnTo>
                  <a:pt x="237134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0" name="object 200"/>
          <p:cNvGrpSpPr/>
          <p:nvPr/>
        </p:nvGrpSpPr>
        <p:grpSpPr>
          <a:xfrm>
            <a:off x="2563284" y="6766293"/>
            <a:ext cx="601345" cy="291465"/>
            <a:chOff x="2563284" y="6766293"/>
            <a:chExt cx="601345" cy="291465"/>
          </a:xfrm>
        </p:grpSpPr>
        <p:sp>
          <p:nvSpPr>
            <p:cNvPr id="201" name="object 201"/>
            <p:cNvSpPr/>
            <p:nvPr/>
          </p:nvSpPr>
          <p:spPr>
            <a:xfrm>
              <a:off x="2563284" y="6766293"/>
              <a:ext cx="203200" cy="291465"/>
            </a:xfrm>
            <a:custGeom>
              <a:avLst/>
              <a:gdLst/>
              <a:ahLst/>
              <a:cxnLst/>
              <a:rect l="l" t="t" r="r" b="b"/>
              <a:pathLst>
                <a:path w="203200" h="291465">
                  <a:moveTo>
                    <a:pt x="181770" y="255790"/>
                  </a:moveTo>
                  <a:lnTo>
                    <a:pt x="51003" y="255790"/>
                  </a:lnTo>
                  <a:lnTo>
                    <a:pt x="57549" y="263984"/>
                  </a:lnTo>
                  <a:lnTo>
                    <a:pt x="89432" y="286083"/>
                  </a:lnTo>
                  <a:lnTo>
                    <a:pt x="115887" y="291109"/>
                  </a:lnTo>
                  <a:lnTo>
                    <a:pt x="133263" y="289311"/>
                  </a:lnTo>
                  <a:lnTo>
                    <a:pt x="149274" y="283916"/>
                  </a:lnTo>
                  <a:lnTo>
                    <a:pt x="163920" y="274923"/>
                  </a:lnTo>
                  <a:lnTo>
                    <a:pt x="177203" y="262331"/>
                  </a:lnTo>
                  <a:lnTo>
                    <a:pt x="181770" y="255790"/>
                  </a:lnTo>
                  <a:close/>
                </a:path>
                <a:path w="203200" h="291465">
                  <a:moveTo>
                    <a:pt x="54965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1003" y="286346"/>
                  </a:lnTo>
                  <a:lnTo>
                    <a:pt x="51003" y="255790"/>
                  </a:lnTo>
                  <a:lnTo>
                    <a:pt x="181770" y="255790"/>
                  </a:lnTo>
                  <a:lnTo>
                    <a:pt x="187456" y="247650"/>
                  </a:lnTo>
                  <a:lnTo>
                    <a:pt x="102590" y="247650"/>
                  </a:lnTo>
                  <a:lnTo>
                    <a:pt x="91370" y="246285"/>
                  </a:lnTo>
                  <a:lnTo>
                    <a:pt x="60261" y="217041"/>
                  </a:lnTo>
                  <a:lnTo>
                    <a:pt x="54780" y="183159"/>
                  </a:lnTo>
                  <a:lnTo>
                    <a:pt x="54663" y="180378"/>
                  </a:lnTo>
                  <a:lnTo>
                    <a:pt x="61826" y="140203"/>
                  </a:lnTo>
                  <a:lnTo>
                    <a:pt x="82085" y="120203"/>
                  </a:lnTo>
                  <a:lnTo>
                    <a:pt x="81942" y="120203"/>
                  </a:lnTo>
                  <a:lnTo>
                    <a:pt x="90831" y="117262"/>
                  </a:lnTo>
                  <a:lnTo>
                    <a:pt x="90651" y="117262"/>
                  </a:lnTo>
                  <a:lnTo>
                    <a:pt x="100406" y="116281"/>
                  </a:lnTo>
                  <a:lnTo>
                    <a:pt x="188151" y="116281"/>
                  </a:lnTo>
                  <a:lnTo>
                    <a:pt x="178789" y="103187"/>
                  </a:lnTo>
                  <a:lnTo>
                    <a:pt x="54965" y="103187"/>
                  </a:lnTo>
                  <a:lnTo>
                    <a:pt x="54965" y="0"/>
                  </a:lnTo>
                  <a:close/>
                </a:path>
                <a:path w="203200" h="291465">
                  <a:moveTo>
                    <a:pt x="188151" y="116281"/>
                  </a:moveTo>
                  <a:lnTo>
                    <a:pt x="100406" y="116281"/>
                  </a:lnTo>
                  <a:lnTo>
                    <a:pt x="109981" y="117262"/>
                  </a:lnTo>
                  <a:lnTo>
                    <a:pt x="118664" y="120203"/>
                  </a:lnTo>
                  <a:lnTo>
                    <a:pt x="143025" y="152600"/>
                  </a:lnTo>
                  <a:lnTo>
                    <a:pt x="146253" y="183159"/>
                  </a:lnTo>
                  <a:lnTo>
                    <a:pt x="145446" y="198796"/>
                  </a:lnTo>
                  <a:lnTo>
                    <a:pt x="126663" y="238943"/>
                  </a:lnTo>
                  <a:lnTo>
                    <a:pt x="102590" y="247650"/>
                  </a:lnTo>
                  <a:lnTo>
                    <a:pt x="187456" y="247650"/>
                  </a:lnTo>
                  <a:lnTo>
                    <a:pt x="188313" y="246422"/>
                  </a:lnTo>
                  <a:lnTo>
                    <a:pt x="196251" y="227460"/>
                  </a:lnTo>
                  <a:lnTo>
                    <a:pt x="201015" y="205445"/>
                  </a:lnTo>
                  <a:lnTo>
                    <a:pt x="202603" y="180378"/>
                  </a:lnTo>
                  <a:lnTo>
                    <a:pt x="201052" y="156270"/>
                  </a:lnTo>
                  <a:lnTo>
                    <a:pt x="196402" y="135137"/>
                  </a:lnTo>
                  <a:lnTo>
                    <a:pt x="188771" y="117262"/>
                  </a:lnTo>
                  <a:lnTo>
                    <a:pt x="188651" y="116980"/>
                  </a:lnTo>
                  <a:lnTo>
                    <a:pt x="188151" y="116281"/>
                  </a:lnTo>
                  <a:close/>
                </a:path>
                <a:path w="203200" h="291465">
                  <a:moveTo>
                    <a:pt x="115087" y="74218"/>
                  </a:moveTo>
                  <a:lnTo>
                    <a:pt x="98235" y="76028"/>
                  </a:lnTo>
                  <a:lnTo>
                    <a:pt x="82597" y="81459"/>
                  </a:lnTo>
                  <a:lnTo>
                    <a:pt x="68174" y="90511"/>
                  </a:lnTo>
                  <a:lnTo>
                    <a:pt x="54965" y="103187"/>
                  </a:lnTo>
                  <a:lnTo>
                    <a:pt x="178789" y="103187"/>
                  </a:lnTo>
                  <a:lnTo>
                    <a:pt x="177800" y="101803"/>
                  </a:lnTo>
                  <a:lnTo>
                    <a:pt x="164579" y="89735"/>
                  </a:lnTo>
                  <a:lnTo>
                    <a:pt x="149720" y="81114"/>
                  </a:lnTo>
                  <a:lnTo>
                    <a:pt x="133497" y="76028"/>
                  </a:lnTo>
                  <a:lnTo>
                    <a:pt x="134126" y="76028"/>
                  </a:lnTo>
                  <a:lnTo>
                    <a:pt x="115087" y="74218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2793954" y="6840511"/>
              <a:ext cx="193675" cy="216890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030136" y="6840511"/>
              <a:ext cx="134340" cy="212128"/>
            </a:xfrm>
            <a:prstGeom prst="rect">
              <a:avLst/>
            </a:prstGeom>
          </p:spPr>
        </p:pic>
      </p:grpSp>
      <p:grpSp>
        <p:nvGrpSpPr>
          <p:cNvPr id="204" name="object 204"/>
          <p:cNvGrpSpPr/>
          <p:nvPr/>
        </p:nvGrpSpPr>
        <p:grpSpPr>
          <a:xfrm>
            <a:off x="3286650" y="6761327"/>
            <a:ext cx="373380" cy="296545"/>
            <a:chOff x="3286650" y="6761327"/>
            <a:chExt cx="373380" cy="296545"/>
          </a:xfrm>
        </p:grpSpPr>
        <p:pic>
          <p:nvPicPr>
            <p:cNvPr id="205" name="object 205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3286650" y="6840512"/>
              <a:ext cx="214109" cy="216890"/>
            </a:xfrm>
            <a:prstGeom prst="rect">
              <a:avLst/>
            </a:prstGeom>
          </p:spPr>
        </p:pic>
        <p:sp>
          <p:nvSpPr>
            <p:cNvPr id="206" name="object 206"/>
            <p:cNvSpPr/>
            <p:nvPr/>
          </p:nvSpPr>
          <p:spPr>
            <a:xfrm>
              <a:off x="3519695" y="6761327"/>
              <a:ext cx="140335" cy="291465"/>
            </a:xfrm>
            <a:custGeom>
              <a:avLst/>
              <a:gdLst/>
              <a:ahLst/>
              <a:cxnLst/>
              <a:rect l="l" t="t" r="r" b="b"/>
              <a:pathLst>
                <a:path w="140335" h="291465">
                  <a:moveTo>
                    <a:pt x="94259" y="0"/>
                  </a:moveTo>
                  <a:lnTo>
                    <a:pt x="56362" y="8140"/>
                  </a:lnTo>
                  <a:lnTo>
                    <a:pt x="31756" y="45392"/>
                  </a:lnTo>
                  <a:lnTo>
                    <a:pt x="30365" y="68262"/>
                  </a:lnTo>
                  <a:lnTo>
                    <a:pt x="30365" y="83947"/>
                  </a:lnTo>
                  <a:lnTo>
                    <a:pt x="0" y="83947"/>
                  </a:lnTo>
                  <a:lnTo>
                    <a:pt x="0" y="127000"/>
                  </a:lnTo>
                  <a:lnTo>
                    <a:pt x="30365" y="127000"/>
                  </a:lnTo>
                  <a:lnTo>
                    <a:pt x="30365" y="291312"/>
                  </a:lnTo>
                  <a:lnTo>
                    <a:pt x="85331" y="291312"/>
                  </a:lnTo>
                  <a:lnTo>
                    <a:pt x="85331" y="127000"/>
                  </a:lnTo>
                  <a:lnTo>
                    <a:pt x="126415" y="127000"/>
                  </a:lnTo>
                  <a:lnTo>
                    <a:pt x="126415" y="83947"/>
                  </a:lnTo>
                  <a:lnTo>
                    <a:pt x="85331" y="83947"/>
                  </a:lnTo>
                  <a:lnTo>
                    <a:pt x="85331" y="58674"/>
                  </a:lnTo>
                  <a:lnTo>
                    <a:pt x="87058" y="51536"/>
                  </a:lnTo>
                  <a:lnTo>
                    <a:pt x="93929" y="44119"/>
                  </a:lnTo>
                  <a:lnTo>
                    <a:pt x="99618" y="42265"/>
                  </a:lnTo>
                  <a:lnTo>
                    <a:pt x="113674" y="42465"/>
                  </a:lnTo>
                  <a:lnTo>
                    <a:pt x="119913" y="43062"/>
                  </a:lnTo>
                  <a:lnTo>
                    <a:pt x="126276" y="44055"/>
                  </a:lnTo>
                  <a:lnTo>
                    <a:pt x="132765" y="45440"/>
                  </a:lnTo>
                  <a:lnTo>
                    <a:pt x="140106" y="7150"/>
                  </a:lnTo>
                  <a:lnTo>
                    <a:pt x="128831" y="4023"/>
                  </a:lnTo>
                  <a:lnTo>
                    <a:pt x="117430" y="1789"/>
                  </a:lnTo>
                  <a:lnTo>
                    <a:pt x="105905" y="447"/>
                  </a:lnTo>
                  <a:lnTo>
                    <a:pt x="942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7" name="object 207"/>
          <p:cNvGrpSpPr/>
          <p:nvPr/>
        </p:nvGrpSpPr>
        <p:grpSpPr>
          <a:xfrm>
            <a:off x="3773594" y="6771843"/>
            <a:ext cx="1027430" cy="285750"/>
            <a:chOff x="3773594" y="6771843"/>
            <a:chExt cx="1027430" cy="285750"/>
          </a:xfrm>
        </p:grpSpPr>
        <p:pic>
          <p:nvPicPr>
            <p:cNvPr id="208" name="object 208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3773594" y="6840512"/>
              <a:ext cx="194665" cy="216890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3987939" y="6771843"/>
              <a:ext cx="255904" cy="285750"/>
            </a:xfrm>
            <a:custGeom>
              <a:avLst/>
              <a:gdLst/>
              <a:ahLst/>
              <a:cxnLst/>
              <a:rect l="l" t="t" r="r" b="b"/>
              <a:pathLst>
                <a:path w="255904" h="285750">
                  <a:moveTo>
                    <a:pt x="122237" y="277228"/>
                  </a:moveTo>
                  <a:lnTo>
                    <a:pt x="117475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78" y="117081"/>
                  </a:lnTo>
                  <a:lnTo>
                    <a:pt x="117678" y="73431"/>
                  </a:lnTo>
                  <a:lnTo>
                    <a:pt x="80162" y="73431"/>
                  </a:lnTo>
                  <a:lnTo>
                    <a:pt x="80162" y="0"/>
                  </a:ln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5590" y="231838"/>
                  </a:lnTo>
                  <a:lnTo>
                    <a:pt x="38227" y="272859"/>
                  </a:lnTo>
                  <a:lnTo>
                    <a:pt x="78778" y="285559"/>
                  </a:lnTo>
                  <a:lnTo>
                    <a:pt x="90576" y="285038"/>
                  </a:lnTo>
                  <a:lnTo>
                    <a:pt x="101739" y="283476"/>
                  </a:lnTo>
                  <a:lnTo>
                    <a:pt x="112293" y="280873"/>
                  </a:lnTo>
                  <a:lnTo>
                    <a:pt x="122237" y="277228"/>
                  </a:lnTo>
                  <a:close/>
                </a:path>
                <a:path w="255904" h="285750">
                  <a:moveTo>
                    <a:pt x="255460" y="277228"/>
                  </a:moveTo>
                  <a:lnTo>
                    <a:pt x="250698" y="234759"/>
                  </a:lnTo>
                  <a:lnTo>
                    <a:pt x="241033" y="238201"/>
                  </a:lnTo>
                  <a:lnTo>
                    <a:pt x="233692" y="239915"/>
                  </a:lnTo>
                  <a:lnTo>
                    <a:pt x="224955" y="239915"/>
                  </a:lnTo>
                  <a:lnTo>
                    <a:pt x="221856" y="239052"/>
                  </a:lnTo>
                  <a:lnTo>
                    <a:pt x="213385" y="117081"/>
                  </a:lnTo>
                  <a:lnTo>
                    <a:pt x="250888" y="117081"/>
                  </a:lnTo>
                  <a:lnTo>
                    <a:pt x="250888" y="73431"/>
                  </a:lnTo>
                  <a:lnTo>
                    <a:pt x="213385" y="73431"/>
                  </a:lnTo>
                  <a:lnTo>
                    <a:pt x="213385" y="0"/>
                  </a:lnTo>
                  <a:lnTo>
                    <a:pt x="158419" y="32156"/>
                  </a:lnTo>
                  <a:lnTo>
                    <a:pt x="158419" y="73431"/>
                  </a:lnTo>
                  <a:lnTo>
                    <a:pt x="133210" y="73431"/>
                  </a:lnTo>
                  <a:lnTo>
                    <a:pt x="133210" y="117081"/>
                  </a:lnTo>
                  <a:lnTo>
                    <a:pt x="158419" y="117081"/>
                  </a:lnTo>
                  <a:lnTo>
                    <a:pt x="158419" y="207568"/>
                  </a:lnTo>
                  <a:lnTo>
                    <a:pt x="158813" y="231838"/>
                  </a:lnTo>
                  <a:lnTo>
                    <a:pt x="171450" y="272859"/>
                  </a:lnTo>
                  <a:lnTo>
                    <a:pt x="212001" y="285559"/>
                  </a:lnTo>
                  <a:lnTo>
                    <a:pt x="223786" y="285038"/>
                  </a:lnTo>
                  <a:lnTo>
                    <a:pt x="234962" y="283476"/>
                  </a:lnTo>
                  <a:lnTo>
                    <a:pt x="245516" y="280873"/>
                  </a:lnTo>
                  <a:lnTo>
                    <a:pt x="255460" y="277228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4260931" y="6840512"/>
              <a:ext cx="193675" cy="216890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4495322" y="6840512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5" h="212725">
                  <a:moveTo>
                    <a:pt x="237134" y="0"/>
                  </a:moveTo>
                  <a:lnTo>
                    <a:pt x="195597" y="12919"/>
                  </a:lnTo>
                  <a:lnTo>
                    <a:pt x="173837" y="32931"/>
                  </a:lnTo>
                  <a:lnTo>
                    <a:pt x="168836" y="25220"/>
                  </a:lnTo>
                  <a:lnTo>
                    <a:pt x="133846" y="2079"/>
                  </a:lnTo>
                  <a:lnTo>
                    <a:pt x="115290" y="0"/>
                  </a:lnTo>
                  <a:lnTo>
                    <a:pt x="97181" y="2057"/>
                  </a:lnTo>
                  <a:lnTo>
                    <a:pt x="80362" y="8231"/>
                  </a:lnTo>
                  <a:lnTo>
                    <a:pt x="64834" y="18521"/>
                  </a:lnTo>
                  <a:lnTo>
                    <a:pt x="50596" y="32931"/>
                  </a:lnTo>
                  <a:lnTo>
                    <a:pt x="50596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65" y="212128"/>
                  </a:lnTo>
                  <a:lnTo>
                    <a:pt x="54965" y="111315"/>
                  </a:lnTo>
                  <a:lnTo>
                    <a:pt x="55239" y="97413"/>
                  </a:lnTo>
                  <a:lnTo>
                    <a:pt x="67068" y="53505"/>
                  </a:lnTo>
                  <a:lnTo>
                    <a:pt x="88176" y="42062"/>
                  </a:lnTo>
                  <a:lnTo>
                    <a:pt x="103644" y="42062"/>
                  </a:lnTo>
                  <a:lnTo>
                    <a:pt x="125226" y="84679"/>
                  </a:lnTo>
                  <a:lnTo>
                    <a:pt x="125412" y="98424"/>
                  </a:lnTo>
                  <a:lnTo>
                    <a:pt x="125412" y="212128"/>
                  </a:lnTo>
                  <a:lnTo>
                    <a:pt x="180378" y="212128"/>
                  </a:lnTo>
                  <a:lnTo>
                    <a:pt x="180378" y="112509"/>
                  </a:lnTo>
                  <a:lnTo>
                    <a:pt x="180651" y="98814"/>
                  </a:lnTo>
                  <a:lnTo>
                    <a:pt x="187782" y="60515"/>
                  </a:lnTo>
                  <a:lnTo>
                    <a:pt x="213385" y="42062"/>
                  </a:lnTo>
                  <a:lnTo>
                    <a:pt x="221056" y="42062"/>
                  </a:lnTo>
                  <a:lnTo>
                    <a:pt x="249868" y="79448"/>
                  </a:lnTo>
                  <a:lnTo>
                    <a:pt x="250228" y="93459"/>
                  </a:lnTo>
                  <a:lnTo>
                    <a:pt x="250228" y="212128"/>
                  </a:lnTo>
                  <a:lnTo>
                    <a:pt x="305193" y="212128"/>
                  </a:lnTo>
                  <a:lnTo>
                    <a:pt x="305193" y="79565"/>
                  </a:lnTo>
                  <a:lnTo>
                    <a:pt x="304834" y="65716"/>
                  </a:lnTo>
                  <a:lnTo>
                    <a:pt x="295064" y="28040"/>
                  </a:lnTo>
                  <a:lnTo>
                    <a:pt x="258216" y="2332"/>
                  </a:lnTo>
                  <a:lnTo>
                    <a:pt x="248109" y="583"/>
                  </a:lnTo>
                  <a:lnTo>
                    <a:pt x="23713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2" name="object 212"/>
          <p:cNvGrpSpPr/>
          <p:nvPr/>
        </p:nvGrpSpPr>
        <p:grpSpPr>
          <a:xfrm>
            <a:off x="4853614" y="6771843"/>
            <a:ext cx="553720" cy="360045"/>
            <a:chOff x="4853614" y="6771843"/>
            <a:chExt cx="553720" cy="360045"/>
          </a:xfrm>
        </p:grpSpPr>
        <p:sp>
          <p:nvSpPr>
            <p:cNvPr id="213" name="object 213"/>
            <p:cNvSpPr/>
            <p:nvPr/>
          </p:nvSpPr>
          <p:spPr>
            <a:xfrm>
              <a:off x="4853610" y="6771843"/>
              <a:ext cx="346075" cy="360045"/>
            </a:xfrm>
            <a:custGeom>
              <a:avLst/>
              <a:gdLst/>
              <a:ahLst/>
              <a:cxnLst/>
              <a:rect l="l" t="t" r="r" b="b"/>
              <a:pathLst>
                <a:path w="346075" h="360045">
                  <a:moveTo>
                    <a:pt x="202399" y="175818"/>
                  </a:moveTo>
                  <a:lnTo>
                    <a:pt x="196100" y="130835"/>
                  </a:lnTo>
                  <a:lnTo>
                    <a:pt x="177203" y="97040"/>
                  </a:lnTo>
                  <a:lnTo>
                    <a:pt x="146443" y="74841"/>
                  </a:lnTo>
                  <a:lnTo>
                    <a:pt x="146443" y="176212"/>
                  </a:lnTo>
                  <a:lnTo>
                    <a:pt x="145770" y="189966"/>
                  </a:lnTo>
                  <a:lnTo>
                    <a:pt x="133743" y="226618"/>
                  </a:lnTo>
                  <a:lnTo>
                    <a:pt x="101993" y="241896"/>
                  </a:lnTo>
                  <a:lnTo>
                    <a:pt x="93154" y="240944"/>
                  </a:lnTo>
                  <a:lnTo>
                    <a:pt x="92595" y="240944"/>
                  </a:lnTo>
                  <a:lnTo>
                    <a:pt x="61976" y="215760"/>
                  </a:lnTo>
                  <a:lnTo>
                    <a:pt x="54305" y="176212"/>
                  </a:lnTo>
                  <a:lnTo>
                    <a:pt x="54279" y="175818"/>
                  </a:lnTo>
                  <a:lnTo>
                    <a:pt x="54165" y="173634"/>
                  </a:lnTo>
                  <a:lnTo>
                    <a:pt x="54902" y="160985"/>
                  </a:lnTo>
                  <a:lnTo>
                    <a:pt x="54991" y="159308"/>
                  </a:lnTo>
                  <a:lnTo>
                    <a:pt x="74422" y="120865"/>
                  </a:lnTo>
                  <a:lnTo>
                    <a:pt x="101003" y="111925"/>
                  </a:lnTo>
                  <a:lnTo>
                    <a:pt x="110236" y="112928"/>
                  </a:lnTo>
                  <a:lnTo>
                    <a:pt x="143167" y="147840"/>
                  </a:lnTo>
                  <a:lnTo>
                    <a:pt x="146418" y="175818"/>
                  </a:lnTo>
                  <a:lnTo>
                    <a:pt x="146443" y="176212"/>
                  </a:lnTo>
                  <a:lnTo>
                    <a:pt x="146443" y="74841"/>
                  </a:lnTo>
                  <a:lnTo>
                    <a:pt x="133261" y="70446"/>
                  </a:lnTo>
                  <a:lnTo>
                    <a:pt x="115887" y="68668"/>
                  </a:lnTo>
                  <a:lnTo>
                    <a:pt x="105702" y="69278"/>
                  </a:lnTo>
                  <a:lnTo>
                    <a:pt x="69977" y="83629"/>
                  </a:lnTo>
                  <a:lnTo>
                    <a:pt x="51193" y="103784"/>
                  </a:lnTo>
                  <a:lnTo>
                    <a:pt x="51193" y="73431"/>
                  </a:lnTo>
                  <a:lnTo>
                    <a:pt x="0" y="73431"/>
                  </a:lnTo>
                  <a:lnTo>
                    <a:pt x="0" y="359778"/>
                  </a:lnTo>
                  <a:lnTo>
                    <a:pt x="54762" y="359778"/>
                  </a:lnTo>
                  <a:lnTo>
                    <a:pt x="54762" y="255193"/>
                  </a:lnTo>
                  <a:lnTo>
                    <a:pt x="62407" y="262928"/>
                  </a:lnTo>
                  <a:lnTo>
                    <a:pt x="99009" y="283883"/>
                  </a:lnTo>
                  <a:lnTo>
                    <a:pt x="115481" y="285559"/>
                  </a:lnTo>
                  <a:lnTo>
                    <a:pt x="131787" y="283883"/>
                  </a:lnTo>
                  <a:lnTo>
                    <a:pt x="132537" y="283883"/>
                  </a:lnTo>
                  <a:lnTo>
                    <a:pt x="148920" y="278371"/>
                  </a:lnTo>
                  <a:lnTo>
                    <a:pt x="163537" y="269443"/>
                  </a:lnTo>
                  <a:lnTo>
                    <a:pt x="176999" y="256781"/>
                  </a:lnTo>
                  <a:lnTo>
                    <a:pt x="178104" y="255193"/>
                  </a:lnTo>
                  <a:lnTo>
                    <a:pt x="187388" y="241896"/>
                  </a:lnTo>
                  <a:lnTo>
                    <a:pt x="200812" y="200380"/>
                  </a:lnTo>
                  <a:lnTo>
                    <a:pt x="202374" y="176212"/>
                  </a:lnTo>
                  <a:lnTo>
                    <a:pt x="202399" y="175818"/>
                  </a:lnTo>
                  <a:close/>
                </a:path>
                <a:path w="346075" h="360045">
                  <a:moveTo>
                    <a:pt x="345567" y="277228"/>
                  </a:moveTo>
                  <a:lnTo>
                    <a:pt x="340804" y="234759"/>
                  </a:lnTo>
                  <a:lnTo>
                    <a:pt x="331139" y="238201"/>
                  </a:lnTo>
                  <a:lnTo>
                    <a:pt x="323799" y="239915"/>
                  </a:lnTo>
                  <a:lnTo>
                    <a:pt x="315074" y="239915"/>
                  </a:lnTo>
                  <a:lnTo>
                    <a:pt x="311962" y="239052"/>
                  </a:lnTo>
                  <a:lnTo>
                    <a:pt x="303491" y="117081"/>
                  </a:lnTo>
                  <a:lnTo>
                    <a:pt x="340995" y="117081"/>
                  </a:lnTo>
                  <a:lnTo>
                    <a:pt x="340995" y="73431"/>
                  </a:lnTo>
                  <a:lnTo>
                    <a:pt x="303491" y="73431"/>
                  </a:lnTo>
                  <a:lnTo>
                    <a:pt x="303491" y="0"/>
                  </a:lnTo>
                  <a:lnTo>
                    <a:pt x="248526" y="32156"/>
                  </a:lnTo>
                  <a:lnTo>
                    <a:pt x="248526" y="73431"/>
                  </a:lnTo>
                  <a:lnTo>
                    <a:pt x="223329" y="73431"/>
                  </a:lnTo>
                  <a:lnTo>
                    <a:pt x="223329" y="117081"/>
                  </a:lnTo>
                  <a:lnTo>
                    <a:pt x="248526" y="117081"/>
                  </a:lnTo>
                  <a:lnTo>
                    <a:pt x="248526" y="207568"/>
                  </a:lnTo>
                  <a:lnTo>
                    <a:pt x="248920" y="231838"/>
                  </a:lnTo>
                  <a:lnTo>
                    <a:pt x="261556" y="272859"/>
                  </a:lnTo>
                  <a:lnTo>
                    <a:pt x="302107" y="285559"/>
                  </a:lnTo>
                  <a:lnTo>
                    <a:pt x="313905" y="285038"/>
                  </a:lnTo>
                  <a:lnTo>
                    <a:pt x="325069" y="283476"/>
                  </a:lnTo>
                  <a:lnTo>
                    <a:pt x="335622" y="280873"/>
                  </a:lnTo>
                  <a:lnTo>
                    <a:pt x="345567" y="277228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4" name="object 214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5213329" y="6840512"/>
              <a:ext cx="193878" cy="216890"/>
            </a:xfrm>
            <a:prstGeom prst="rect">
              <a:avLst/>
            </a:prstGeom>
          </p:spPr>
        </p:pic>
      </p:grpSp>
      <p:pic>
        <p:nvPicPr>
          <p:cNvPr id="400" name="object 400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0154523" y="6862927"/>
            <a:ext cx="99020" cy="99021"/>
          </a:xfrm>
          <a:prstGeom prst="rect">
            <a:avLst/>
          </a:prstGeom>
        </p:spPr>
      </p:pic>
      <p:grpSp>
        <p:nvGrpSpPr>
          <p:cNvPr id="401" name="object 401"/>
          <p:cNvGrpSpPr/>
          <p:nvPr/>
        </p:nvGrpSpPr>
        <p:grpSpPr>
          <a:xfrm>
            <a:off x="10489977" y="6761327"/>
            <a:ext cx="601980" cy="296545"/>
            <a:chOff x="10489977" y="6761327"/>
            <a:chExt cx="601980" cy="296545"/>
          </a:xfrm>
        </p:grpSpPr>
        <p:sp>
          <p:nvSpPr>
            <p:cNvPr id="402" name="object 402"/>
            <p:cNvSpPr/>
            <p:nvPr/>
          </p:nvSpPr>
          <p:spPr>
            <a:xfrm>
              <a:off x="10489971" y="6761327"/>
              <a:ext cx="381000" cy="296545"/>
            </a:xfrm>
            <a:custGeom>
              <a:avLst/>
              <a:gdLst/>
              <a:ahLst/>
              <a:cxnLst/>
              <a:rect l="l" t="t" r="r" b="b"/>
              <a:pathLst>
                <a:path w="381000" h="296545">
                  <a:moveTo>
                    <a:pt x="232765" y="207962"/>
                  </a:moveTo>
                  <a:lnTo>
                    <a:pt x="221259" y="162331"/>
                  </a:lnTo>
                  <a:lnTo>
                    <a:pt x="189712" y="133159"/>
                  </a:lnTo>
                  <a:lnTo>
                    <a:pt x="146951" y="117538"/>
                  </a:lnTo>
                  <a:lnTo>
                    <a:pt x="108115" y="107619"/>
                  </a:lnTo>
                  <a:lnTo>
                    <a:pt x="92913" y="102806"/>
                  </a:lnTo>
                  <a:lnTo>
                    <a:pt x="81622" y="98094"/>
                  </a:lnTo>
                  <a:lnTo>
                    <a:pt x="74218" y="93472"/>
                  </a:lnTo>
                  <a:lnTo>
                    <a:pt x="68529" y="88569"/>
                  </a:lnTo>
                  <a:lnTo>
                    <a:pt x="65684" y="82753"/>
                  </a:lnTo>
                  <a:lnTo>
                    <a:pt x="65684" y="68592"/>
                  </a:lnTo>
                  <a:lnTo>
                    <a:pt x="102387" y="48488"/>
                  </a:lnTo>
                  <a:lnTo>
                    <a:pt x="114300" y="47828"/>
                  </a:lnTo>
                  <a:lnTo>
                    <a:pt x="125730" y="48437"/>
                  </a:lnTo>
                  <a:lnTo>
                    <a:pt x="160985" y="70358"/>
                  </a:lnTo>
                  <a:lnTo>
                    <a:pt x="166890" y="89306"/>
                  </a:lnTo>
                  <a:lnTo>
                    <a:pt x="224637" y="86715"/>
                  </a:lnTo>
                  <a:lnTo>
                    <a:pt x="207924" y="36614"/>
                  </a:lnTo>
                  <a:lnTo>
                    <a:pt x="162026" y="5956"/>
                  </a:lnTo>
                  <a:lnTo>
                    <a:pt x="114896" y="0"/>
                  </a:lnTo>
                  <a:lnTo>
                    <a:pt x="98933" y="635"/>
                  </a:lnTo>
                  <a:lnTo>
                    <a:pt x="58343" y="10121"/>
                  </a:lnTo>
                  <a:lnTo>
                    <a:pt x="22618" y="39090"/>
                  </a:lnTo>
                  <a:lnTo>
                    <a:pt x="10325" y="79971"/>
                  </a:lnTo>
                  <a:lnTo>
                    <a:pt x="11963" y="96304"/>
                  </a:lnTo>
                  <a:lnTo>
                    <a:pt x="36715" y="137515"/>
                  </a:lnTo>
                  <a:lnTo>
                    <a:pt x="80429" y="159816"/>
                  </a:lnTo>
                  <a:lnTo>
                    <a:pt x="118427" y="170040"/>
                  </a:lnTo>
                  <a:lnTo>
                    <a:pt x="141554" y="176288"/>
                  </a:lnTo>
                  <a:lnTo>
                    <a:pt x="175018" y="201282"/>
                  </a:lnTo>
                  <a:lnTo>
                    <a:pt x="175018" y="208165"/>
                  </a:lnTo>
                  <a:lnTo>
                    <a:pt x="152819" y="240880"/>
                  </a:lnTo>
                  <a:lnTo>
                    <a:pt x="118668" y="247459"/>
                  </a:lnTo>
                  <a:lnTo>
                    <a:pt x="106146" y="246646"/>
                  </a:lnTo>
                  <a:lnTo>
                    <a:pt x="69697" y="226771"/>
                  </a:lnTo>
                  <a:lnTo>
                    <a:pt x="56159" y="192684"/>
                  </a:lnTo>
                  <a:lnTo>
                    <a:pt x="0" y="198043"/>
                  </a:lnTo>
                  <a:lnTo>
                    <a:pt x="11455" y="240512"/>
                  </a:lnTo>
                  <a:lnTo>
                    <a:pt x="34721" y="271462"/>
                  </a:lnTo>
                  <a:lnTo>
                    <a:pt x="70154" y="290220"/>
                  </a:lnTo>
                  <a:lnTo>
                    <a:pt x="118071" y="296468"/>
                  </a:lnTo>
                  <a:lnTo>
                    <a:pt x="135953" y="295821"/>
                  </a:lnTo>
                  <a:lnTo>
                    <a:pt x="180378" y="285953"/>
                  </a:lnTo>
                  <a:lnTo>
                    <a:pt x="219075" y="254000"/>
                  </a:lnTo>
                  <a:lnTo>
                    <a:pt x="231914" y="220078"/>
                  </a:lnTo>
                  <a:lnTo>
                    <a:pt x="232765" y="207962"/>
                  </a:lnTo>
                  <a:close/>
                </a:path>
                <a:path w="381000" h="296545">
                  <a:moveTo>
                    <a:pt x="380733" y="287743"/>
                  </a:moveTo>
                  <a:lnTo>
                    <a:pt x="375970" y="245275"/>
                  </a:lnTo>
                  <a:lnTo>
                    <a:pt x="366318" y="248716"/>
                  </a:lnTo>
                  <a:lnTo>
                    <a:pt x="358965" y="250431"/>
                  </a:lnTo>
                  <a:lnTo>
                    <a:pt x="350240" y="250431"/>
                  </a:lnTo>
                  <a:lnTo>
                    <a:pt x="347129" y="249567"/>
                  </a:lnTo>
                  <a:lnTo>
                    <a:pt x="338670" y="127596"/>
                  </a:lnTo>
                  <a:lnTo>
                    <a:pt x="376174" y="127596"/>
                  </a:lnTo>
                  <a:lnTo>
                    <a:pt x="376174" y="83947"/>
                  </a:lnTo>
                  <a:lnTo>
                    <a:pt x="338670" y="83947"/>
                  </a:lnTo>
                  <a:lnTo>
                    <a:pt x="338670" y="10515"/>
                  </a:lnTo>
                  <a:lnTo>
                    <a:pt x="283692" y="42672"/>
                  </a:lnTo>
                  <a:lnTo>
                    <a:pt x="283692" y="83947"/>
                  </a:lnTo>
                  <a:lnTo>
                    <a:pt x="258495" y="83947"/>
                  </a:lnTo>
                  <a:lnTo>
                    <a:pt x="258495" y="127596"/>
                  </a:lnTo>
                  <a:lnTo>
                    <a:pt x="283692" y="127596"/>
                  </a:lnTo>
                  <a:lnTo>
                    <a:pt x="283692" y="218084"/>
                  </a:lnTo>
                  <a:lnTo>
                    <a:pt x="284099" y="242354"/>
                  </a:lnTo>
                  <a:lnTo>
                    <a:pt x="296722" y="283375"/>
                  </a:lnTo>
                  <a:lnTo>
                    <a:pt x="337273" y="296075"/>
                  </a:lnTo>
                  <a:lnTo>
                    <a:pt x="349072" y="295554"/>
                  </a:lnTo>
                  <a:lnTo>
                    <a:pt x="360248" y="293992"/>
                  </a:lnTo>
                  <a:lnTo>
                    <a:pt x="370801" y="291388"/>
                  </a:lnTo>
                  <a:lnTo>
                    <a:pt x="380733" y="287743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3" name="object 403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10903122" y="6845274"/>
              <a:ext cx="188714" cy="212128"/>
            </a:xfrm>
            <a:prstGeom prst="rect">
              <a:avLst/>
            </a:prstGeom>
          </p:spPr>
        </p:pic>
      </p:grpSp>
      <p:grpSp>
        <p:nvGrpSpPr>
          <p:cNvPr id="404" name="object 404"/>
          <p:cNvGrpSpPr/>
          <p:nvPr/>
        </p:nvGrpSpPr>
        <p:grpSpPr>
          <a:xfrm>
            <a:off x="11136479" y="6766293"/>
            <a:ext cx="434340" cy="291465"/>
            <a:chOff x="11136479" y="6766293"/>
            <a:chExt cx="434340" cy="291465"/>
          </a:xfrm>
        </p:grpSpPr>
        <p:sp>
          <p:nvSpPr>
            <p:cNvPr id="405" name="object 405"/>
            <p:cNvSpPr/>
            <p:nvPr/>
          </p:nvSpPr>
          <p:spPr>
            <a:xfrm>
              <a:off x="11136479" y="6766293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87412" y="74218"/>
                  </a:moveTo>
                  <a:lnTo>
                    <a:pt x="68372" y="76028"/>
                  </a:lnTo>
                  <a:lnTo>
                    <a:pt x="69002" y="76028"/>
                  </a:lnTo>
                  <a:lnTo>
                    <a:pt x="52779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0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80" y="246431"/>
                  </a:lnTo>
                  <a:lnTo>
                    <a:pt x="91254" y="246431"/>
                  </a:lnTo>
                  <a:lnTo>
                    <a:pt x="80957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52" y="90511"/>
                  </a:lnTo>
                  <a:lnTo>
                    <a:pt x="119802" y="81459"/>
                  </a:lnTo>
                  <a:lnTo>
                    <a:pt x="104187" y="76028"/>
                  </a:lnTo>
                  <a:lnTo>
                    <a:pt x="87412" y="74218"/>
                  </a:lnTo>
                  <a:close/>
                </a:path>
                <a:path w="202565" h="291465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5" h="291465">
                  <a:moveTo>
                    <a:pt x="202296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3" y="152647"/>
                  </a:lnTo>
                  <a:lnTo>
                    <a:pt x="147724" y="183349"/>
                  </a:lnTo>
                  <a:lnTo>
                    <a:pt x="146895" y="198423"/>
                  </a:lnTo>
                  <a:lnTo>
                    <a:pt x="127444" y="238606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5" h="291465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6" name="object 406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11376964" y="6840511"/>
              <a:ext cx="193675" cy="216890"/>
            </a:xfrm>
            <a:prstGeom prst="rect">
              <a:avLst/>
            </a:prstGeom>
          </p:spPr>
        </p:pic>
      </p:grpSp>
      <p:grpSp>
        <p:nvGrpSpPr>
          <p:cNvPr id="407" name="object 407"/>
          <p:cNvGrpSpPr/>
          <p:nvPr/>
        </p:nvGrpSpPr>
        <p:grpSpPr>
          <a:xfrm>
            <a:off x="11615128" y="6771843"/>
            <a:ext cx="344805" cy="285750"/>
            <a:chOff x="11615128" y="6771843"/>
            <a:chExt cx="344805" cy="285750"/>
          </a:xfrm>
        </p:grpSpPr>
        <p:pic>
          <p:nvPicPr>
            <p:cNvPr id="408" name="object 408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11615128" y="6840512"/>
              <a:ext cx="189115" cy="212128"/>
            </a:xfrm>
            <a:prstGeom prst="rect">
              <a:avLst/>
            </a:prstGeom>
          </p:spPr>
        </p:pic>
        <p:sp>
          <p:nvSpPr>
            <p:cNvPr id="409" name="object 409"/>
            <p:cNvSpPr/>
            <p:nvPr/>
          </p:nvSpPr>
          <p:spPr>
            <a:xfrm>
              <a:off x="11837276" y="6771843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2" y="285038"/>
                  </a:lnTo>
                  <a:lnTo>
                    <a:pt x="101746" y="283475"/>
                  </a:lnTo>
                  <a:lnTo>
                    <a:pt x="112300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0" name="object 410"/>
          <p:cNvSpPr/>
          <p:nvPr/>
        </p:nvSpPr>
        <p:spPr>
          <a:xfrm>
            <a:off x="12104256" y="6766293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5" h="286384">
                <a:moveTo>
                  <a:pt x="54775" y="78981"/>
                </a:moveTo>
                <a:lnTo>
                  <a:pt x="0" y="78981"/>
                </a:lnTo>
                <a:lnTo>
                  <a:pt x="0" y="286346"/>
                </a:lnTo>
                <a:lnTo>
                  <a:pt x="54775" y="286346"/>
                </a:lnTo>
                <a:lnTo>
                  <a:pt x="54775" y="78981"/>
                </a:lnTo>
                <a:close/>
              </a:path>
              <a:path w="55245" h="286384">
                <a:moveTo>
                  <a:pt x="54775" y="0"/>
                </a:moveTo>
                <a:lnTo>
                  <a:pt x="0" y="0"/>
                </a:lnTo>
                <a:lnTo>
                  <a:pt x="0" y="50800"/>
                </a:lnTo>
                <a:lnTo>
                  <a:pt x="54775" y="50800"/>
                </a:lnTo>
                <a:lnTo>
                  <a:pt x="54775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1" name="object 411"/>
          <p:cNvGrpSpPr/>
          <p:nvPr/>
        </p:nvGrpSpPr>
        <p:grpSpPr>
          <a:xfrm>
            <a:off x="12215012" y="6761327"/>
            <a:ext cx="361315" cy="291465"/>
            <a:chOff x="12215012" y="6761327"/>
            <a:chExt cx="361315" cy="291465"/>
          </a:xfrm>
        </p:grpSpPr>
        <p:pic>
          <p:nvPicPr>
            <p:cNvPr id="412" name="object 41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215012" y="6840512"/>
              <a:ext cx="189102" cy="212128"/>
            </a:xfrm>
            <a:prstGeom prst="rect">
              <a:avLst/>
            </a:prstGeom>
          </p:spPr>
        </p:pic>
        <p:sp>
          <p:nvSpPr>
            <p:cNvPr id="413" name="object 413"/>
            <p:cNvSpPr/>
            <p:nvPr/>
          </p:nvSpPr>
          <p:spPr>
            <a:xfrm>
              <a:off x="12435763" y="6761327"/>
              <a:ext cx="140335" cy="291465"/>
            </a:xfrm>
            <a:custGeom>
              <a:avLst/>
              <a:gdLst/>
              <a:ahLst/>
              <a:cxnLst/>
              <a:rect l="l" t="t" r="r" b="b"/>
              <a:pathLst>
                <a:path w="140334" h="291465">
                  <a:moveTo>
                    <a:pt x="94259" y="0"/>
                  </a:moveTo>
                  <a:lnTo>
                    <a:pt x="56349" y="8140"/>
                  </a:lnTo>
                  <a:lnTo>
                    <a:pt x="31743" y="45392"/>
                  </a:lnTo>
                  <a:lnTo>
                    <a:pt x="30353" y="68262"/>
                  </a:lnTo>
                  <a:lnTo>
                    <a:pt x="30353" y="83947"/>
                  </a:lnTo>
                  <a:lnTo>
                    <a:pt x="0" y="83947"/>
                  </a:lnTo>
                  <a:lnTo>
                    <a:pt x="0" y="127000"/>
                  </a:lnTo>
                  <a:lnTo>
                    <a:pt x="30353" y="127000"/>
                  </a:lnTo>
                  <a:lnTo>
                    <a:pt x="30353" y="291312"/>
                  </a:lnTo>
                  <a:lnTo>
                    <a:pt x="85318" y="291312"/>
                  </a:lnTo>
                  <a:lnTo>
                    <a:pt x="85318" y="127000"/>
                  </a:lnTo>
                  <a:lnTo>
                    <a:pt x="126403" y="127000"/>
                  </a:lnTo>
                  <a:lnTo>
                    <a:pt x="126403" y="83947"/>
                  </a:lnTo>
                  <a:lnTo>
                    <a:pt x="85318" y="83947"/>
                  </a:lnTo>
                  <a:lnTo>
                    <a:pt x="85318" y="58674"/>
                  </a:lnTo>
                  <a:lnTo>
                    <a:pt x="87045" y="51536"/>
                  </a:lnTo>
                  <a:lnTo>
                    <a:pt x="93929" y="44119"/>
                  </a:lnTo>
                  <a:lnTo>
                    <a:pt x="99606" y="42265"/>
                  </a:lnTo>
                  <a:lnTo>
                    <a:pt x="113661" y="42465"/>
                  </a:lnTo>
                  <a:lnTo>
                    <a:pt x="119900" y="43062"/>
                  </a:lnTo>
                  <a:lnTo>
                    <a:pt x="126263" y="44055"/>
                  </a:lnTo>
                  <a:lnTo>
                    <a:pt x="132753" y="45440"/>
                  </a:lnTo>
                  <a:lnTo>
                    <a:pt x="140093" y="7150"/>
                  </a:lnTo>
                  <a:lnTo>
                    <a:pt x="128820" y="4023"/>
                  </a:lnTo>
                  <a:lnTo>
                    <a:pt x="117424" y="1789"/>
                  </a:lnTo>
                  <a:lnTo>
                    <a:pt x="105903" y="447"/>
                  </a:lnTo>
                  <a:lnTo>
                    <a:pt x="942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4" name="object 414"/>
          <p:cNvGrpSpPr/>
          <p:nvPr/>
        </p:nvGrpSpPr>
        <p:grpSpPr>
          <a:xfrm>
            <a:off x="12580289" y="6766293"/>
            <a:ext cx="1179195" cy="291465"/>
            <a:chOff x="12580289" y="6766293"/>
            <a:chExt cx="1179195" cy="291465"/>
          </a:xfrm>
        </p:grpSpPr>
        <p:pic>
          <p:nvPicPr>
            <p:cNvPr id="415" name="object 415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12834975" y="6840511"/>
              <a:ext cx="134340" cy="212128"/>
            </a:xfrm>
            <a:prstGeom prst="rect">
              <a:avLst/>
            </a:prstGeom>
          </p:spPr>
        </p:pic>
        <p:pic>
          <p:nvPicPr>
            <p:cNvPr id="416" name="object 416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12580289" y="6840511"/>
              <a:ext cx="214109" cy="216890"/>
            </a:xfrm>
            <a:prstGeom prst="rect">
              <a:avLst/>
            </a:prstGeom>
          </p:spPr>
        </p:pic>
        <p:sp>
          <p:nvSpPr>
            <p:cNvPr id="417" name="object 417"/>
            <p:cNvSpPr/>
            <p:nvPr/>
          </p:nvSpPr>
          <p:spPr>
            <a:xfrm>
              <a:off x="12988873" y="6840511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4" h="212725">
                  <a:moveTo>
                    <a:pt x="237121" y="0"/>
                  </a:moveTo>
                  <a:lnTo>
                    <a:pt x="195591" y="12919"/>
                  </a:lnTo>
                  <a:lnTo>
                    <a:pt x="173824" y="32931"/>
                  </a:lnTo>
                  <a:lnTo>
                    <a:pt x="168829" y="25220"/>
                  </a:lnTo>
                  <a:lnTo>
                    <a:pt x="133840" y="2079"/>
                  </a:lnTo>
                  <a:lnTo>
                    <a:pt x="115290" y="0"/>
                  </a:lnTo>
                  <a:lnTo>
                    <a:pt x="97181" y="2057"/>
                  </a:lnTo>
                  <a:lnTo>
                    <a:pt x="80362" y="8231"/>
                  </a:lnTo>
                  <a:lnTo>
                    <a:pt x="64834" y="18521"/>
                  </a:lnTo>
                  <a:lnTo>
                    <a:pt x="50596" y="32931"/>
                  </a:lnTo>
                  <a:lnTo>
                    <a:pt x="50596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65" y="212128"/>
                  </a:lnTo>
                  <a:lnTo>
                    <a:pt x="54965" y="111315"/>
                  </a:lnTo>
                  <a:lnTo>
                    <a:pt x="55237" y="97413"/>
                  </a:lnTo>
                  <a:lnTo>
                    <a:pt x="67068" y="53505"/>
                  </a:lnTo>
                  <a:lnTo>
                    <a:pt x="88163" y="42062"/>
                  </a:lnTo>
                  <a:lnTo>
                    <a:pt x="103644" y="42062"/>
                  </a:lnTo>
                  <a:lnTo>
                    <a:pt x="125224" y="84679"/>
                  </a:lnTo>
                  <a:lnTo>
                    <a:pt x="125412" y="98424"/>
                  </a:lnTo>
                  <a:lnTo>
                    <a:pt x="125412" y="212128"/>
                  </a:lnTo>
                  <a:lnTo>
                    <a:pt x="180378" y="212128"/>
                  </a:lnTo>
                  <a:lnTo>
                    <a:pt x="180378" y="112509"/>
                  </a:lnTo>
                  <a:lnTo>
                    <a:pt x="180649" y="98814"/>
                  </a:lnTo>
                  <a:lnTo>
                    <a:pt x="187782" y="60515"/>
                  </a:lnTo>
                  <a:lnTo>
                    <a:pt x="213385" y="42062"/>
                  </a:lnTo>
                  <a:lnTo>
                    <a:pt x="221056" y="42062"/>
                  </a:lnTo>
                  <a:lnTo>
                    <a:pt x="249868" y="79448"/>
                  </a:lnTo>
                  <a:lnTo>
                    <a:pt x="250228" y="93459"/>
                  </a:lnTo>
                  <a:lnTo>
                    <a:pt x="250228" y="212128"/>
                  </a:lnTo>
                  <a:lnTo>
                    <a:pt x="305193" y="212128"/>
                  </a:lnTo>
                  <a:lnTo>
                    <a:pt x="305193" y="79565"/>
                  </a:lnTo>
                  <a:lnTo>
                    <a:pt x="304834" y="65716"/>
                  </a:lnTo>
                  <a:lnTo>
                    <a:pt x="295058" y="28040"/>
                  </a:lnTo>
                  <a:lnTo>
                    <a:pt x="258208" y="2332"/>
                  </a:lnTo>
                  <a:lnTo>
                    <a:pt x="248099" y="583"/>
                  </a:lnTo>
                  <a:lnTo>
                    <a:pt x="23712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8" name="object 418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13334250" y="6840511"/>
              <a:ext cx="194678" cy="216890"/>
            </a:xfrm>
            <a:prstGeom prst="rect">
              <a:avLst/>
            </a:prstGeom>
          </p:spPr>
        </p:pic>
        <p:sp>
          <p:nvSpPr>
            <p:cNvPr id="419" name="object 419"/>
            <p:cNvSpPr/>
            <p:nvPr/>
          </p:nvSpPr>
          <p:spPr>
            <a:xfrm>
              <a:off x="13548614" y="6766293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19" h="291465">
                  <a:moveTo>
                    <a:pt x="122237" y="282778"/>
                  </a:moveTo>
                  <a:lnTo>
                    <a:pt x="117475" y="240309"/>
                  </a:lnTo>
                  <a:lnTo>
                    <a:pt x="107810" y="243751"/>
                  </a:lnTo>
                  <a:lnTo>
                    <a:pt x="100469" y="245465"/>
                  </a:lnTo>
                  <a:lnTo>
                    <a:pt x="91744" y="245465"/>
                  </a:lnTo>
                  <a:lnTo>
                    <a:pt x="88633" y="244602"/>
                  </a:lnTo>
                  <a:lnTo>
                    <a:pt x="80162" y="122631"/>
                  </a:lnTo>
                  <a:lnTo>
                    <a:pt x="117665" y="122631"/>
                  </a:lnTo>
                  <a:lnTo>
                    <a:pt x="117665" y="78981"/>
                  </a:lnTo>
                  <a:lnTo>
                    <a:pt x="80162" y="78981"/>
                  </a:lnTo>
                  <a:lnTo>
                    <a:pt x="80162" y="5549"/>
                  </a:lnTo>
                  <a:lnTo>
                    <a:pt x="25196" y="37706"/>
                  </a:lnTo>
                  <a:lnTo>
                    <a:pt x="25196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196" y="122631"/>
                  </a:lnTo>
                  <a:lnTo>
                    <a:pt x="25196" y="213118"/>
                  </a:lnTo>
                  <a:lnTo>
                    <a:pt x="25590" y="237388"/>
                  </a:lnTo>
                  <a:lnTo>
                    <a:pt x="38227" y="278409"/>
                  </a:lnTo>
                  <a:lnTo>
                    <a:pt x="78778" y="291109"/>
                  </a:lnTo>
                  <a:lnTo>
                    <a:pt x="90563" y="290588"/>
                  </a:lnTo>
                  <a:lnTo>
                    <a:pt x="101739" y="289026"/>
                  </a:lnTo>
                  <a:lnTo>
                    <a:pt x="112293" y="286423"/>
                  </a:lnTo>
                  <a:lnTo>
                    <a:pt x="122237" y="282778"/>
                  </a:lnTo>
                  <a:close/>
                </a:path>
                <a:path w="210819" h="291465">
                  <a:moveTo>
                    <a:pt x="210604" y="78981"/>
                  </a:moveTo>
                  <a:lnTo>
                    <a:pt x="155841" y="78981"/>
                  </a:lnTo>
                  <a:lnTo>
                    <a:pt x="155841" y="286346"/>
                  </a:lnTo>
                  <a:lnTo>
                    <a:pt x="210604" y="286346"/>
                  </a:lnTo>
                  <a:lnTo>
                    <a:pt x="210604" y="78981"/>
                  </a:lnTo>
                  <a:close/>
                </a:path>
                <a:path w="210819" h="291465">
                  <a:moveTo>
                    <a:pt x="210604" y="0"/>
                  </a:moveTo>
                  <a:lnTo>
                    <a:pt x="155841" y="0"/>
                  </a:lnTo>
                  <a:lnTo>
                    <a:pt x="155841" y="50800"/>
                  </a:lnTo>
                  <a:lnTo>
                    <a:pt x="210604" y="50800"/>
                  </a:lnTo>
                  <a:lnTo>
                    <a:pt x="21060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0" name="object 420"/>
          <p:cNvGrpSpPr/>
          <p:nvPr/>
        </p:nvGrpSpPr>
        <p:grpSpPr>
          <a:xfrm>
            <a:off x="13802893" y="6840511"/>
            <a:ext cx="446405" cy="217170"/>
            <a:chOff x="13802893" y="6840511"/>
            <a:chExt cx="446405" cy="217170"/>
          </a:xfrm>
        </p:grpSpPr>
        <p:pic>
          <p:nvPicPr>
            <p:cNvPr id="421" name="object 421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14059560" y="6840511"/>
              <a:ext cx="189115" cy="212128"/>
            </a:xfrm>
            <a:prstGeom prst="rect">
              <a:avLst/>
            </a:prstGeom>
          </p:spPr>
        </p:pic>
        <p:pic>
          <p:nvPicPr>
            <p:cNvPr id="422" name="object 422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13802893" y="6840511"/>
              <a:ext cx="214121" cy="216890"/>
            </a:xfrm>
            <a:prstGeom prst="rect">
              <a:avLst/>
            </a:prstGeom>
          </p:spPr>
        </p:pic>
      </p:grpSp>
      <p:pic>
        <p:nvPicPr>
          <p:cNvPr id="215" name="object 21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6949" y="7426426"/>
            <a:ext cx="99020" cy="99021"/>
          </a:xfrm>
          <a:prstGeom prst="rect">
            <a:avLst/>
          </a:prstGeom>
        </p:spPr>
      </p:pic>
      <p:grpSp>
        <p:nvGrpSpPr>
          <p:cNvPr id="216" name="object 216"/>
          <p:cNvGrpSpPr/>
          <p:nvPr/>
        </p:nvGrpSpPr>
        <p:grpSpPr>
          <a:xfrm>
            <a:off x="1678675" y="7331608"/>
            <a:ext cx="1031875" cy="289560"/>
            <a:chOff x="1678675" y="7331608"/>
            <a:chExt cx="1031875" cy="289560"/>
          </a:xfrm>
        </p:grpSpPr>
        <p:sp>
          <p:nvSpPr>
            <p:cNvPr id="217" name="object 217"/>
            <p:cNvSpPr/>
            <p:nvPr/>
          </p:nvSpPr>
          <p:spPr>
            <a:xfrm>
              <a:off x="1678673" y="7331608"/>
              <a:ext cx="201930" cy="284480"/>
            </a:xfrm>
            <a:custGeom>
              <a:avLst/>
              <a:gdLst/>
              <a:ahLst/>
              <a:cxnLst/>
              <a:rect l="l" t="t" r="r" b="b"/>
              <a:pathLst>
                <a:path w="201930" h="284479">
                  <a:moveTo>
                    <a:pt x="201409" y="236220"/>
                  </a:moveTo>
                  <a:lnTo>
                    <a:pt x="57746" y="236220"/>
                  </a:lnTo>
                  <a:lnTo>
                    <a:pt x="57746" y="0"/>
                  </a:lnTo>
                  <a:lnTo>
                    <a:pt x="0" y="0"/>
                  </a:lnTo>
                  <a:lnTo>
                    <a:pt x="0" y="236220"/>
                  </a:lnTo>
                  <a:lnTo>
                    <a:pt x="0" y="284480"/>
                  </a:lnTo>
                  <a:lnTo>
                    <a:pt x="201409" y="284480"/>
                  </a:lnTo>
                  <a:lnTo>
                    <a:pt x="201409" y="23622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904982" y="7404011"/>
              <a:ext cx="193675" cy="216890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2129058" y="7404011"/>
              <a:ext cx="194665" cy="216890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2363652" y="7404011"/>
              <a:ext cx="134340" cy="212128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2521323" y="7404011"/>
              <a:ext cx="189102" cy="212128"/>
            </a:xfrm>
            <a:prstGeom prst="rect">
              <a:avLst/>
            </a:prstGeom>
          </p:spPr>
        </p:pic>
      </p:grpSp>
      <p:sp>
        <p:nvSpPr>
          <p:cNvPr id="222" name="object 222"/>
          <p:cNvSpPr/>
          <p:nvPr/>
        </p:nvSpPr>
        <p:spPr>
          <a:xfrm>
            <a:off x="2766072" y="7329792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4" h="286384">
                <a:moveTo>
                  <a:pt x="54775" y="78981"/>
                </a:moveTo>
                <a:lnTo>
                  <a:pt x="0" y="78981"/>
                </a:lnTo>
                <a:lnTo>
                  <a:pt x="0" y="286346"/>
                </a:lnTo>
                <a:lnTo>
                  <a:pt x="54775" y="286346"/>
                </a:lnTo>
                <a:lnTo>
                  <a:pt x="54775" y="78981"/>
                </a:lnTo>
                <a:close/>
              </a:path>
              <a:path w="55244" h="286384">
                <a:moveTo>
                  <a:pt x="54775" y="0"/>
                </a:moveTo>
                <a:lnTo>
                  <a:pt x="0" y="0"/>
                </a:lnTo>
                <a:lnTo>
                  <a:pt x="0" y="50800"/>
                </a:lnTo>
                <a:lnTo>
                  <a:pt x="54775" y="50800"/>
                </a:lnTo>
                <a:lnTo>
                  <a:pt x="54775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3" name="object 223"/>
          <p:cNvGrpSpPr/>
          <p:nvPr/>
        </p:nvGrpSpPr>
        <p:grpSpPr>
          <a:xfrm>
            <a:off x="2876834" y="7404010"/>
            <a:ext cx="434975" cy="296545"/>
            <a:chOff x="2876834" y="7404010"/>
            <a:chExt cx="434975" cy="296545"/>
          </a:xfrm>
        </p:grpSpPr>
        <p:pic>
          <p:nvPicPr>
            <p:cNvPr id="224" name="object 224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2876834" y="7404010"/>
              <a:ext cx="189102" cy="212128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3109282" y="7404010"/>
              <a:ext cx="202565" cy="296545"/>
            </a:xfrm>
            <a:custGeom>
              <a:avLst/>
              <a:gdLst/>
              <a:ahLst/>
              <a:cxnLst/>
              <a:rect l="l" t="t" r="r" b="b"/>
              <a:pathLst>
                <a:path w="202564" h="296545">
                  <a:moveTo>
                    <a:pt x="7150" y="225818"/>
                  </a:moveTo>
                  <a:lnTo>
                    <a:pt x="19350" y="268580"/>
                  </a:lnTo>
                  <a:lnTo>
                    <a:pt x="58791" y="291750"/>
                  </a:lnTo>
                  <a:lnTo>
                    <a:pt x="103784" y="296265"/>
                  </a:lnTo>
                  <a:lnTo>
                    <a:pt x="117169" y="295893"/>
                  </a:lnTo>
                  <a:lnTo>
                    <a:pt x="158692" y="287147"/>
                  </a:lnTo>
                  <a:lnTo>
                    <a:pt x="188922" y="261934"/>
                  </a:lnTo>
                  <a:lnTo>
                    <a:pt x="192839" y="254393"/>
                  </a:lnTo>
                  <a:lnTo>
                    <a:pt x="90563" y="254393"/>
                  </a:lnTo>
                  <a:lnTo>
                    <a:pt x="82359" y="252412"/>
                  </a:lnTo>
                  <a:lnTo>
                    <a:pt x="77203" y="248437"/>
                  </a:lnTo>
                  <a:lnTo>
                    <a:pt x="73355" y="245656"/>
                  </a:lnTo>
                  <a:lnTo>
                    <a:pt x="70916" y="240639"/>
                  </a:lnTo>
                  <a:lnTo>
                    <a:pt x="69937" y="233959"/>
                  </a:lnTo>
                  <a:lnTo>
                    <a:pt x="69850" y="233362"/>
                  </a:lnTo>
                  <a:lnTo>
                    <a:pt x="7150" y="225818"/>
                  </a:lnTo>
                  <a:close/>
                </a:path>
                <a:path w="202564" h="296545">
                  <a:moveTo>
                    <a:pt x="202412" y="178587"/>
                  </a:moveTo>
                  <a:lnTo>
                    <a:pt x="147447" y="178587"/>
                  </a:lnTo>
                  <a:lnTo>
                    <a:pt x="147447" y="221056"/>
                  </a:lnTo>
                  <a:lnTo>
                    <a:pt x="146685" y="228460"/>
                  </a:lnTo>
                  <a:lnTo>
                    <a:pt x="111849" y="253984"/>
                  </a:lnTo>
                  <a:lnTo>
                    <a:pt x="101803" y="254393"/>
                  </a:lnTo>
                  <a:lnTo>
                    <a:pt x="192852" y="254393"/>
                  </a:lnTo>
                  <a:lnTo>
                    <a:pt x="202027" y="208083"/>
                  </a:lnTo>
                  <a:lnTo>
                    <a:pt x="202359" y="193263"/>
                  </a:lnTo>
                  <a:lnTo>
                    <a:pt x="202412" y="178587"/>
                  </a:lnTo>
                  <a:close/>
                </a:path>
                <a:path w="202564" h="296545">
                  <a:moveTo>
                    <a:pt x="87515" y="0"/>
                  </a:moveTo>
                  <a:lnTo>
                    <a:pt x="38364" y="15516"/>
                  </a:lnTo>
                  <a:lnTo>
                    <a:pt x="6254" y="61266"/>
                  </a:lnTo>
                  <a:lnTo>
                    <a:pt x="189" y="104178"/>
                  </a:lnTo>
                  <a:lnTo>
                    <a:pt x="101" y="105562"/>
                  </a:lnTo>
                  <a:lnTo>
                    <a:pt x="0" y="107149"/>
                  </a:lnTo>
                  <a:lnTo>
                    <a:pt x="4762" y="145403"/>
                  </a:lnTo>
                  <a:lnTo>
                    <a:pt x="32349" y="192261"/>
                  </a:lnTo>
                  <a:lnTo>
                    <a:pt x="65785" y="210032"/>
                  </a:lnTo>
                  <a:lnTo>
                    <a:pt x="66492" y="210032"/>
                  </a:lnTo>
                  <a:lnTo>
                    <a:pt x="85331" y="212128"/>
                  </a:lnTo>
                  <a:lnTo>
                    <a:pt x="103278" y="210032"/>
                  </a:lnTo>
                  <a:lnTo>
                    <a:pt x="119613" y="203744"/>
                  </a:lnTo>
                  <a:lnTo>
                    <a:pt x="134335" y="193263"/>
                  </a:lnTo>
                  <a:lnTo>
                    <a:pt x="147447" y="178587"/>
                  </a:lnTo>
                  <a:lnTo>
                    <a:pt x="202412" y="178587"/>
                  </a:lnTo>
                  <a:lnTo>
                    <a:pt x="202412" y="167868"/>
                  </a:lnTo>
                  <a:lnTo>
                    <a:pt x="100609" y="167868"/>
                  </a:lnTo>
                  <a:lnTo>
                    <a:pt x="91558" y="166913"/>
                  </a:lnTo>
                  <a:lnTo>
                    <a:pt x="59337" y="132751"/>
                  </a:lnTo>
                  <a:lnTo>
                    <a:pt x="56230" y="105562"/>
                  </a:lnTo>
                  <a:lnTo>
                    <a:pt x="56159" y="104178"/>
                  </a:lnTo>
                  <a:lnTo>
                    <a:pt x="56899" y="90443"/>
                  </a:lnTo>
                  <a:lnTo>
                    <a:pt x="56954" y="89419"/>
                  </a:lnTo>
                  <a:lnTo>
                    <a:pt x="59337" y="76692"/>
                  </a:lnTo>
                  <a:lnTo>
                    <a:pt x="63306" y="65998"/>
                  </a:lnTo>
                  <a:lnTo>
                    <a:pt x="68859" y="57340"/>
                  </a:lnTo>
                  <a:lnTo>
                    <a:pt x="75743" y="50656"/>
                  </a:lnTo>
                  <a:lnTo>
                    <a:pt x="83328" y="45985"/>
                  </a:lnTo>
                  <a:lnTo>
                    <a:pt x="83185" y="45985"/>
                  </a:lnTo>
                  <a:lnTo>
                    <a:pt x="92037" y="43043"/>
                  </a:lnTo>
                  <a:lnTo>
                    <a:pt x="91857" y="43043"/>
                  </a:lnTo>
                  <a:lnTo>
                    <a:pt x="101600" y="42062"/>
                  </a:lnTo>
                  <a:lnTo>
                    <a:pt x="202412" y="42062"/>
                  </a:lnTo>
                  <a:lnTo>
                    <a:pt x="202412" y="33731"/>
                  </a:lnTo>
                  <a:lnTo>
                    <a:pt x="151015" y="33731"/>
                  </a:lnTo>
                  <a:lnTo>
                    <a:pt x="137673" y="18972"/>
                  </a:lnTo>
                  <a:lnTo>
                    <a:pt x="122642" y="8431"/>
                  </a:lnTo>
                  <a:lnTo>
                    <a:pt x="105922" y="2107"/>
                  </a:lnTo>
                  <a:lnTo>
                    <a:pt x="87515" y="0"/>
                  </a:lnTo>
                  <a:close/>
                </a:path>
                <a:path w="202564" h="296545">
                  <a:moveTo>
                    <a:pt x="202412" y="42062"/>
                  </a:moveTo>
                  <a:lnTo>
                    <a:pt x="101600" y="42062"/>
                  </a:lnTo>
                  <a:lnTo>
                    <a:pt x="111289" y="43043"/>
                  </a:lnTo>
                  <a:lnTo>
                    <a:pt x="120108" y="45985"/>
                  </a:lnTo>
                  <a:lnTo>
                    <a:pt x="145113" y="77435"/>
                  </a:lnTo>
                  <a:lnTo>
                    <a:pt x="148361" y="104178"/>
                  </a:lnTo>
                  <a:lnTo>
                    <a:pt x="148342" y="107149"/>
                  </a:lnTo>
                  <a:lnTo>
                    <a:pt x="147596" y="119556"/>
                  </a:lnTo>
                  <a:lnTo>
                    <a:pt x="147568" y="120014"/>
                  </a:lnTo>
                  <a:lnTo>
                    <a:pt x="127214" y="159054"/>
                  </a:lnTo>
                  <a:lnTo>
                    <a:pt x="118954" y="164049"/>
                  </a:lnTo>
                  <a:lnTo>
                    <a:pt x="118822" y="164049"/>
                  </a:lnTo>
                  <a:lnTo>
                    <a:pt x="110173" y="166913"/>
                  </a:lnTo>
                  <a:lnTo>
                    <a:pt x="110009" y="166913"/>
                  </a:lnTo>
                  <a:lnTo>
                    <a:pt x="100609" y="167868"/>
                  </a:lnTo>
                  <a:lnTo>
                    <a:pt x="202412" y="167868"/>
                  </a:lnTo>
                  <a:lnTo>
                    <a:pt x="202412" y="42062"/>
                  </a:lnTo>
                  <a:close/>
                </a:path>
                <a:path w="202564" h="296545">
                  <a:moveTo>
                    <a:pt x="202412" y="4762"/>
                  </a:moveTo>
                  <a:lnTo>
                    <a:pt x="151015" y="4762"/>
                  </a:lnTo>
                  <a:lnTo>
                    <a:pt x="151015" y="33731"/>
                  </a:lnTo>
                  <a:lnTo>
                    <a:pt x="202412" y="33731"/>
                  </a:lnTo>
                  <a:lnTo>
                    <a:pt x="202412" y="4762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6" name="object 226"/>
          <p:cNvPicPr/>
          <p:nvPr/>
        </p:nvPicPr>
        <p:blipFill>
          <a:blip r:embed="rId117" cstate="print"/>
          <a:stretch>
            <a:fillRect/>
          </a:stretch>
        </p:blipFill>
        <p:spPr>
          <a:xfrm>
            <a:off x="3475512" y="7404010"/>
            <a:ext cx="1665452" cy="296265"/>
          </a:xfrm>
          <a:prstGeom prst="rect">
            <a:avLst/>
          </a:prstGeom>
        </p:spPr>
      </p:pic>
      <p:grpSp>
        <p:nvGrpSpPr>
          <p:cNvPr id="227" name="object 227"/>
          <p:cNvGrpSpPr/>
          <p:nvPr/>
        </p:nvGrpSpPr>
        <p:grpSpPr>
          <a:xfrm>
            <a:off x="5297797" y="7329792"/>
            <a:ext cx="1422400" cy="291465"/>
            <a:chOff x="5297797" y="7329792"/>
            <a:chExt cx="1422400" cy="291465"/>
          </a:xfrm>
        </p:grpSpPr>
        <p:pic>
          <p:nvPicPr>
            <p:cNvPr id="228" name="object 228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5297797" y="7404010"/>
              <a:ext cx="335660" cy="216890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5666237" y="7404010"/>
              <a:ext cx="195668" cy="216890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888131" y="7404010"/>
              <a:ext cx="214122" cy="216890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6142817" y="7404010"/>
              <a:ext cx="134340" cy="212128"/>
            </a:xfrm>
            <a:prstGeom prst="rect">
              <a:avLst/>
            </a:prstGeom>
          </p:spPr>
        </p:pic>
        <p:sp>
          <p:nvSpPr>
            <p:cNvPr id="232" name="object 232"/>
            <p:cNvSpPr/>
            <p:nvPr/>
          </p:nvSpPr>
          <p:spPr>
            <a:xfrm>
              <a:off x="6288678" y="7329792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4" h="291465">
                  <a:moveTo>
                    <a:pt x="87412" y="74218"/>
                  </a:moveTo>
                  <a:lnTo>
                    <a:pt x="68372" y="76028"/>
                  </a:lnTo>
                  <a:lnTo>
                    <a:pt x="69002" y="76028"/>
                  </a:lnTo>
                  <a:lnTo>
                    <a:pt x="52779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3" y="271362"/>
                  </a:lnTo>
                  <a:lnTo>
                    <a:pt x="151509" y="255790"/>
                  </a:lnTo>
                  <a:lnTo>
                    <a:pt x="202309" y="255790"/>
                  </a:lnTo>
                  <a:lnTo>
                    <a:pt x="202309" y="247650"/>
                  </a:lnTo>
                  <a:lnTo>
                    <a:pt x="102296" y="247650"/>
                  </a:lnTo>
                  <a:lnTo>
                    <a:pt x="91986" y="246431"/>
                  </a:lnTo>
                  <a:lnTo>
                    <a:pt x="91259" y="246431"/>
                  </a:lnTo>
                  <a:lnTo>
                    <a:pt x="80959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80" y="125105"/>
                  </a:lnTo>
                  <a:lnTo>
                    <a:pt x="101890" y="116281"/>
                  </a:lnTo>
                  <a:lnTo>
                    <a:pt x="202309" y="116281"/>
                  </a:lnTo>
                  <a:lnTo>
                    <a:pt x="202309" y="103187"/>
                  </a:lnTo>
                  <a:lnTo>
                    <a:pt x="147534" y="103187"/>
                  </a:lnTo>
                  <a:lnTo>
                    <a:pt x="134253" y="90511"/>
                  </a:lnTo>
                  <a:lnTo>
                    <a:pt x="119806" y="81459"/>
                  </a:lnTo>
                  <a:lnTo>
                    <a:pt x="104192" y="76028"/>
                  </a:lnTo>
                  <a:lnTo>
                    <a:pt x="87412" y="74218"/>
                  </a:lnTo>
                  <a:close/>
                </a:path>
                <a:path w="202564" h="291465">
                  <a:moveTo>
                    <a:pt x="202309" y="255790"/>
                  </a:moveTo>
                  <a:lnTo>
                    <a:pt x="151509" y="255790"/>
                  </a:lnTo>
                  <a:lnTo>
                    <a:pt x="151509" y="286346"/>
                  </a:lnTo>
                  <a:lnTo>
                    <a:pt x="202309" y="286346"/>
                  </a:lnTo>
                  <a:lnTo>
                    <a:pt x="202309" y="255790"/>
                  </a:lnTo>
                  <a:close/>
                </a:path>
                <a:path w="202564" h="291465">
                  <a:moveTo>
                    <a:pt x="202309" y="116281"/>
                  </a:moveTo>
                  <a:lnTo>
                    <a:pt x="101890" y="116281"/>
                  </a:lnTo>
                  <a:lnTo>
                    <a:pt x="111470" y="117262"/>
                  </a:lnTo>
                  <a:lnTo>
                    <a:pt x="120152" y="120203"/>
                  </a:lnTo>
                  <a:lnTo>
                    <a:pt x="144509" y="152647"/>
                  </a:lnTo>
                  <a:lnTo>
                    <a:pt x="147660" y="181762"/>
                  </a:lnTo>
                  <a:lnTo>
                    <a:pt x="147737" y="183349"/>
                  </a:lnTo>
                  <a:lnTo>
                    <a:pt x="140257" y="222535"/>
                  </a:lnTo>
                  <a:lnTo>
                    <a:pt x="102296" y="247650"/>
                  </a:lnTo>
                  <a:lnTo>
                    <a:pt x="202309" y="247650"/>
                  </a:lnTo>
                  <a:lnTo>
                    <a:pt x="202309" y="116281"/>
                  </a:lnTo>
                  <a:close/>
                </a:path>
                <a:path w="202564" h="291465">
                  <a:moveTo>
                    <a:pt x="202309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309" y="103187"/>
                  </a:lnTo>
                  <a:lnTo>
                    <a:pt x="20230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3" name="object 233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6525798" y="7404010"/>
              <a:ext cx="193878" cy="216890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  <p:grpSp>
        <p:nvGrpSpPr>
          <p:cNvPr id="423" name="object 423"/>
          <p:cNvGrpSpPr/>
          <p:nvPr/>
        </p:nvGrpSpPr>
        <p:grpSpPr>
          <a:xfrm>
            <a:off x="14400987" y="6840511"/>
            <a:ext cx="1494155" cy="296545"/>
            <a:chOff x="14400987" y="6840511"/>
            <a:chExt cx="1494155" cy="296545"/>
          </a:xfrm>
        </p:grpSpPr>
        <p:pic>
          <p:nvPicPr>
            <p:cNvPr id="424" name="object 424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14400987" y="6840511"/>
              <a:ext cx="194665" cy="216890"/>
            </a:xfrm>
            <a:prstGeom prst="rect">
              <a:avLst/>
            </a:prstGeom>
          </p:spPr>
        </p:pic>
        <p:pic>
          <p:nvPicPr>
            <p:cNvPr id="425" name="object 425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14637563" y="6840511"/>
              <a:ext cx="189115" cy="212128"/>
            </a:xfrm>
            <a:prstGeom prst="rect">
              <a:avLst/>
            </a:prstGeom>
          </p:spPr>
        </p:pic>
        <p:pic>
          <p:nvPicPr>
            <p:cNvPr id="426" name="object 426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14869630" y="6840511"/>
              <a:ext cx="214109" cy="216890"/>
            </a:xfrm>
            <a:prstGeom prst="rect">
              <a:avLst/>
            </a:prstGeom>
          </p:spPr>
        </p:pic>
        <p:pic>
          <p:nvPicPr>
            <p:cNvPr id="427" name="object 427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15126297" y="6840511"/>
              <a:ext cx="189102" cy="212128"/>
            </a:xfrm>
            <a:prstGeom prst="rect">
              <a:avLst/>
            </a:prstGeom>
          </p:spPr>
        </p:pic>
        <p:sp>
          <p:nvSpPr>
            <p:cNvPr id="428" name="object 428"/>
            <p:cNvSpPr/>
            <p:nvPr/>
          </p:nvSpPr>
          <p:spPr>
            <a:xfrm>
              <a:off x="15345055" y="6840511"/>
              <a:ext cx="549910" cy="296545"/>
            </a:xfrm>
            <a:custGeom>
              <a:avLst/>
              <a:gdLst/>
              <a:ahLst/>
              <a:cxnLst/>
              <a:rect l="l" t="t" r="r" b="b"/>
              <a:pathLst>
                <a:path w="549909" h="296545">
                  <a:moveTo>
                    <a:pt x="213321" y="4762"/>
                  </a:moveTo>
                  <a:lnTo>
                    <a:pt x="156375" y="4762"/>
                  </a:lnTo>
                  <a:lnTo>
                    <a:pt x="107950" y="151993"/>
                  </a:lnTo>
                  <a:lnTo>
                    <a:pt x="58343" y="4762"/>
                  </a:lnTo>
                  <a:lnTo>
                    <a:pt x="0" y="4762"/>
                  </a:lnTo>
                  <a:lnTo>
                    <a:pt x="78778" y="212725"/>
                  </a:lnTo>
                  <a:lnTo>
                    <a:pt x="76111" y="221056"/>
                  </a:lnTo>
                  <a:lnTo>
                    <a:pt x="45415" y="251904"/>
                  </a:lnTo>
                  <a:lnTo>
                    <a:pt x="36512" y="252603"/>
                  </a:lnTo>
                  <a:lnTo>
                    <a:pt x="29641" y="252603"/>
                  </a:lnTo>
                  <a:lnTo>
                    <a:pt x="21894" y="251752"/>
                  </a:lnTo>
                  <a:lnTo>
                    <a:pt x="13296" y="250024"/>
                  </a:lnTo>
                  <a:lnTo>
                    <a:pt x="18059" y="293090"/>
                  </a:lnTo>
                  <a:lnTo>
                    <a:pt x="25730" y="294487"/>
                  </a:lnTo>
                  <a:lnTo>
                    <a:pt x="33477" y="295478"/>
                  </a:lnTo>
                  <a:lnTo>
                    <a:pt x="41313" y="296075"/>
                  </a:lnTo>
                  <a:lnTo>
                    <a:pt x="49212" y="296265"/>
                  </a:lnTo>
                  <a:lnTo>
                    <a:pt x="56832" y="296062"/>
                  </a:lnTo>
                  <a:lnTo>
                    <a:pt x="103720" y="279793"/>
                  </a:lnTo>
                  <a:lnTo>
                    <a:pt x="127000" y="240499"/>
                  </a:lnTo>
                  <a:lnTo>
                    <a:pt x="213321" y="4762"/>
                  </a:lnTo>
                  <a:close/>
                </a:path>
                <a:path w="549909" h="296545">
                  <a:moveTo>
                    <a:pt x="549516" y="79565"/>
                  </a:moveTo>
                  <a:lnTo>
                    <a:pt x="543763" y="36512"/>
                  </a:lnTo>
                  <a:lnTo>
                    <a:pt x="511771" y="5257"/>
                  </a:lnTo>
                  <a:lnTo>
                    <a:pt x="481457" y="0"/>
                  </a:lnTo>
                  <a:lnTo>
                    <a:pt x="472643" y="520"/>
                  </a:lnTo>
                  <a:lnTo>
                    <a:pt x="432384" y="18554"/>
                  </a:lnTo>
                  <a:lnTo>
                    <a:pt x="418147" y="32931"/>
                  </a:lnTo>
                  <a:lnTo>
                    <a:pt x="413143" y="25222"/>
                  </a:lnTo>
                  <a:lnTo>
                    <a:pt x="378167" y="2082"/>
                  </a:lnTo>
                  <a:lnTo>
                    <a:pt x="359613" y="0"/>
                  </a:lnTo>
                  <a:lnTo>
                    <a:pt x="341503" y="2070"/>
                  </a:lnTo>
                  <a:lnTo>
                    <a:pt x="324675" y="8242"/>
                  </a:lnTo>
                  <a:lnTo>
                    <a:pt x="309156" y="18529"/>
                  </a:lnTo>
                  <a:lnTo>
                    <a:pt x="294919" y="32931"/>
                  </a:lnTo>
                  <a:lnTo>
                    <a:pt x="294919" y="4762"/>
                  </a:lnTo>
                  <a:lnTo>
                    <a:pt x="244322" y="4762"/>
                  </a:lnTo>
                  <a:lnTo>
                    <a:pt x="244322" y="212128"/>
                  </a:lnTo>
                  <a:lnTo>
                    <a:pt x="299288" y="212128"/>
                  </a:lnTo>
                  <a:lnTo>
                    <a:pt x="299288" y="111315"/>
                  </a:lnTo>
                  <a:lnTo>
                    <a:pt x="299554" y="97421"/>
                  </a:lnTo>
                  <a:lnTo>
                    <a:pt x="311391" y="53505"/>
                  </a:lnTo>
                  <a:lnTo>
                    <a:pt x="332498" y="42062"/>
                  </a:lnTo>
                  <a:lnTo>
                    <a:pt x="347967" y="42062"/>
                  </a:lnTo>
                  <a:lnTo>
                    <a:pt x="369544" y="84683"/>
                  </a:lnTo>
                  <a:lnTo>
                    <a:pt x="369735" y="98425"/>
                  </a:lnTo>
                  <a:lnTo>
                    <a:pt x="369735" y="212128"/>
                  </a:lnTo>
                  <a:lnTo>
                    <a:pt x="424700" y="212128"/>
                  </a:lnTo>
                  <a:lnTo>
                    <a:pt x="424700" y="112509"/>
                  </a:lnTo>
                  <a:lnTo>
                    <a:pt x="424967" y="98818"/>
                  </a:lnTo>
                  <a:lnTo>
                    <a:pt x="432104" y="60515"/>
                  </a:lnTo>
                  <a:lnTo>
                    <a:pt x="457708" y="42062"/>
                  </a:lnTo>
                  <a:lnTo>
                    <a:pt x="465378" y="42062"/>
                  </a:lnTo>
                  <a:lnTo>
                    <a:pt x="494182" y="79451"/>
                  </a:lnTo>
                  <a:lnTo>
                    <a:pt x="494550" y="93459"/>
                  </a:lnTo>
                  <a:lnTo>
                    <a:pt x="494550" y="212128"/>
                  </a:lnTo>
                  <a:lnTo>
                    <a:pt x="549516" y="212128"/>
                  </a:lnTo>
                  <a:lnTo>
                    <a:pt x="549516" y="7956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9" name="object 429"/>
          <p:cNvGrpSpPr/>
          <p:nvPr/>
        </p:nvGrpSpPr>
        <p:grpSpPr>
          <a:xfrm>
            <a:off x="15949243" y="6766293"/>
            <a:ext cx="723900" cy="291465"/>
            <a:chOff x="15949243" y="6766293"/>
            <a:chExt cx="723900" cy="291465"/>
          </a:xfrm>
        </p:grpSpPr>
        <p:sp>
          <p:nvSpPr>
            <p:cNvPr id="430" name="object 430"/>
            <p:cNvSpPr/>
            <p:nvPr/>
          </p:nvSpPr>
          <p:spPr>
            <a:xfrm>
              <a:off x="15949244" y="6766293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4" h="286384">
                  <a:moveTo>
                    <a:pt x="54775" y="78981"/>
                  </a:moveTo>
                  <a:lnTo>
                    <a:pt x="0" y="78981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78981"/>
                  </a:lnTo>
                  <a:close/>
                </a:path>
                <a:path w="55244" h="286384">
                  <a:moveTo>
                    <a:pt x="54775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775" y="50800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1" name="object 431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16038168" y="6845274"/>
              <a:ext cx="185343" cy="207365"/>
            </a:xfrm>
            <a:prstGeom prst="rect">
              <a:avLst/>
            </a:prstGeom>
          </p:spPr>
        </p:pic>
        <p:pic>
          <p:nvPicPr>
            <p:cNvPr id="432" name="object 432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16244340" y="6840511"/>
              <a:ext cx="193675" cy="216890"/>
            </a:xfrm>
            <a:prstGeom prst="rect">
              <a:avLst/>
            </a:prstGeom>
          </p:spPr>
        </p:pic>
        <p:sp>
          <p:nvSpPr>
            <p:cNvPr id="433" name="object 433"/>
            <p:cNvSpPr/>
            <p:nvPr/>
          </p:nvSpPr>
          <p:spPr>
            <a:xfrm>
              <a:off x="16470707" y="6766293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87412" y="74218"/>
                  </a:moveTo>
                  <a:lnTo>
                    <a:pt x="68372" y="76028"/>
                  </a:lnTo>
                  <a:lnTo>
                    <a:pt x="69002" y="76028"/>
                  </a:lnTo>
                  <a:lnTo>
                    <a:pt x="52779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0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80" y="246431"/>
                  </a:lnTo>
                  <a:lnTo>
                    <a:pt x="91254" y="246431"/>
                  </a:lnTo>
                  <a:lnTo>
                    <a:pt x="80957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53" y="90511"/>
                  </a:lnTo>
                  <a:lnTo>
                    <a:pt x="119806" y="81459"/>
                  </a:lnTo>
                  <a:lnTo>
                    <a:pt x="104192" y="76028"/>
                  </a:lnTo>
                  <a:lnTo>
                    <a:pt x="87412" y="74218"/>
                  </a:lnTo>
                  <a:close/>
                </a:path>
                <a:path w="202565" h="291465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5" h="291465">
                  <a:moveTo>
                    <a:pt x="202296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9" y="152647"/>
                  </a:lnTo>
                  <a:lnTo>
                    <a:pt x="147737" y="183349"/>
                  </a:lnTo>
                  <a:lnTo>
                    <a:pt x="146906" y="198423"/>
                  </a:lnTo>
                  <a:lnTo>
                    <a:pt x="127444" y="238606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5" h="291465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34" name="object 434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0154523" y="7426426"/>
            <a:ext cx="99020" cy="99021"/>
          </a:xfrm>
          <a:prstGeom prst="rect">
            <a:avLst/>
          </a:prstGeom>
        </p:spPr>
      </p:pic>
      <p:grpSp>
        <p:nvGrpSpPr>
          <p:cNvPr id="435" name="object 435"/>
          <p:cNvGrpSpPr/>
          <p:nvPr/>
        </p:nvGrpSpPr>
        <p:grpSpPr>
          <a:xfrm>
            <a:off x="10504465" y="7329792"/>
            <a:ext cx="824865" cy="291465"/>
            <a:chOff x="10504465" y="7329792"/>
            <a:chExt cx="824865" cy="291465"/>
          </a:xfrm>
        </p:grpSpPr>
        <p:sp>
          <p:nvSpPr>
            <p:cNvPr id="436" name="object 436"/>
            <p:cNvSpPr/>
            <p:nvPr/>
          </p:nvSpPr>
          <p:spPr>
            <a:xfrm>
              <a:off x="10504465" y="7329792"/>
              <a:ext cx="240029" cy="286385"/>
            </a:xfrm>
            <a:custGeom>
              <a:avLst/>
              <a:gdLst/>
              <a:ahLst/>
              <a:cxnLst/>
              <a:rect l="l" t="t" r="r" b="b"/>
              <a:pathLst>
                <a:path w="240029" h="286384">
                  <a:moveTo>
                    <a:pt x="105568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108743" y="286346"/>
                  </a:lnTo>
                  <a:lnTo>
                    <a:pt x="123923" y="285961"/>
                  </a:lnTo>
                  <a:lnTo>
                    <a:pt x="172082" y="275710"/>
                  </a:lnTo>
                  <a:lnTo>
                    <a:pt x="209971" y="246993"/>
                  </a:lnTo>
                  <a:lnTo>
                    <a:pt x="216092" y="238125"/>
                  </a:lnTo>
                  <a:lnTo>
                    <a:pt x="57744" y="238125"/>
                  </a:lnTo>
                  <a:lnTo>
                    <a:pt x="57744" y="48412"/>
                  </a:lnTo>
                  <a:lnTo>
                    <a:pt x="216043" y="48412"/>
                  </a:lnTo>
                  <a:lnTo>
                    <a:pt x="211682" y="41908"/>
                  </a:lnTo>
                  <a:lnTo>
                    <a:pt x="183504" y="15779"/>
                  </a:lnTo>
                  <a:lnTo>
                    <a:pt x="137070" y="1341"/>
                  </a:lnTo>
                  <a:lnTo>
                    <a:pt x="122373" y="335"/>
                  </a:lnTo>
                  <a:lnTo>
                    <a:pt x="105568" y="0"/>
                  </a:lnTo>
                  <a:close/>
                </a:path>
                <a:path w="240029" h="286384">
                  <a:moveTo>
                    <a:pt x="216043" y="48412"/>
                  </a:moveTo>
                  <a:lnTo>
                    <a:pt x="83739" y="48412"/>
                  </a:lnTo>
                  <a:lnTo>
                    <a:pt x="99950" y="48586"/>
                  </a:lnTo>
                  <a:lnTo>
                    <a:pt x="113257" y="49107"/>
                  </a:lnTo>
                  <a:lnTo>
                    <a:pt x="152337" y="60128"/>
                  </a:lnTo>
                  <a:lnTo>
                    <a:pt x="174227" y="92468"/>
                  </a:lnTo>
                  <a:lnTo>
                    <a:pt x="179714" y="126515"/>
                  </a:lnTo>
                  <a:lnTo>
                    <a:pt x="179809" y="127669"/>
                  </a:lnTo>
                  <a:lnTo>
                    <a:pt x="180181" y="143268"/>
                  </a:lnTo>
                  <a:lnTo>
                    <a:pt x="179809" y="159056"/>
                  </a:lnTo>
                  <a:lnTo>
                    <a:pt x="178692" y="173083"/>
                  </a:lnTo>
                  <a:lnTo>
                    <a:pt x="167579" y="212375"/>
                  </a:lnTo>
                  <a:lnTo>
                    <a:pt x="135929" y="235343"/>
                  </a:lnTo>
                  <a:lnTo>
                    <a:pt x="101004" y="238125"/>
                  </a:lnTo>
                  <a:lnTo>
                    <a:pt x="216092" y="238125"/>
                  </a:lnTo>
                  <a:lnTo>
                    <a:pt x="234999" y="193361"/>
                  </a:lnTo>
                  <a:lnTo>
                    <a:pt x="239910" y="145846"/>
                  </a:lnTo>
                  <a:lnTo>
                    <a:pt x="239362" y="127669"/>
                  </a:lnTo>
                  <a:lnTo>
                    <a:pt x="230583" y="78181"/>
                  </a:lnTo>
                  <a:lnTo>
                    <a:pt x="216159" y="48586"/>
                  </a:lnTo>
                  <a:lnTo>
                    <a:pt x="216043" y="48412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7" name="object 437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10778683" y="7404010"/>
              <a:ext cx="194666" cy="216890"/>
            </a:xfrm>
            <a:prstGeom prst="rect">
              <a:avLst/>
            </a:prstGeom>
          </p:spPr>
        </p:pic>
        <p:sp>
          <p:nvSpPr>
            <p:cNvPr id="438" name="object 438"/>
            <p:cNvSpPr/>
            <p:nvPr/>
          </p:nvSpPr>
          <p:spPr>
            <a:xfrm>
              <a:off x="10993035" y="7335342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71" y="0"/>
                  </a:moveTo>
                  <a:lnTo>
                    <a:pt x="25201" y="32156"/>
                  </a:lnTo>
                  <a:lnTo>
                    <a:pt x="25201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201" y="117081"/>
                  </a:lnTo>
                  <a:lnTo>
                    <a:pt x="25201" y="207568"/>
                  </a:lnTo>
                  <a:lnTo>
                    <a:pt x="26789" y="246265"/>
                  </a:lnTo>
                  <a:lnTo>
                    <a:pt x="51991" y="280593"/>
                  </a:lnTo>
                  <a:lnTo>
                    <a:pt x="78774" y="285559"/>
                  </a:lnTo>
                  <a:lnTo>
                    <a:pt x="90570" y="285038"/>
                  </a:lnTo>
                  <a:lnTo>
                    <a:pt x="101747" y="283475"/>
                  </a:lnTo>
                  <a:lnTo>
                    <a:pt x="112301" y="280871"/>
                  </a:lnTo>
                  <a:lnTo>
                    <a:pt x="122233" y="277228"/>
                  </a:lnTo>
                  <a:lnTo>
                    <a:pt x="117471" y="234759"/>
                  </a:lnTo>
                  <a:lnTo>
                    <a:pt x="107819" y="238201"/>
                  </a:lnTo>
                  <a:lnTo>
                    <a:pt x="100478" y="239915"/>
                  </a:lnTo>
                  <a:lnTo>
                    <a:pt x="91740" y="239915"/>
                  </a:lnTo>
                  <a:lnTo>
                    <a:pt x="88642" y="239052"/>
                  </a:lnTo>
                  <a:lnTo>
                    <a:pt x="80171" y="117081"/>
                  </a:lnTo>
                  <a:lnTo>
                    <a:pt x="117674" y="117081"/>
                  </a:lnTo>
                  <a:lnTo>
                    <a:pt x="117674" y="73431"/>
                  </a:lnTo>
                  <a:lnTo>
                    <a:pt x="80171" y="73431"/>
                  </a:lnTo>
                  <a:lnTo>
                    <a:pt x="8017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9" name="object 439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11134395" y="7404010"/>
              <a:ext cx="194665" cy="216890"/>
            </a:xfrm>
            <a:prstGeom prst="rect">
              <a:avLst/>
            </a:prstGeom>
          </p:spPr>
        </p:pic>
      </p:grpSp>
      <p:grpSp>
        <p:nvGrpSpPr>
          <p:cNvPr id="440" name="object 440"/>
          <p:cNvGrpSpPr/>
          <p:nvPr/>
        </p:nvGrpSpPr>
        <p:grpSpPr>
          <a:xfrm>
            <a:off x="11481320" y="7329792"/>
            <a:ext cx="880744" cy="291465"/>
            <a:chOff x="11481320" y="7329792"/>
            <a:chExt cx="880744" cy="291465"/>
          </a:xfrm>
        </p:grpSpPr>
        <p:pic>
          <p:nvPicPr>
            <p:cNvPr id="441" name="object 441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11481320" y="7408773"/>
              <a:ext cx="188709" cy="212128"/>
            </a:xfrm>
            <a:prstGeom prst="rect">
              <a:avLst/>
            </a:prstGeom>
          </p:spPr>
        </p:pic>
        <p:pic>
          <p:nvPicPr>
            <p:cNvPr id="442" name="object 442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11707431" y="7404010"/>
              <a:ext cx="193865" cy="216890"/>
            </a:xfrm>
            <a:prstGeom prst="rect">
              <a:avLst/>
            </a:prstGeom>
          </p:spPr>
        </p:pic>
        <p:pic>
          <p:nvPicPr>
            <p:cNvPr id="443" name="object 443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11933288" y="7404010"/>
              <a:ext cx="193675" cy="216890"/>
            </a:xfrm>
            <a:prstGeom prst="rect">
              <a:avLst/>
            </a:prstGeom>
          </p:spPr>
        </p:pic>
        <p:sp>
          <p:nvSpPr>
            <p:cNvPr id="444" name="object 444"/>
            <p:cNvSpPr/>
            <p:nvPr/>
          </p:nvSpPr>
          <p:spPr>
            <a:xfrm>
              <a:off x="12159654" y="7329792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87399" y="74218"/>
                  </a:moveTo>
                  <a:lnTo>
                    <a:pt x="68367" y="76028"/>
                  </a:lnTo>
                  <a:lnTo>
                    <a:pt x="68997" y="76028"/>
                  </a:lnTo>
                  <a:lnTo>
                    <a:pt x="52777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3" y="206149"/>
                  </a:lnTo>
                  <a:lnTo>
                    <a:pt x="14180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0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80" y="246431"/>
                  </a:lnTo>
                  <a:lnTo>
                    <a:pt x="91254" y="246431"/>
                  </a:lnTo>
                  <a:lnTo>
                    <a:pt x="80957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46" y="90511"/>
                  </a:lnTo>
                  <a:lnTo>
                    <a:pt x="119795" y="81459"/>
                  </a:lnTo>
                  <a:lnTo>
                    <a:pt x="104180" y="76028"/>
                  </a:lnTo>
                  <a:lnTo>
                    <a:pt x="87399" y="74218"/>
                  </a:lnTo>
                  <a:close/>
                </a:path>
                <a:path w="202565" h="291465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5" h="291465">
                  <a:moveTo>
                    <a:pt x="202296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3" y="152647"/>
                  </a:lnTo>
                  <a:lnTo>
                    <a:pt x="147647" y="181762"/>
                  </a:lnTo>
                  <a:lnTo>
                    <a:pt x="147724" y="183349"/>
                  </a:lnTo>
                  <a:lnTo>
                    <a:pt x="140250" y="222535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5" h="291465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5" name="object 445"/>
          <p:cNvGrpSpPr/>
          <p:nvPr/>
        </p:nvGrpSpPr>
        <p:grpSpPr>
          <a:xfrm>
            <a:off x="12514668" y="7404010"/>
            <a:ext cx="445770" cy="217170"/>
            <a:chOff x="12514668" y="7404010"/>
            <a:chExt cx="445770" cy="217170"/>
          </a:xfrm>
        </p:grpSpPr>
        <p:pic>
          <p:nvPicPr>
            <p:cNvPr id="446" name="object 446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12514668" y="7404010"/>
              <a:ext cx="214109" cy="216890"/>
            </a:xfrm>
            <a:prstGeom prst="rect">
              <a:avLst/>
            </a:prstGeom>
          </p:spPr>
        </p:pic>
        <p:pic>
          <p:nvPicPr>
            <p:cNvPr id="447" name="object 447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2771335" y="7404010"/>
              <a:ext cx="189103" cy="212128"/>
            </a:xfrm>
            <a:prstGeom prst="rect">
              <a:avLst/>
            </a:prstGeom>
          </p:spPr>
        </p:pic>
      </p:grpSp>
      <p:sp>
        <p:nvSpPr>
          <p:cNvPr id="448" name="object 448"/>
          <p:cNvSpPr/>
          <p:nvPr/>
        </p:nvSpPr>
        <p:spPr>
          <a:xfrm>
            <a:off x="13016090" y="7329792"/>
            <a:ext cx="299085" cy="370840"/>
          </a:xfrm>
          <a:custGeom>
            <a:avLst/>
            <a:gdLst/>
            <a:ahLst/>
            <a:cxnLst/>
            <a:rect l="l" t="t" r="r" b="b"/>
            <a:pathLst>
              <a:path w="299084" h="370840">
                <a:moveTo>
                  <a:pt x="54775" y="0"/>
                </a:moveTo>
                <a:lnTo>
                  <a:pt x="0" y="0"/>
                </a:lnTo>
                <a:lnTo>
                  <a:pt x="0" y="286346"/>
                </a:lnTo>
                <a:lnTo>
                  <a:pt x="54775" y="286346"/>
                </a:lnTo>
                <a:lnTo>
                  <a:pt x="54775" y="0"/>
                </a:lnTo>
                <a:close/>
              </a:path>
              <a:path w="299084" h="370840">
                <a:moveTo>
                  <a:pt x="298475" y="78981"/>
                </a:moveTo>
                <a:lnTo>
                  <a:pt x="241515" y="78981"/>
                </a:lnTo>
                <a:lnTo>
                  <a:pt x="193103" y="226212"/>
                </a:lnTo>
                <a:lnTo>
                  <a:pt x="143497" y="78981"/>
                </a:lnTo>
                <a:lnTo>
                  <a:pt x="85153" y="78981"/>
                </a:lnTo>
                <a:lnTo>
                  <a:pt x="163931" y="286943"/>
                </a:lnTo>
                <a:lnTo>
                  <a:pt x="161264" y="295275"/>
                </a:lnTo>
                <a:lnTo>
                  <a:pt x="130568" y="326123"/>
                </a:lnTo>
                <a:lnTo>
                  <a:pt x="121666" y="326821"/>
                </a:lnTo>
                <a:lnTo>
                  <a:pt x="114782" y="326821"/>
                </a:lnTo>
                <a:lnTo>
                  <a:pt x="107048" y="325970"/>
                </a:lnTo>
                <a:lnTo>
                  <a:pt x="98450" y="324243"/>
                </a:lnTo>
                <a:lnTo>
                  <a:pt x="103212" y="367309"/>
                </a:lnTo>
                <a:lnTo>
                  <a:pt x="110883" y="368706"/>
                </a:lnTo>
                <a:lnTo>
                  <a:pt x="118630" y="369697"/>
                </a:lnTo>
                <a:lnTo>
                  <a:pt x="126466" y="370293"/>
                </a:lnTo>
                <a:lnTo>
                  <a:pt x="134366" y="370484"/>
                </a:lnTo>
                <a:lnTo>
                  <a:pt x="141986" y="370281"/>
                </a:lnTo>
                <a:lnTo>
                  <a:pt x="188874" y="354012"/>
                </a:lnTo>
                <a:lnTo>
                  <a:pt x="212153" y="314718"/>
                </a:lnTo>
                <a:lnTo>
                  <a:pt x="298475" y="78981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9" name="object 449"/>
          <p:cNvSpPr/>
          <p:nvPr/>
        </p:nvSpPr>
        <p:spPr>
          <a:xfrm>
            <a:off x="13436866" y="7324826"/>
            <a:ext cx="140335" cy="291465"/>
          </a:xfrm>
          <a:custGeom>
            <a:avLst/>
            <a:gdLst/>
            <a:ahLst/>
            <a:cxnLst/>
            <a:rect l="l" t="t" r="r" b="b"/>
            <a:pathLst>
              <a:path w="140334" h="291465">
                <a:moveTo>
                  <a:pt x="94259" y="0"/>
                </a:moveTo>
                <a:lnTo>
                  <a:pt x="56349" y="8140"/>
                </a:lnTo>
                <a:lnTo>
                  <a:pt x="31743" y="45392"/>
                </a:lnTo>
                <a:lnTo>
                  <a:pt x="30353" y="68262"/>
                </a:lnTo>
                <a:lnTo>
                  <a:pt x="30353" y="83946"/>
                </a:lnTo>
                <a:lnTo>
                  <a:pt x="0" y="83946"/>
                </a:lnTo>
                <a:lnTo>
                  <a:pt x="0" y="126999"/>
                </a:lnTo>
                <a:lnTo>
                  <a:pt x="30353" y="126999"/>
                </a:lnTo>
                <a:lnTo>
                  <a:pt x="30353" y="291312"/>
                </a:lnTo>
                <a:lnTo>
                  <a:pt x="85318" y="291312"/>
                </a:lnTo>
                <a:lnTo>
                  <a:pt x="85318" y="126999"/>
                </a:lnTo>
                <a:lnTo>
                  <a:pt x="126403" y="126999"/>
                </a:lnTo>
                <a:lnTo>
                  <a:pt x="126403" y="83946"/>
                </a:lnTo>
                <a:lnTo>
                  <a:pt x="85318" y="83946"/>
                </a:lnTo>
                <a:lnTo>
                  <a:pt x="85318" y="58673"/>
                </a:lnTo>
                <a:lnTo>
                  <a:pt x="87045" y="51536"/>
                </a:lnTo>
                <a:lnTo>
                  <a:pt x="93916" y="44119"/>
                </a:lnTo>
                <a:lnTo>
                  <a:pt x="99606" y="42265"/>
                </a:lnTo>
                <a:lnTo>
                  <a:pt x="113661" y="42465"/>
                </a:lnTo>
                <a:lnTo>
                  <a:pt x="119900" y="43062"/>
                </a:lnTo>
                <a:lnTo>
                  <a:pt x="126263" y="44055"/>
                </a:lnTo>
                <a:lnTo>
                  <a:pt x="132753" y="45440"/>
                </a:lnTo>
                <a:lnTo>
                  <a:pt x="140093" y="7150"/>
                </a:lnTo>
                <a:lnTo>
                  <a:pt x="128820" y="4023"/>
                </a:lnTo>
                <a:lnTo>
                  <a:pt x="117424" y="1789"/>
                </a:lnTo>
                <a:lnTo>
                  <a:pt x="105903" y="447"/>
                </a:lnTo>
                <a:lnTo>
                  <a:pt x="9425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0" name="object 450"/>
          <p:cNvGrpSpPr/>
          <p:nvPr/>
        </p:nvGrpSpPr>
        <p:grpSpPr>
          <a:xfrm>
            <a:off x="13581392" y="7404010"/>
            <a:ext cx="389255" cy="217170"/>
            <a:chOff x="13581392" y="7404010"/>
            <a:chExt cx="389255" cy="217170"/>
          </a:xfrm>
        </p:grpSpPr>
        <p:pic>
          <p:nvPicPr>
            <p:cNvPr id="451" name="object 451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13836078" y="7404010"/>
              <a:ext cx="134340" cy="212128"/>
            </a:xfrm>
            <a:prstGeom prst="rect">
              <a:avLst/>
            </a:prstGeom>
          </p:spPr>
        </p:pic>
        <p:pic>
          <p:nvPicPr>
            <p:cNvPr id="452" name="object 452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13581392" y="7404010"/>
              <a:ext cx="214109" cy="216890"/>
            </a:xfrm>
            <a:prstGeom prst="rect">
              <a:avLst/>
            </a:prstGeom>
          </p:spPr>
        </p:pic>
      </p:grpSp>
      <p:grpSp>
        <p:nvGrpSpPr>
          <p:cNvPr id="453" name="object 453"/>
          <p:cNvGrpSpPr/>
          <p:nvPr/>
        </p:nvGrpSpPr>
        <p:grpSpPr>
          <a:xfrm>
            <a:off x="14090801" y="7329792"/>
            <a:ext cx="1450340" cy="291465"/>
            <a:chOff x="14090801" y="7329792"/>
            <a:chExt cx="1450340" cy="291465"/>
          </a:xfrm>
        </p:grpSpPr>
        <p:pic>
          <p:nvPicPr>
            <p:cNvPr id="454" name="object 454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14090801" y="7404010"/>
              <a:ext cx="194665" cy="216890"/>
            </a:xfrm>
            <a:prstGeom prst="rect">
              <a:avLst/>
            </a:prstGeom>
          </p:spPr>
        </p:pic>
        <p:pic>
          <p:nvPicPr>
            <p:cNvPr id="455" name="object 455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14315668" y="7404010"/>
              <a:ext cx="195656" cy="216890"/>
            </a:xfrm>
            <a:prstGeom prst="rect">
              <a:avLst/>
            </a:prstGeom>
          </p:spPr>
        </p:pic>
        <p:pic>
          <p:nvPicPr>
            <p:cNvPr id="456" name="object 456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14535771" y="7404010"/>
              <a:ext cx="194665" cy="216890"/>
            </a:xfrm>
            <a:prstGeom prst="rect">
              <a:avLst/>
            </a:prstGeom>
          </p:spPr>
        </p:pic>
        <p:sp>
          <p:nvSpPr>
            <p:cNvPr id="457" name="object 457"/>
            <p:cNvSpPr/>
            <p:nvPr/>
          </p:nvSpPr>
          <p:spPr>
            <a:xfrm>
              <a:off x="14760550" y="7329792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87412" y="74218"/>
                  </a:moveTo>
                  <a:lnTo>
                    <a:pt x="68372" y="76028"/>
                  </a:lnTo>
                  <a:lnTo>
                    <a:pt x="69002" y="76028"/>
                  </a:lnTo>
                  <a:lnTo>
                    <a:pt x="52779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3" y="271362"/>
                  </a:lnTo>
                  <a:lnTo>
                    <a:pt x="151509" y="255790"/>
                  </a:lnTo>
                  <a:lnTo>
                    <a:pt x="202309" y="255790"/>
                  </a:lnTo>
                  <a:lnTo>
                    <a:pt x="202309" y="247650"/>
                  </a:lnTo>
                  <a:lnTo>
                    <a:pt x="102284" y="247650"/>
                  </a:lnTo>
                  <a:lnTo>
                    <a:pt x="91980" y="246431"/>
                  </a:lnTo>
                  <a:lnTo>
                    <a:pt x="91254" y="246431"/>
                  </a:lnTo>
                  <a:lnTo>
                    <a:pt x="80957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309" y="116281"/>
                  </a:lnTo>
                  <a:lnTo>
                    <a:pt x="202309" y="103187"/>
                  </a:lnTo>
                  <a:lnTo>
                    <a:pt x="147534" y="103187"/>
                  </a:lnTo>
                  <a:lnTo>
                    <a:pt x="134253" y="90511"/>
                  </a:lnTo>
                  <a:lnTo>
                    <a:pt x="119806" y="81459"/>
                  </a:lnTo>
                  <a:lnTo>
                    <a:pt x="104192" y="76028"/>
                  </a:lnTo>
                  <a:lnTo>
                    <a:pt x="87412" y="74218"/>
                  </a:lnTo>
                  <a:close/>
                </a:path>
                <a:path w="202565" h="291465">
                  <a:moveTo>
                    <a:pt x="202309" y="255790"/>
                  </a:moveTo>
                  <a:lnTo>
                    <a:pt x="151509" y="255790"/>
                  </a:lnTo>
                  <a:lnTo>
                    <a:pt x="151509" y="286346"/>
                  </a:lnTo>
                  <a:lnTo>
                    <a:pt x="202309" y="286346"/>
                  </a:lnTo>
                  <a:lnTo>
                    <a:pt x="202309" y="255790"/>
                  </a:lnTo>
                  <a:close/>
                </a:path>
                <a:path w="202565" h="291465">
                  <a:moveTo>
                    <a:pt x="202309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9" y="152647"/>
                  </a:lnTo>
                  <a:lnTo>
                    <a:pt x="147660" y="181762"/>
                  </a:lnTo>
                  <a:lnTo>
                    <a:pt x="147737" y="183349"/>
                  </a:lnTo>
                  <a:lnTo>
                    <a:pt x="140257" y="222535"/>
                  </a:lnTo>
                  <a:lnTo>
                    <a:pt x="102284" y="247650"/>
                  </a:lnTo>
                  <a:lnTo>
                    <a:pt x="202309" y="247650"/>
                  </a:lnTo>
                  <a:lnTo>
                    <a:pt x="202309" y="116281"/>
                  </a:lnTo>
                  <a:close/>
                </a:path>
                <a:path w="202565" h="291465">
                  <a:moveTo>
                    <a:pt x="202309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309" y="103187"/>
                  </a:lnTo>
                  <a:lnTo>
                    <a:pt x="20230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8" name="object 458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15001036" y="7404010"/>
              <a:ext cx="193675" cy="216890"/>
            </a:xfrm>
            <a:prstGeom prst="rect">
              <a:avLst/>
            </a:prstGeom>
          </p:spPr>
        </p:pic>
        <p:sp>
          <p:nvSpPr>
            <p:cNvPr id="459" name="object 459"/>
            <p:cNvSpPr/>
            <p:nvPr/>
          </p:nvSpPr>
          <p:spPr>
            <a:xfrm>
              <a:off x="15235440" y="7404010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4" h="212725">
                  <a:moveTo>
                    <a:pt x="237134" y="0"/>
                  </a:moveTo>
                  <a:lnTo>
                    <a:pt x="195591" y="12919"/>
                  </a:lnTo>
                  <a:lnTo>
                    <a:pt x="173824" y="32931"/>
                  </a:lnTo>
                  <a:lnTo>
                    <a:pt x="168829" y="25220"/>
                  </a:lnTo>
                  <a:lnTo>
                    <a:pt x="133842" y="2079"/>
                  </a:lnTo>
                  <a:lnTo>
                    <a:pt x="115290" y="0"/>
                  </a:lnTo>
                  <a:lnTo>
                    <a:pt x="97181" y="2057"/>
                  </a:lnTo>
                  <a:lnTo>
                    <a:pt x="80362" y="8231"/>
                  </a:lnTo>
                  <a:lnTo>
                    <a:pt x="64834" y="18521"/>
                  </a:lnTo>
                  <a:lnTo>
                    <a:pt x="50596" y="32931"/>
                  </a:lnTo>
                  <a:lnTo>
                    <a:pt x="50596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65" y="212128"/>
                  </a:lnTo>
                  <a:lnTo>
                    <a:pt x="54965" y="111315"/>
                  </a:lnTo>
                  <a:lnTo>
                    <a:pt x="55237" y="97413"/>
                  </a:lnTo>
                  <a:lnTo>
                    <a:pt x="67068" y="53505"/>
                  </a:lnTo>
                  <a:lnTo>
                    <a:pt x="88163" y="42062"/>
                  </a:lnTo>
                  <a:lnTo>
                    <a:pt x="103644" y="42062"/>
                  </a:lnTo>
                  <a:lnTo>
                    <a:pt x="125226" y="84679"/>
                  </a:lnTo>
                  <a:lnTo>
                    <a:pt x="125412" y="98425"/>
                  </a:lnTo>
                  <a:lnTo>
                    <a:pt x="125412" y="212128"/>
                  </a:lnTo>
                  <a:lnTo>
                    <a:pt x="180378" y="212128"/>
                  </a:lnTo>
                  <a:lnTo>
                    <a:pt x="180378" y="112509"/>
                  </a:lnTo>
                  <a:lnTo>
                    <a:pt x="180649" y="98814"/>
                  </a:lnTo>
                  <a:lnTo>
                    <a:pt x="187782" y="60515"/>
                  </a:lnTo>
                  <a:lnTo>
                    <a:pt x="213385" y="42062"/>
                  </a:lnTo>
                  <a:lnTo>
                    <a:pt x="221056" y="42062"/>
                  </a:lnTo>
                  <a:lnTo>
                    <a:pt x="249868" y="79448"/>
                  </a:lnTo>
                  <a:lnTo>
                    <a:pt x="250228" y="93459"/>
                  </a:lnTo>
                  <a:lnTo>
                    <a:pt x="250228" y="212128"/>
                  </a:lnTo>
                  <a:lnTo>
                    <a:pt x="305193" y="212128"/>
                  </a:lnTo>
                  <a:lnTo>
                    <a:pt x="305193" y="79565"/>
                  </a:lnTo>
                  <a:lnTo>
                    <a:pt x="304834" y="65716"/>
                  </a:lnTo>
                  <a:lnTo>
                    <a:pt x="295063" y="28040"/>
                  </a:lnTo>
                  <a:lnTo>
                    <a:pt x="258210" y="2332"/>
                  </a:lnTo>
                  <a:lnTo>
                    <a:pt x="248104" y="583"/>
                  </a:lnTo>
                  <a:lnTo>
                    <a:pt x="23713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0" name="object 460"/>
          <p:cNvGrpSpPr/>
          <p:nvPr/>
        </p:nvGrpSpPr>
        <p:grpSpPr>
          <a:xfrm>
            <a:off x="15595308" y="7329792"/>
            <a:ext cx="295275" cy="291465"/>
            <a:chOff x="15595308" y="7329792"/>
            <a:chExt cx="295275" cy="291465"/>
          </a:xfrm>
        </p:grpSpPr>
        <p:sp>
          <p:nvSpPr>
            <p:cNvPr id="461" name="object 461"/>
            <p:cNvSpPr/>
            <p:nvPr/>
          </p:nvSpPr>
          <p:spPr>
            <a:xfrm>
              <a:off x="15595309" y="7329791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4" h="286384">
                  <a:moveTo>
                    <a:pt x="54775" y="78981"/>
                  </a:moveTo>
                  <a:lnTo>
                    <a:pt x="0" y="78981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78981"/>
                  </a:lnTo>
                  <a:close/>
                </a:path>
                <a:path w="55244" h="286384">
                  <a:moveTo>
                    <a:pt x="54775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775" y="50800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2" name="object 462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15694355" y="7404010"/>
              <a:ext cx="195656" cy="216890"/>
            </a:xfrm>
            <a:prstGeom prst="rect">
              <a:avLst/>
            </a:prstGeom>
          </p:spPr>
        </p:pic>
      </p:grpSp>
      <p:grpSp>
        <p:nvGrpSpPr>
          <p:cNvPr id="463" name="object 463"/>
          <p:cNvGrpSpPr/>
          <p:nvPr/>
        </p:nvGrpSpPr>
        <p:grpSpPr>
          <a:xfrm>
            <a:off x="16037712" y="7329792"/>
            <a:ext cx="1615440" cy="291465"/>
            <a:chOff x="16037712" y="7329792"/>
            <a:chExt cx="1615440" cy="291465"/>
          </a:xfrm>
        </p:grpSpPr>
        <p:pic>
          <p:nvPicPr>
            <p:cNvPr id="464" name="object 464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16037712" y="7404010"/>
              <a:ext cx="335661" cy="216890"/>
            </a:xfrm>
            <a:prstGeom prst="rect">
              <a:avLst/>
            </a:prstGeom>
          </p:spPr>
        </p:pic>
        <p:pic>
          <p:nvPicPr>
            <p:cNvPr id="465" name="object 465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16398811" y="7404010"/>
              <a:ext cx="193878" cy="216890"/>
            </a:xfrm>
            <a:prstGeom prst="rect">
              <a:avLst/>
            </a:prstGeom>
          </p:spPr>
        </p:pic>
        <p:pic>
          <p:nvPicPr>
            <p:cNvPr id="466" name="object 466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16624681" y="7404010"/>
              <a:ext cx="193675" cy="216890"/>
            </a:xfrm>
            <a:prstGeom prst="rect">
              <a:avLst/>
            </a:prstGeom>
          </p:spPr>
        </p:pic>
        <p:pic>
          <p:nvPicPr>
            <p:cNvPr id="467" name="object 467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16848759" y="7404010"/>
              <a:ext cx="194665" cy="216890"/>
            </a:xfrm>
            <a:prstGeom prst="rect">
              <a:avLst/>
            </a:prstGeom>
          </p:spPr>
        </p:pic>
        <p:pic>
          <p:nvPicPr>
            <p:cNvPr id="468" name="object 468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17083354" y="7404010"/>
              <a:ext cx="341617" cy="216890"/>
            </a:xfrm>
            <a:prstGeom prst="rect">
              <a:avLst/>
            </a:prstGeom>
          </p:spPr>
        </p:pic>
        <p:sp>
          <p:nvSpPr>
            <p:cNvPr id="469" name="object 469"/>
            <p:cNvSpPr/>
            <p:nvPr/>
          </p:nvSpPr>
          <p:spPr>
            <a:xfrm>
              <a:off x="17463706" y="7329792"/>
              <a:ext cx="189230" cy="286385"/>
            </a:xfrm>
            <a:custGeom>
              <a:avLst/>
              <a:gdLst/>
              <a:ahLst/>
              <a:cxnLst/>
              <a:rect l="l" t="t" r="r" b="b"/>
              <a:pathLst>
                <a:path w="189230" h="286384">
                  <a:moveTo>
                    <a:pt x="54762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182359"/>
                  </a:lnTo>
                  <a:lnTo>
                    <a:pt x="55072" y="170069"/>
                  </a:lnTo>
                  <a:lnTo>
                    <a:pt x="66274" y="131264"/>
                  </a:lnTo>
                  <a:lnTo>
                    <a:pt x="90881" y="116281"/>
                  </a:lnTo>
                  <a:lnTo>
                    <a:pt x="107950" y="116281"/>
                  </a:lnTo>
                  <a:lnTo>
                    <a:pt x="133149" y="150069"/>
                  </a:lnTo>
                  <a:lnTo>
                    <a:pt x="133946" y="176809"/>
                  </a:lnTo>
                  <a:lnTo>
                    <a:pt x="133946" y="286346"/>
                  </a:lnTo>
                  <a:lnTo>
                    <a:pt x="188912" y="286346"/>
                  </a:lnTo>
                  <a:lnTo>
                    <a:pt x="188912" y="164706"/>
                  </a:lnTo>
                  <a:lnTo>
                    <a:pt x="188726" y="151633"/>
                  </a:lnTo>
                  <a:lnTo>
                    <a:pt x="181908" y="110726"/>
                  </a:lnTo>
                  <a:lnTo>
                    <a:pt x="152400" y="81356"/>
                  </a:lnTo>
                  <a:lnTo>
                    <a:pt x="118262" y="74218"/>
                  </a:lnTo>
                  <a:lnTo>
                    <a:pt x="100455" y="76152"/>
                  </a:lnTo>
                  <a:lnTo>
                    <a:pt x="83935" y="81954"/>
                  </a:lnTo>
                  <a:lnTo>
                    <a:pt x="68704" y="91626"/>
                  </a:lnTo>
                  <a:lnTo>
                    <a:pt x="54762" y="105168"/>
                  </a:lnTo>
                  <a:lnTo>
                    <a:pt x="547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70" name="object 470"/>
          <p:cNvPicPr/>
          <p:nvPr/>
        </p:nvPicPr>
        <p:blipFill>
          <a:blip r:embed="rId235" cstate="print"/>
          <a:stretch>
            <a:fillRect/>
          </a:stretch>
        </p:blipFill>
        <p:spPr>
          <a:xfrm>
            <a:off x="10502677" y="7967509"/>
            <a:ext cx="1754130" cy="291109"/>
          </a:xfrm>
          <a:prstGeom prst="rect">
            <a:avLst/>
          </a:prstGeom>
        </p:spPr>
      </p:pic>
      <p:sp>
        <p:nvSpPr>
          <p:cNvPr id="472" name="object 472"/>
          <p:cNvSpPr txBox="1"/>
          <p:nvPr/>
        </p:nvSpPr>
        <p:spPr>
          <a:xfrm>
            <a:off x="4431383" y="8901682"/>
            <a:ext cx="8338820" cy="472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79"/>
              </a:lnSpc>
            </a:pPr>
            <a:r>
              <a:rPr dirty="0" sz="3150" b="1">
                <a:latin typeface="Arial"/>
                <a:cs typeface="Arial"/>
              </a:rPr>
              <a:t>IT22224316</a:t>
            </a:r>
            <a:r>
              <a:rPr dirty="0" sz="3150" spc="-2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|</a:t>
            </a:r>
            <a:r>
              <a:rPr dirty="0" sz="3150" spc="-2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Dhananjani</a:t>
            </a:r>
            <a:r>
              <a:rPr dirty="0" sz="3150" spc="-2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G.A.U.</a:t>
            </a:r>
            <a:r>
              <a:rPr dirty="0" sz="3150" spc="-2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|</a:t>
            </a:r>
            <a:r>
              <a:rPr dirty="0" sz="3150" spc="-2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R26-IT-</a:t>
            </a:r>
            <a:r>
              <a:rPr dirty="0" sz="3150" spc="-25" b="1">
                <a:latin typeface="Arial"/>
                <a:cs typeface="Arial"/>
              </a:rPr>
              <a:t>138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2191583" y="1154633"/>
            <a:ext cx="1383030" cy="375920"/>
            <a:chOff x="2191583" y="1154633"/>
            <a:chExt cx="1383030" cy="375920"/>
          </a:xfrm>
        </p:grpSpPr>
        <p:sp>
          <p:nvSpPr>
            <p:cNvPr id="5" name="object 5"/>
            <p:cNvSpPr/>
            <p:nvPr/>
          </p:nvSpPr>
          <p:spPr>
            <a:xfrm>
              <a:off x="2191575" y="1154632"/>
              <a:ext cx="468630" cy="375920"/>
            </a:xfrm>
            <a:custGeom>
              <a:avLst/>
              <a:gdLst/>
              <a:ahLst/>
              <a:cxnLst/>
              <a:rect l="l" t="t" r="r" b="b"/>
              <a:pathLst>
                <a:path w="468630" h="375919">
                  <a:moveTo>
                    <a:pt x="232765" y="207962"/>
                  </a:moveTo>
                  <a:lnTo>
                    <a:pt x="221259" y="162331"/>
                  </a:lnTo>
                  <a:lnTo>
                    <a:pt x="189712" y="133159"/>
                  </a:lnTo>
                  <a:lnTo>
                    <a:pt x="146951" y="117538"/>
                  </a:lnTo>
                  <a:lnTo>
                    <a:pt x="108115" y="107619"/>
                  </a:lnTo>
                  <a:lnTo>
                    <a:pt x="92925" y="102806"/>
                  </a:lnTo>
                  <a:lnTo>
                    <a:pt x="81622" y="98094"/>
                  </a:lnTo>
                  <a:lnTo>
                    <a:pt x="74218" y="93472"/>
                  </a:lnTo>
                  <a:lnTo>
                    <a:pt x="68529" y="88569"/>
                  </a:lnTo>
                  <a:lnTo>
                    <a:pt x="65684" y="82753"/>
                  </a:lnTo>
                  <a:lnTo>
                    <a:pt x="65684" y="68592"/>
                  </a:lnTo>
                  <a:lnTo>
                    <a:pt x="102387" y="48488"/>
                  </a:lnTo>
                  <a:lnTo>
                    <a:pt x="114300" y="47828"/>
                  </a:lnTo>
                  <a:lnTo>
                    <a:pt x="125742" y="48437"/>
                  </a:lnTo>
                  <a:lnTo>
                    <a:pt x="160985" y="70358"/>
                  </a:lnTo>
                  <a:lnTo>
                    <a:pt x="166890" y="89306"/>
                  </a:lnTo>
                  <a:lnTo>
                    <a:pt x="224637" y="86715"/>
                  </a:lnTo>
                  <a:lnTo>
                    <a:pt x="207924" y="36614"/>
                  </a:lnTo>
                  <a:lnTo>
                    <a:pt x="162026" y="5956"/>
                  </a:lnTo>
                  <a:lnTo>
                    <a:pt x="114896" y="0"/>
                  </a:lnTo>
                  <a:lnTo>
                    <a:pt x="98933" y="635"/>
                  </a:lnTo>
                  <a:lnTo>
                    <a:pt x="58343" y="10121"/>
                  </a:lnTo>
                  <a:lnTo>
                    <a:pt x="22618" y="39090"/>
                  </a:lnTo>
                  <a:lnTo>
                    <a:pt x="10325" y="79971"/>
                  </a:lnTo>
                  <a:lnTo>
                    <a:pt x="11963" y="96304"/>
                  </a:lnTo>
                  <a:lnTo>
                    <a:pt x="36715" y="137515"/>
                  </a:lnTo>
                  <a:lnTo>
                    <a:pt x="80429" y="159816"/>
                  </a:lnTo>
                  <a:lnTo>
                    <a:pt x="118427" y="170040"/>
                  </a:lnTo>
                  <a:lnTo>
                    <a:pt x="141554" y="176288"/>
                  </a:lnTo>
                  <a:lnTo>
                    <a:pt x="175018" y="201282"/>
                  </a:lnTo>
                  <a:lnTo>
                    <a:pt x="175018" y="208165"/>
                  </a:lnTo>
                  <a:lnTo>
                    <a:pt x="152819" y="240880"/>
                  </a:lnTo>
                  <a:lnTo>
                    <a:pt x="118668" y="247459"/>
                  </a:lnTo>
                  <a:lnTo>
                    <a:pt x="106159" y="246646"/>
                  </a:lnTo>
                  <a:lnTo>
                    <a:pt x="69697" y="226771"/>
                  </a:lnTo>
                  <a:lnTo>
                    <a:pt x="56159" y="192684"/>
                  </a:lnTo>
                  <a:lnTo>
                    <a:pt x="0" y="198043"/>
                  </a:lnTo>
                  <a:lnTo>
                    <a:pt x="11455" y="240512"/>
                  </a:lnTo>
                  <a:lnTo>
                    <a:pt x="34721" y="271462"/>
                  </a:lnTo>
                  <a:lnTo>
                    <a:pt x="70154" y="290220"/>
                  </a:lnTo>
                  <a:lnTo>
                    <a:pt x="118071" y="296468"/>
                  </a:lnTo>
                  <a:lnTo>
                    <a:pt x="135953" y="295821"/>
                  </a:lnTo>
                  <a:lnTo>
                    <a:pt x="180378" y="285953"/>
                  </a:lnTo>
                  <a:lnTo>
                    <a:pt x="219075" y="254000"/>
                  </a:lnTo>
                  <a:lnTo>
                    <a:pt x="231914" y="220078"/>
                  </a:lnTo>
                  <a:lnTo>
                    <a:pt x="232765" y="207962"/>
                  </a:lnTo>
                  <a:close/>
                </a:path>
                <a:path w="468630" h="375919">
                  <a:moveTo>
                    <a:pt x="468439" y="83947"/>
                  </a:moveTo>
                  <a:lnTo>
                    <a:pt x="411492" y="83947"/>
                  </a:lnTo>
                  <a:lnTo>
                    <a:pt x="363067" y="231178"/>
                  </a:lnTo>
                  <a:lnTo>
                    <a:pt x="313461" y="83947"/>
                  </a:lnTo>
                  <a:lnTo>
                    <a:pt x="255117" y="83947"/>
                  </a:lnTo>
                  <a:lnTo>
                    <a:pt x="333908" y="291909"/>
                  </a:lnTo>
                  <a:lnTo>
                    <a:pt x="331241" y="300240"/>
                  </a:lnTo>
                  <a:lnTo>
                    <a:pt x="300545" y="331089"/>
                  </a:lnTo>
                  <a:lnTo>
                    <a:pt x="291630" y="331787"/>
                  </a:lnTo>
                  <a:lnTo>
                    <a:pt x="284759" y="331787"/>
                  </a:lnTo>
                  <a:lnTo>
                    <a:pt x="277012" y="330936"/>
                  </a:lnTo>
                  <a:lnTo>
                    <a:pt x="268414" y="329209"/>
                  </a:lnTo>
                  <a:lnTo>
                    <a:pt x="273177" y="372275"/>
                  </a:lnTo>
                  <a:lnTo>
                    <a:pt x="280860" y="373672"/>
                  </a:lnTo>
                  <a:lnTo>
                    <a:pt x="288607" y="374662"/>
                  </a:lnTo>
                  <a:lnTo>
                    <a:pt x="296430" y="375259"/>
                  </a:lnTo>
                  <a:lnTo>
                    <a:pt x="304330" y="375450"/>
                  </a:lnTo>
                  <a:lnTo>
                    <a:pt x="311962" y="375246"/>
                  </a:lnTo>
                  <a:lnTo>
                    <a:pt x="358838" y="358978"/>
                  </a:lnTo>
                  <a:lnTo>
                    <a:pt x="382117" y="319684"/>
                  </a:lnTo>
                  <a:lnTo>
                    <a:pt x="468439" y="839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5741" y="1233817"/>
              <a:ext cx="193873" cy="2168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95055" y="1165148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5" h="285750">
                  <a:moveTo>
                    <a:pt x="80168" y="0"/>
                  </a:moveTo>
                  <a:lnTo>
                    <a:pt x="25201" y="32156"/>
                  </a:lnTo>
                  <a:lnTo>
                    <a:pt x="25201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201" y="117081"/>
                  </a:lnTo>
                  <a:lnTo>
                    <a:pt x="25201" y="207568"/>
                  </a:lnTo>
                  <a:lnTo>
                    <a:pt x="26789" y="246265"/>
                  </a:lnTo>
                  <a:lnTo>
                    <a:pt x="51991" y="280593"/>
                  </a:lnTo>
                  <a:lnTo>
                    <a:pt x="78779" y="285559"/>
                  </a:lnTo>
                  <a:lnTo>
                    <a:pt x="90574" y="285038"/>
                  </a:lnTo>
                  <a:lnTo>
                    <a:pt x="101749" y="283475"/>
                  </a:lnTo>
                  <a:lnTo>
                    <a:pt x="112303" y="280871"/>
                  </a:lnTo>
                  <a:lnTo>
                    <a:pt x="122237" y="277228"/>
                  </a:lnTo>
                  <a:lnTo>
                    <a:pt x="117474" y="234759"/>
                  </a:lnTo>
                  <a:lnTo>
                    <a:pt x="107817" y="238201"/>
                  </a:lnTo>
                  <a:lnTo>
                    <a:pt x="100476" y="239915"/>
                  </a:lnTo>
                  <a:lnTo>
                    <a:pt x="91744" y="239915"/>
                  </a:lnTo>
                  <a:lnTo>
                    <a:pt x="88635" y="239052"/>
                  </a:lnTo>
                  <a:lnTo>
                    <a:pt x="80168" y="117081"/>
                  </a:lnTo>
                  <a:lnTo>
                    <a:pt x="117673" y="117081"/>
                  </a:lnTo>
                  <a:lnTo>
                    <a:pt x="117673" y="73431"/>
                  </a:lnTo>
                  <a:lnTo>
                    <a:pt x="80168" y="73431"/>
                  </a:lnTo>
                  <a:lnTo>
                    <a:pt x="80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4821" y="1233817"/>
              <a:ext cx="193675" cy="21689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69216" y="1233817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5" h="212725">
                  <a:moveTo>
                    <a:pt x="237126" y="0"/>
                  </a:moveTo>
                  <a:lnTo>
                    <a:pt x="195597" y="12919"/>
                  </a:lnTo>
                  <a:lnTo>
                    <a:pt x="173831" y="32931"/>
                  </a:lnTo>
                  <a:lnTo>
                    <a:pt x="168833" y="25220"/>
                  </a:lnTo>
                  <a:lnTo>
                    <a:pt x="133846" y="2079"/>
                  </a:lnTo>
                  <a:lnTo>
                    <a:pt x="115293" y="0"/>
                  </a:lnTo>
                  <a:lnTo>
                    <a:pt x="97185" y="2057"/>
                  </a:lnTo>
                  <a:lnTo>
                    <a:pt x="80367" y="8231"/>
                  </a:lnTo>
                  <a:lnTo>
                    <a:pt x="64839" y="18521"/>
                  </a:lnTo>
                  <a:lnTo>
                    <a:pt x="50601" y="32931"/>
                  </a:lnTo>
                  <a:lnTo>
                    <a:pt x="50601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68" y="212128"/>
                  </a:lnTo>
                  <a:lnTo>
                    <a:pt x="54968" y="111315"/>
                  </a:lnTo>
                  <a:lnTo>
                    <a:pt x="55240" y="97413"/>
                  </a:lnTo>
                  <a:lnTo>
                    <a:pt x="67072" y="53505"/>
                  </a:lnTo>
                  <a:lnTo>
                    <a:pt x="88172" y="42062"/>
                  </a:lnTo>
                  <a:lnTo>
                    <a:pt x="103651" y="42062"/>
                  </a:lnTo>
                  <a:lnTo>
                    <a:pt x="125226" y="84679"/>
                  </a:lnTo>
                  <a:lnTo>
                    <a:pt x="125412" y="98425"/>
                  </a:lnTo>
                  <a:lnTo>
                    <a:pt x="125412" y="212128"/>
                  </a:lnTo>
                  <a:lnTo>
                    <a:pt x="180383" y="212128"/>
                  </a:lnTo>
                  <a:lnTo>
                    <a:pt x="180383" y="112509"/>
                  </a:lnTo>
                  <a:lnTo>
                    <a:pt x="180654" y="98814"/>
                  </a:lnTo>
                  <a:lnTo>
                    <a:pt x="187787" y="60515"/>
                  </a:lnTo>
                  <a:lnTo>
                    <a:pt x="213390" y="42062"/>
                  </a:lnTo>
                  <a:lnTo>
                    <a:pt x="221061" y="42062"/>
                  </a:lnTo>
                  <a:lnTo>
                    <a:pt x="249873" y="79448"/>
                  </a:lnTo>
                  <a:lnTo>
                    <a:pt x="250233" y="93459"/>
                  </a:lnTo>
                  <a:lnTo>
                    <a:pt x="250233" y="212128"/>
                  </a:lnTo>
                  <a:lnTo>
                    <a:pt x="305198" y="212128"/>
                  </a:lnTo>
                  <a:lnTo>
                    <a:pt x="305198" y="79565"/>
                  </a:lnTo>
                  <a:lnTo>
                    <a:pt x="304839" y="65716"/>
                  </a:lnTo>
                  <a:lnTo>
                    <a:pt x="295063" y="28040"/>
                  </a:lnTo>
                  <a:lnTo>
                    <a:pt x="258213" y="2327"/>
                  </a:lnTo>
                  <a:lnTo>
                    <a:pt x="248104" y="581"/>
                  </a:lnTo>
                  <a:lnTo>
                    <a:pt x="2371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3728923" y="1154633"/>
            <a:ext cx="1761489" cy="296545"/>
            <a:chOff x="3728923" y="1154633"/>
            <a:chExt cx="1761489" cy="296545"/>
          </a:xfrm>
        </p:grpSpPr>
        <p:sp>
          <p:nvSpPr>
            <p:cNvPr id="11" name="object 11"/>
            <p:cNvSpPr/>
            <p:nvPr/>
          </p:nvSpPr>
          <p:spPr>
            <a:xfrm>
              <a:off x="3728923" y="1154633"/>
              <a:ext cx="278130" cy="296545"/>
            </a:xfrm>
            <a:custGeom>
              <a:avLst/>
              <a:gdLst/>
              <a:ahLst/>
              <a:cxnLst/>
              <a:rect l="l" t="t" r="r" b="b"/>
              <a:pathLst>
                <a:path w="278129" h="296544">
                  <a:moveTo>
                    <a:pt x="138506" y="0"/>
                  </a:moveTo>
                  <a:lnTo>
                    <a:pt x="90514" y="6365"/>
                  </a:lnTo>
                  <a:lnTo>
                    <a:pt x="48322" y="29137"/>
                  </a:lnTo>
                  <a:lnTo>
                    <a:pt x="24719" y="55567"/>
                  </a:lnTo>
                  <a:lnTo>
                    <a:pt x="24609" y="55714"/>
                  </a:lnTo>
                  <a:lnTo>
                    <a:pt x="7366" y="92152"/>
                  </a:lnTo>
                  <a:lnTo>
                    <a:pt x="100" y="147243"/>
                  </a:lnTo>
                  <a:lnTo>
                    <a:pt x="0" y="149821"/>
                  </a:lnTo>
                  <a:lnTo>
                    <a:pt x="2288" y="181279"/>
                  </a:lnTo>
                  <a:lnTo>
                    <a:pt x="21211" y="235996"/>
                  </a:lnTo>
                  <a:lnTo>
                    <a:pt x="58182" y="274395"/>
                  </a:lnTo>
                  <a:lnTo>
                    <a:pt x="108883" y="293836"/>
                  </a:lnTo>
                  <a:lnTo>
                    <a:pt x="139103" y="296265"/>
                  </a:lnTo>
                  <a:lnTo>
                    <a:pt x="168900" y="293836"/>
                  </a:lnTo>
                  <a:lnTo>
                    <a:pt x="195665" y="286546"/>
                  </a:lnTo>
                  <a:lnTo>
                    <a:pt x="219249" y="274395"/>
                  </a:lnTo>
                  <a:lnTo>
                    <a:pt x="239915" y="257175"/>
                  </a:lnTo>
                  <a:lnTo>
                    <a:pt x="247817" y="246862"/>
                  </a:lnTo>
                  <a:lnTo>
                    <a:pt x="138912" y="246862"/>
                  </a:lnTo>
                  <a:lnTo>
                    <a:pt x="122528" y="245312"/>
                  </a:lnTo>
                  <a:lnTo>
                    <a:pt x="81953" y="221856"/>
                  </a:lnTo>
                  <a:lnTo>
                    <a:pt x="60937" y="170769"/>
                  </a:lnTo>
                  <a:lnTo>
                    <a:pt x="59572" y="147243"/>
                  </a:lnTo>
                  <a:lnTo>
                    <a:pt x="60901" y="124696"/>
                  </a:lnTo>
                  <a:lnTo>
                    <a:pt x="71812" y="87786"/>
                  </a:lnTo>
                  <a:lnTo>
                    <a:pt x="106662" y="55567"/>
                  </a:lnTo>
                  <a:lnTo>
                    <a:pt x="138912" y="49415"/>
                  </a:lnTo>
                  <a:lnTo>
                    <a:pt x="247348" y="49415"/>
                  </a:lnTo>
                  <a:lnTo>
                    <a:pt x="239522" y="39293"/>
                  </a:lnTo>
                  <a:lnTo>
                    <a:pt x="218993" y="22106"/>
                  </a:lnTo>
                  <a:lnTo>
                    <a:pt x="195314" y="9826"/>
                  </a:lnTo>
                  <a:lnTo>
                    <a:pt x="168486" y="2457"/>
                  </a:lnTo>
                  <a:lnTo>
                    <a:pt x="138506" y="0"/>
                  </a:lnTo>
                  <a:close/>
                </a:path>
                <a:path w="278129" h="296544">
                  <a:moveTo>
                    <a:pt x="247348" y="49415"/>
                  </a:moveTo>
                  <a:lnTo>
                    <a:pt x="138912" y="49415"/>
                  </a:lnTo>
                  <a:lnTo>
                    <a:pt x="156253" y="50953"/>
                  </a:lnTo>
                  <a:lnTo>
                    <a:pt x="156048" y="50953"/>
                  </a:lnTo>
                  <a:lnTo>
                    <a:pt x="171543" y="55567"/>
                  </a:lnTo>
                  <a:lnTo>
                    <a:pt x="171382" y="55567"/>
                  </a:lnTo>
                  <a:lnTo>
                    <a:pt x="184632" y="63029"/>
                  </a:lnTo>
                  <a:lnTo>
                    <a:pt x="212477" y="104132"/>
                  </a:lnTo>
                  <a:lnTo>
                    <a:pt x="217881" y="147243"/>
                  </a:lnTo>
                  <a:lnTo>
                    <a:pt x="216492" y="170599"/>
                  </a:lnTo>
                  <a:lnTo>
                    <a:pt x="212326" y="190852"/>
                  </a:lnTo>
                  <a:lnTo>
                    <a:pt x="205473" y="207778"/>
                  </a:lnTo>
                  <a:lnTo>
                    <a:pt x="205381" y="208004"/>
                  </a:lnTo>
                  <a:lnTo>
                    <a:pt x="170460" y="240661"/>
                  </a:lnTo>
                  <a:lnTo>
                    <a:pt x="138912" y="246862"/>
                  </a:lnTo>
                  <a:lnTo>
                    <a:pt x="247817" y="246862"/>
                  </a:lnTo>
                  <a:lnTo>
                    <a:pt x="268193" y="210350"/>
                  </a:lnTo>
                  <a:lnTo>
                    <a:pt x="277522" y="149821"/>
                  </a:lnTo>
                  <a:lnTo>
                    <a:pt x="277535" y="147243"/>
                  </a:lnTo>
                  <a:lnTo>
                    <a:pt x="275240" y="115421"/>
                  </a:lnTo>
                  <a:lnTo>
                    <a:pt x="268097" y="86226"/>
                  </a:lnTo>
                  <a:lnTo>
                    <a:pt x="256190" y="60851"/>
                  </a:lnTo>
                  <a:lnTo>
                    <a:pt x="247348" y="494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24820" y="1233817"/>
              <a:ext cx="426681" cy="21689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93996" y="1233817"/>
              <a:ext cx="346976" cy="21212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874552" y="1159598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4">
                  <a:moveTo>
                    <a:pt x="54775" y="78981"/>
                  </a:moveTo>
                  <a:lnTo>
                    <a:pt x="0" y="78981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78981"/>
                  </a:lnTo>
                  <a:close/>
                </a:path>
                <a:path w="55245" h="286384">
                  <a:moveTo>
                    <a:pt x="54775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775" y="50800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69624" y="1233817"/>
              <a:ext cx="193675" cy="21689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81206" y="1238580"/>
              <a:ext cx="309245" cy="207645"/>
            </a:xfrm>
            <a:custGeom>
              <a:avLst/>
              <a:gdLst/>
              <a:ahLst/>
              <a:cxnLst/>
              <a:rect l="l" t="t" r="r" b="b"/>
              <a:pathLst>
                <a:path w="309245" h="207644">
                  <a:moveTo>
                    <a:pt x="309156" y="0"/>
                  </a:moveTo>
                  <a:lnTo>
                    <a:pt x="254990" y="0"/>
                  </a:lnTo>
                  <a:lnTo>
                    <a:pt x="215493" y="135928"/>
                  </a:lnTo>
                  <a:lnTo>
                    <a:pt x="180771" y="0"/>
                  </a:lnTo>
                  <a:lnTo>
                    <a:pt x="127990" y="0"/>
                  </a:lnTo>
                  <a:lnTo>
                    <a:pt x="92074" y="135928"/>
                  </a:lnTo>
                  <a:lnTo>
                    <a:pt x="53378" y="0"/>
                  </a:lnTo>
                  <a:lnTo>
                    <a:pt x="0" y="0"/>
                  </a:lnTo>
                  <a:lnTo>
                    <a:pt x="65684" y="207365"/>
                  </a:lnTo>
                  <a:lnTo>
                    <a:pt x="118859" y="207365"/>
                  </a:lnTo>
                  <a:lnTo>
                    <a:pt x="154177" y="74015"/>
                  </a:lnTo>
                  <a:lnTo>
                    <a:pt x="189903" y="207365"/>
                  </a:lnTo>
                  <a:lnTo>
                    <a:pt x="242481" y="207365"/>
                  </a:lnTo>
                  <a:lnTo>
                    <a:pt x="3091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05870" y="1953844"/>
            <a:ext cx="54768" cy="5496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9331" y="0"/>
            <a:ext cx="2558669" cy="3374193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2206069" y="5099646"/>
            <a:ext cx="2664460" cy="365760"/>
            <a:chOff x="2206069" y="5099646"/>
            <a:chExt cx="2664460" cy="365760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06069" y="5099646"/>
              <a:ext cx="2117188" cy="36532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62183" y="5099646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5">
                  <a:moveTo>
                    <a:pt x="54775" y="78981"/>
                  </a:moveTo>
                  <a:lnTo>
                    <a:pt x="0" y="78981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78981"/>
                  </a:lnTo>
                  <a:close/>
                </a:path>
                <a:path w="55245" h="286385">
                  <a:moveTo>
                    <a:pt x="54775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775" y="50800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57255" y="5173865"/>
              <a:ext cx="193675" cy="21689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76368" y="5173865"/>
              <a:ext cx="193878" cy="216890"/>
            </a:xfrm>
            <a:prstGeom prst="rect">
              <a:avLst/>
            </a:prstGeom>
          </p:spPr>
        </p:pic>
      </p:grpSp>
      <p:pic>
        <p:nvPicPr>
          <p:cNvPr id="302" name="object 302"/>
          <p:cNvPicPr/>
          <p:nvPr/>
        </p:nvPicPr>
        <p:blipFill>
          <a:blip r:embed="rId133" cstate="print"/>
          <a:stretch>
            <a:fillRect/>
          </a:stretch>
        </p:blipFill>
        <p:spPr>
          <a:xfrm>
            <a:off x="5814796" y="1028700"/>
            <a:ext cx="6658419" cy="4359008"/>
          </a:xfrm>
          <a:prstGeom prst="rect">
            <a:avLst/>
          </a:prstGeom>
        </p:spPr>
      </p:pic>
      <p:sp>
        <p:nvSpPr>
          <p:cNvPr id="303" name="object 30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0585" rIns="0" bIns="0" rtlCol="0" vert="horz">
            <a:spAutoFit/>
          </a:bodyPr>
          <a:lstStyle/>
          <a:p>
            <a:pPr marL="1940560">
              <a:lnSpc>
                <a:spcPct val="100000"/>
              </a:lnSpc>
              <a:spcBef>
                <a:spcPts val="100"/>
              </a:spcBef>
            </a:pPr>
            <a:r>
              <a:rPr dirty="0" u="none" sz="3850"/>
              <a:t>Personalized</a:t>
            </a:r>
            <a:r>
              <a:rPr dirty="0" u="none" sz="3850" spc="-70"/>
              <a:t> </a:t>
            </a:r>
            <a:r>
              <a:rPr dirty="0" u="none" sz="3850"/>
              <a:t>Math</a:t>
            </a:r>
            <a:r>
              <a:rPr dirty="0" u="none" sz="3850" spc="-70"/>
              <a:t> </a:t>
            </a:r>
            <a:r>
              <a:rPr dirty="0" u="none" sz="3850"/>
              <a:t>Learning</a:t>
            </a:r>
            <a:r>
              <a:rPr dirty="0" u="none" sz="3850" spc="-65"/>
              <a:t> </a:t>
            </a:r>
            <a:r>
              <a:rPr dirty="0" u="none" sz="3850" spc="-10"/>
              <a:t>Engine</a:t>
            </a:r>
            <a:endParaRPr sz="3850"/>
          </a:p>
        </p:txBody>
      </p:sp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40073" y="5759145"/>
            <a:ext cx="99019" cy="99021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2889953" y="5662510"/>
            <a:ext cx="1056005" cy="291465"/>
            <a:chOff x="2889953" y="5662510"/>
            <a:chExt cx="1056005" cy="291465"/>
          </a:xfrm>
        </p:grpSpPr>
        <p:sp>
          <p:nvSpPr>
            <p:cNvPr id="25" name="object 25"/>
            <p:cNvSpPr/>
            <p:nvPr/>
          </p:nvSpPr>
          <p:spPr>
            <a:xfrm>
              <a:off x="2889953" y="5662510"/>
              <a:ext cx="257810" cy="286385"/>
            </a:xfrm>
            <a:custGeom>
              <a:avLst/>
              <a:gdLst/>
              <a:ahLst/>
              <a:cxnLst/>
              <a:rect l="l" t="t" r="r" b="b"/>
              <a:pathLst>
                <a:path w="257810" h="286385">
                  <a:moveTo>
                    <a:pt x="121641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7744" y="286346"/>
                  </a:lnTo>
                  <a:lnTo>
                    <a:pt x="57744" y="166890"/>
                  </a:lnTo>
                  <a:lnTo>
                    <a:pt x="169357" y="166890"/>
                  </a:lnTo>
                  <a:lnTo>
                    <a:pt x="167480" y="165537"/>
                  </a:lnTo>
                  <a:lnTo>
                    <a:pt x="158550" y="159943"/>
                  </a:lnTo>
                  <a:lnTo>
                    <a:pt x="176224" y="156281"/>
                  </a:lnTo>
                  <a:lnTo>
                    <a:pt x="215106" y="133553"/>
                  </a:lnTo>
                  <a:lnTo>
                    <a:pt x="224043" y="121043"/>
                  </a:lnTo>
                  <a:lnTo>
                    <a:pt x="57744" y="121043"/>
                  </a:lnTo>
                  <a:lnTo>
                    <a:pt x="57744" y="48476"/>
                  </a:lnTo>
                  <a:lnTo>
                    <a:pt x="228197" y="48476"/>
                  </a:lnTo>
                  <a:lnTo>
                    <a:pt x="227123" y="45488"/>
                  </a:lnTo>
                  <a:lnTo>
                    <a:pt x="198213" y="12365"/>
                  </a:lnTo>
                  <a:lnTo>
                    <a:pt x="161230" y="1933"/>
                  </a:lnTo>
                  <a:lnTo>
                    <a:pt x="142998" y="483"/>
                  </a:lnTo>
                  <a:lnTo>
                    <a:pt x="121641" y="0"/>
                  </a:lnTo>
                  <a:close/>
                </a:path>
                <a:path w="257810" h="286385">
                  <a:moveTo>
                    <a:pt x="169357" y="166890"/>
                  </a:moveTo>
                  <a:lnTo>
                    <a:pt x="69452" y="166890"/>
                  </a:lnTo>
                  <a:lnTo>
                    <a:pt x="78791" y="167088"/>
                  </a:lnTo>
                  <a:lnTo>
                    <a:pt x="86766" y="167682"/>
                  </a:lnTo>
                  <a:lnTo>
                    <a:pt x="120922" y="187868"/>
                  </a:lnTo>
                  <a:lnTo>
                    <a:pt x="146446" y="224040"/>
                  </a:lnTo>
                  <a:lnTo>
                    <a:pt x="188316" y="286346"/>
                  </a:lnTo>
                  <a:lnTo>
                    <a:pt x="257373" y="286346"/>
                  </a:lnTo>
                  <a:lnTo>
                    <a:pt x="222448" y="230390"/>
                  </a:lnTo>
                  <a:lnTo>
                    <a:pt x="196179" y="191764"/>
                  </a:lnTo>
                  <a:lnTo>
                    <a:pt x="175616" y="171402"/>
                  </a:lnTo>
                  <a:lnTo>
                    <a:pt x="169357" y="166890"/>
                  </a:lnTo>
                  <a:close/>
                </a:path>
                <a:path w="257810" h="286385">
                  <a:moveTo>
                    <a:pt x="228197" y="48476"/>
                  </a:moveTo>
                  <a:lnTo>
                    <a:pt x="118677" y="48476"/>
                  </a:lnTo>
                  <a:lnTo>
                    <a:pt x="131018" y="48666"/>
                  </a:lnTo>
                  <a:lnTo>
                    <a:pt x="139811" y="48980"/>
                  </a:lnTo>
                  <a:lnTo>
                    <a:pt x="145056" y="49415"/>
                  </a:lnTo>
                  <a:lnTo>
                    <a:pt x="154449" y="51003"/>
                  </a:lnTo>
                  <a:lnTo>
                    <a:pt x="161725" y="54762"/>
                  </a:lnTo>
                  <a:lnTo>
                    <a:pt x="166885" y="60718"/>
                  </a:lnTo>
                  <a:lnTo>
                    <a:pt x="172044" y="66548"/>
                  </a:lnTo>
                  <a:lnTo>
                    <a:pt x="174624" y="74282"/>
                  </a:lnTo>
                  <a:lnTo>
                    <a:pt x="174624" y="92532"/>
                  </a:lnTo>
                  <a:lnTo>
                    <a:pt x="172639" y="99745"/>
                  </a:lnTo>
                  <a:lnTo>
                    <a:pt x="168671" y="105562"/>
                  </a:lnTo>
                  <a:lnTo>
                    <a:pt x="164834" y="111251"/>
                  </a:lnTo>
                  <a:lnTo>
                    <a:pt x="119397" y="120833"/>
                  </a:lnTo>
                  <a:lnTo>
                    <a:pt x="100608" y="121043"/>
                  </a:lnTo>
                  <a:lnTo>
                    <a:pt x="224043" y="121043"/>
                  </a:lnTo>
                  <a:lnTo>
                    <a:pt x="229393" y="109681"/>
                  </a:lnTo>
                  <a:lnTo>
                    <a:pt x="232965" y="95628"/>
                  </a:lnTo>
                  <a:lnTo>
                    <a:pt x="234156" y="80162"/>
                  </a:lnTo>
                  <a:lnTo>
                    <a:pt x="233374" y="67913"/>
                  </a:lnTo>
                  <a:lnTo>
                    <a:pt x="231030" y="56354"/>
                  </a:lnTo>
                  <a:lnTo>
                    <a:pt x="228379" y="48980"/>
                  </a:lnTo>
                  <a:lnTo>
                    <a:pt x="228266" y="48666"/>
                  </a:lnTo>
                  <a:lnTo>
                    <a:pt x="228197" y="4847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62187" y="5736729"/>
              <a:ext cx="193675" cy="21689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86263" y="5736729"/>
              <a:ext cx="194666" cy="21689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11130" y="5736729"/>
              <a:ext cx="195656" cy="21689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23106" y="5668060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2" y="285038"/>
                  </a:lnTo>
                  <a:lnTo>
                    <a:pt x="101746" y="283475"/>
                  </a:lnTo>
                  <a:lnTo>
                    <a:pt x="112300" y="280871"/>
                  </a:lnTo>
                  <a:lnTo>
                    <a:pt x="122237" y="277228"/>
                  </a:lnTo>
                  <a:lnTo>
                    <a:pt x="117474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/>
          <p:nvPr/>
        </p:nvSpPr>
        <p:spPr>
          <a:xfrm>
            <a:off x="4091089" y="5662510"/>
            <a:ext cx="227329" cy="286385"/>
          </a:xfrm>
          <a:custGeom>
            <a:avLst/>
            <a:gdLst/>
            <a:ahLst/>
            <a:cxnLst/>
            <a:rect l="l" t="t" r="r" b="b"/>
            <a:pathLst>
              <a:path w="227329" h="286385">
                <a:moveTo>
                  <a:pt x="227012" y="0"/>
                </a:moveTo>
                <a:lnTo>
                  <a:pt x="173431" y="0"/>
                </a:lnTo>
                <a:lnTo>
                  <a:pt x="173431" y="191287"/>
                </a:lnTo>
                <a:lnTo>
                  <a:pt x="56146" y="0"/>
                </a:lnTo>
                <a:lnTo>
                  <a:pt x="0" y="0"/>
                </a:lnTo>
                <a:lnTo>
                  <a:pt x="0" y="286346"/>
                </a:lnTo>
                <a:lnTo>
                  <a:pt x="53568" y="286346"/>
                </a:lnTo>
                <a:lnTo>
                  <a:pt x="53568" y="99618"/>
                </a:lnTo>
                <a:lnTo>
                  <a:pt x="169062" y="286346"/>
                </a:lnTo>
                <a:lnTo>
                  <a:pt x="227012" y="286346"/>
                </a:lnTo>
                <a:lnTo>
                  <a:pt x="227012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/>
          <p:cNvGrpSpPr/>
          <p:nvPr/>
        </p:nvGrpSpPr>
        <p:grpSpPr>
          <a:xfrm>
            <a:off x="4364507" y="5662510"/>
            <a:ext cx="882015" cy="291465"/>
            <a:chOff x="4364507" y="5662510"/>
            <a:chExt cx="882015" cy="291465"/>
          </a:xfrm>
        </p:grpSpPr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64507" y="5736729"/>
              <a:ext cx="194665" cy="21689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578858" y="5662510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20" h="291464">
                  <a:moveTo>
                    <a:pt x="122237" y="282778"/>
                  </a:moveTo>
                  <a:lnTo>
                    <a:pt x="117475" y="240309"/>
                  </a:lnTo>
                  <a:lnTo>
                    <a:pt x="107823" y="243751"/>
                  </a:lnTo>
                  <a:lnTo>
                    <a:pt x="100482" y="245465"/>
                  </a:lnTo>
                  <a:lnTo>
                    <a:pt x="91744" y="245465"/>
                  </a:lnTo>
                  <a:lnTo>
                    <a:pt x="88633" y="244602"/>
                  </a:lnTo>
                  <a:lnTo>
                    <a:pt x="80175" y="122631"/>
                  </a:lnTo>
                  <a:lnTo>
                    <a:pt x="117678" y="122631"/>
                  </a:lnTo>
                  <a:lnTo>
                    <a:pt x="117678" y="78981"/>
                  </a:lnTo>
                  <a:lnTo>
                    <a:pt x="80175" y="78981"/>
                  </a:lnTo>
                  <a:lnTo>
                    <a:pt x="80175" y="5549"/>
                  </a:lnTo>
                  <a:lnTo>
                    <a:pt x="25209" y="37706"/>
                  </a:lnTo>
                  <a:lnTo>
                    <a:pt x="25209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209" y="122631"/>
                  </a:lnTo>
                  <a:lnTo>
                    <a:pt x="25209" y="213118"/>
                  </a:lnTo>
                  <a:lnTo>
                    <a:pt x="25603" y="237388"/>
                  </a:lnTo>
                  <a:lnTo>
                    <a:pt x="38239" y="278409"/>
                  </a:lnTo>
                  <a:lnTo>
                    <a:pt x="78778" y="291109"/>
                  </a:lnTo>
                  <a:lnTo>
                    <a:pt x="90563" y="290588"/>
                  </a:lnTo>
                  <a:lnTo>
                    <a:pt x="101739" y="289026"/>
                  </a:lnTo>
                  <a:lnTo>
                    <a:pt x="112293" y="286423"/>
                  </a:lnTo>
                  <a:lnTo>
                    <a:pt x="122237" y="282778"/>
                  </a:lnTo>
                  <a:close/>
                </a:path>
                <a:path w="210820" h="291464">
                  <a:moveTo>
                    <a:pt x="210616" y="78981"/>
                  </a:moveTo>
                  <a:lnTo>
                    <a:pt x="155841" y="78981"/>
                  </a:lnTo>
                  <a:lnTo>
                    <a:pt x="155841" y="286346"/>
                  </a:lnTo>
                  <a:lnTo>
                    <a:pt x="210616" y="286346"/>
                  </a:lnTo>
                  <a:lnTo>
                    <a:pt x="210616" y="78981"/>
                  </a:lnTo>
                  <a:close/>
                </a:path>
                <a:path w="210820" h="291464">
                  <a:moveTo>
                    <a:pt x="210616" y="0"/>
                  </a:moveTo>
                  <a:lnTo>
                    <a:pt x="155841" y="0"/>
                  </a:lnTo>
                  <a:lnTo>
                    <a:pt x="155841" y="50800"/>
                  </a:lnTo>
                  <a:lnTo>
                    <a:pt x="210616" y="50800"/>
                  </a:lnTo>
                  <a:lnTo>
                    <a:pt x="21061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19256" y="5736729"/>
              <a:ext cx="426681" cy="21689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401576" y="5662510"/>
            <a:ext cx="877569" cy="291465"/>
            <a:chOff x="5401576" y="5662510"/>
            <a:chExt cx="877569" cy="291465"/>
          </a:xfrm>
        </p:grpSpPr>
        <p:sp>
          <p:nvSpPr>
            <p:cNvPr id="36" name="object 36"/>
            <p:cNvSpPr/>
            <p:nvPr/>
          </p:nvSpPr>
          <p:spPr>
            <a:xfrm>
              <a:off x="5401576" y="5662510"/>
              <a:ext cx="276860" cy="286385"/>
            </a:xfrm>
            <a:custGeom>
              <a:avLst/>
              <a:gdLst/>
              <a:ahLst/>
              <a:cxnLst/>
              <a:rect l="l" t="t" r="r" b="b"/>
              <a:pathLst>
                <a:path w="276860" h="286385">
                  <a:moveTo>
                    <a:pt x="276618" y="0"/>
                  </a:moveTo>
                  <a:lnTo>
                    <a:pt x="189903" y="0"/>
                  </a:lnTo>
                  <a:lnTo>
                    <a:pt x="138506" y="195262"/>
                  </a:lnTo>
                  <a:lnTo>
                    <a:pt x="86512" y="0"/>
                  </a:lnTo>
                  <a:lnTo>
                    <a:pt x="0" y="0"/>
                  </a:lnTo>
                  <a:lnTo>
                    <a:pt x="0" y="286346"/>
                  </a:lnTo>
                  <a:lnTo>
                    <a:pt x="53581" y="286346"/>
                  </a:lnTo>
                  <a:lnTo>
                    <a:pt x="53581" y="60921"/>
                  </a:lnTo>
                  <a:lnTo>
                    <a:pt x="110324" y="286346"/>
                  </a:lnTo>
                  <a:lnTo>
                    <a:pt x="165887" y="286346"/>
                  </a:lnTo>
                  <a:lnTo>
                    <a:pt x="222846" y="60921"/>
                  </a:lnTo>
                  <a:lnTo>
                    <a:pt x="222846" y="286346"/>
                  </a:lnTo>
                  <a:lnTo>
                    <a:pt x="276618" y="286346"/>
                  </a:lnTo>
                  <a:lnTo>
                    <a:pt x="2766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22518" y="5736729"/>
              <a:ext cx="214109" cy="21689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977204" y="5662510"/>
              <a:ext cx="301625" cy="291465"/>
            </a:xfrm>
            <a:custGeom>
              <a:avLst/>
              <a:gdLst/>
              <a:ahLst/>
              <a:cxnLst/>
              <a:rect l="l" t="t" r="r" b="b"/>
              <a:pathLst>
                <a:path w="301625" h="291464">
                  <a:moveTo>
                    <a:pt x="202603" y="180378"/>
                  </a:moveTo>
                  <a:lnTo>
                    <a:pt x="201041" y="156273"/>
                  </a:lnTo>
                  <a:lnTo>
                    <a:pt x="196392" y="135140"/>
                  </a:lnTo>
                  <a:lnTo>
                    <a:pt x="188760" y="117271"/>
                  </a:lnTo>
                  <a:lnTo>
                    <a:pt x="188645" y="116992"/>
                  </a:lnTo>
                  <a:lnTo>
                    <a:pt x="188150" y="116281"/>
                  </a:lnTo>
                  <a:lnTo>
                    <a:pt x="178777" y="103187"/>
                  </a:lnTo>
                  <a:lnTo>
                    <a:pt x="177800" y="101803"/>
                  </a:lnTo>
                  <a:lnTo>
                    <a:pt x="164566" y="89738"/>
                  </a:lnTo>
                  <a:lnTo>
                    <a:pt x="149707" y="81114"/>
                  </a:lnTo>
                  <a:lnTo>
                    <a:pt x="146240" y="80035"/>
                  </a:lnTo>
                  <a:lnTo>
                    <a:pt x="146240" y="183159"/>
                  </a:lnTo>
                  <a:lnTo>
                    <a:pt x="145427" y="198805"/>
                  </a:lnTo>
                  <a:lnTo>
                    <a:pt x="126657" y="238950"/>
                  </a:lnTo>
                  <a:lnTo>
                    <a:pt x="102590" y="247650"/>
                  </a:lnTo>
                  <a:lnTo>
                    <a:pt x="91351" y="246291"/>
                  </a:lnTo>
                  <a:lnTo>
                    <a:pt x="60248" y="217043"/>
                  </a:lnTo>
                  <a:lnTo>
                    <a:pt x="54559" y="178193"/>
                  </a:lnTo>
                  <a:lnTo>
                    <a:pt x="55359" y="163525"/>
                  </a:lnTo>
                  <a:lnTo>
                    <a:pt x="74434" y="124879"/>
                  </a:lnTo>
                  <a:lnTo>
                    <a:pt x="82067" y="120205"/>
                  </a:lnTo>
                  <a:lnTo>
                    <a:pt x="81927" y="120205"/>
                  </a:lnTo>
                  <a:lnTo>
                    <a:pt x="90817" y="117271"/>
                  </a:lnTo>
                  <a:lnTo>
                    <a:pt x="90639" y="117271"/>
                  </a:lnTo>
                  <a:lnTo>
                    <a:pt x="100406" y="116281"/>
                  </a:lnTo>
                  <a:lnTo>
                    <a:pt x="138988" y="141046"/>
                  </a:lnTo>
                  <a:lnTo>
                    <a:pt x="146240" y="183159"/>
                  </a:lnTo>
                  <a:lnTo>
                    <a:pt x="146240" y="80035"/>
                  </a:lnTo>
                  <a:lnTo>
                    <a:pt x="133489" y="76034"/>
                  </a:lnTo>
                  <a:lnTo>
                    <a:pt x="134124" y="76034"/>
                  </a:lnTo>
                  <a:lnTo>
                    <a:pt x="115087" y="74218"/>
                  </a:lnTo>
                  <a:lnTo>
                    <a:pt x="98234" y="76034"/>
                  </a:lnTo>
                  <a:lnTo>
                    <a:pt x="82588" y="81470"/>
                  </a:lnTo>
                  <a:lnTo>
                    <a:pt x="68173" y="90512"/>
                  </a:lnTo>
                  <a:lnTo>
                    <a:pt x="54965" y="103187"/>
                  </a:lnTo>
                  <a:lnTo>
                    <a:pt x="54965" y="0"/>
                  </a:lnTo>
                  <a:lnTo>
                    <a:pt x="0" y="0"/>
                  </a:lnTo>
                  <a:lnTo>
                    <a:pt x="0" y="286346"/>
                  </a:lnTo>
                  <a:lnTo>
                    <a:pt x="50990" y="286346"/>
                  </a:lnTo>
                  <a:lnTo>
                    <a:pt x="50990" y="255790"/>
                  </a:lnTo>
                  <a:lnTo>
                    <a:pt x="57531" y="263994"/>
                  </a:lnTo>
                  <a:lnTo>
                    <a:pt x="89420" y="286092"/>
                  </a:lnTo>
                  <a:lnTo>
                    <a:pt x="115887" y="291109"/>
                  </a:lnTo>
                  <a:lnTo>
                    <a:pt x="133248" y="289318"/>
                  </a:lnTo>
                  <a:lnTo>
                    <a:pt x="149263" y="283921"/>
                  </a:lnTo>
                  <a:lnTo>
                    <a:pt x="163906" y="274929"/>
                  </a:lnTo>
                  <a:lnTo>
                    <a:pt x="177203" y="262331"/>
                  </a:lnTo>
                  <a:lnTo>
                    <a:pt x="181762" y="255790"/>
                  </a:lnTo>
                  <a:lnTo>
                    <a:pt x="187452" y="247650"/>
                  </a:lnTo>
                  <a:lnTo>
                    <a:pt x="188302" y="246430"/>
                  </a:lnTo>
                  <a:lnTo>
                    <a:pt x="196240" y="227469"/>
                  </a:lnTo>
                  <a:lnTo>
                    <a:pt x="201002" y="205447"/>
                  </a:lnTo>
                  <a:lnTo>
                    <a:pt x="202603" y="180378"/>
                  </a:lnTo>
                  <a:close/>
                </a:path>
                <a:path w="301625" h="291464">
                  <a:moveTo>
                    <a:pt x="301510" y="78981"/>
                  </a:moveTo>
                  <a:lnTo>
                    <a:pt x="246735" y="78981"/>
                  </a:lnTo>
                  <a:lnTo>
                    <a:pt x="246735" y="286346"/>
                  </a:lnTo>
                  <a:lnTo>
                    <a:pt x="301510" y="286346"/>
                  </a:lnTo>
                  <a:lnTo>
                    <a:pt x="301510" y="78981"/>
                  </a:lnTo>
                  <a:close/>
                </a:path>
                <a:path w="301625" h="291464">
                  <a:moveTo>
                    <a:pt x="301510" y="0"/>
                  </a:moveTo>
                  <a:lnTo>
                    <a:pt x="246735" y="0"/>
                  </a:lnTo>
                  <a:lnTo>
                    <a:pt x="246735" y="50800"/>
                  </a:lnTo>
                  <a:lnTo>
                    <a:pt x="301510" y="50800"/>
                  </a:lnTo>
                  <a:lnTo>
                    <a:pt x="301510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6335090" y="5662510"/>
            <a:ext cx="288925" cy="291465"/>
            <a:chOff x="6335090" y="5662510"/>
            <a:chExt cx="288925" cy="291465"/>
          </a:xfrm>
        </p:grpSpPr>
        <p:sp>
          <p:nvSpPr>
            <p:cNvPr id="40" name="object 40"/>
            <p:cNvSpPr/>
            <p:nvPr/>
          </p:nvSpPr>
          <p:spPr>
            <a:xfrm>
              <a:off x="6335090" y="5662510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5">
                  <a:moveTo>
                    <a:pt x="54762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30162" y="5736729"/>
              <a:ext cx="193675" cy="216890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6751104" y="5662510"/>
            <a:ext cx="763270" cy="365760"/>
          </a:xfrm>
          <a:custGeom>
            <a:avLst/>
            <a:gdLst/>
            <a:ahLst/>
            <a:cxnLst/>
            <a:rect l="l" t="t" r="r" b="b"/>
            <a:pathLst>
              <a:path w="763270" h="365760">
                <a:moveTo>
                  <a:pt x="287337" y="286346"/>
                </a:moveTo>
                <a:lnTo>
                  <a:pt x="261251" y="221259"/>
                </a:lnTo>
                <a:lnTo>
                  <a:pt x="241935" y="173037"/>
                </a:lnTo>
                <a:lnTo>
                  <a:pt x="199415" y="66878"/>
                </a:lnTo>
                <a:lnTo>
                  <a:pt x="180975" y="20840"/>
                </a:lnTo>
                <a:lnTo>
                  <a:pt x="180975" y="173037"/>
                </a:lnTo>
                <a:lnTo>
                  <a:pt x="102781" y="173037"/>
                </a:lnTo>
                <a:lnTo>
                  <a:pt x="141478" y="66878"/>
                </a:lnTo>
                <a:lnTo>
                  <a:pt x="180975" y="173037"/>
                </a:lnTo>
                <a:lnTo>
                  <a:pt x="180975" y="20840"/>
                </a:lnTo>
                <a:lnTo>
                  <a:pt x="172631" y="0"/>
                </a:lnTo>
                <a:lnTo>
                  <a:pt x="111518" y="0"/>
                </a:lnTo>
                <a:lnTo>
                  <a:pt x="0" y="286346"/>
                </a:lnTo>
                <a:lnTo>
                  <a:pt x="61315" y="286346"/>
                </a:lnTo>
                <a:lnTo>
                  <a:pt x="84924" y="221259"/>
                </a:lnTo>
                <a:lnTo>
                  <a:pt x="199428" y="221259"/>
                </a:lnTo>
                <a:lnTo>
                  <a:pt x="224421" y="286346"/>
                </a:lnTo>
                <a:lnTo>
                  <a:pt x="287337" y="286346"/>
                </a:lnTo>
                <a:close/>
              </a:path>
              <a:path w="763270" h="365760">
                <a:moveTo>
                  <a:pt x="518490" y="181368"/>
                </a:moveTo>
                <a:lnTo>
                  <a:pt x="512178" y="136385"/>
                </a:lnTo>
                <a:lnTo>
                  <a:pt x="498081" y="109334"/>
                </a:lnTo>
                <a:lnTo>
                  <a:pt x="493293" y="102590"/>
                </a:lnTo>
                <a:lnTo>
                  <a:pt x="479996" y="90182"/>
                </a:lnTo>
                <a:lnTo>
                  <a:pt x="465353" y="81318"/>
                </a:lnTo>
                <a:lnTo>
                  <a:pt x="462534" y="80391"/>
                </a:lnTo>
                <a:lnTo>
                  <a:pt x="462534" y="181762"/>
                </a:lnTo>
                <a:lnTo>
                  <a:pt x="461860" y="195516"/>
                </a:lnTo>
                <a:lnTo>
                  <a:pt x="449834" y="232168"/>
                </a:lnTo>
                <a:lnTo>
                  <a:pt x="418084" y="247446"/>
                </a:lnTo>
                <a:lnTo>
                  <a:pt x="409232" y="246494"/>
                </a:lnTo>
                <a:lnTo>
                  <a:pt x="408686" y="246494"/>
                </a:lnTo>
                <a:lnTo>
                  <a:pt x="378066" y="221310"/>
                </a:lnTo>
                <a:lnTo>
                  <a:pt x="370382" y="181762"/>
                </a:lnTo>
                <a:lnTo>
                  <a:pt x="370370" y="181368"/>
                </a:lnTo>
                <a:lnTo>
                  <a:pt x="370255" y="179184"/>
                </a:lnTo>
                <a:lnTo>
                  <a:pt x="383552" y="133146"/>
                </a:lnTo>
                <a:lnTo>
                  <a:pt x="417093" y="117475"/>
                </a:lnTo>
                <a:lnTo>
                  <a:pt x="426326" y="118478"/>
                </a:lnTo>
                <a:lnTo>
                  <a:pt x="459257" y="153390"/>
                </a:lnTo>
                <a:lnTo>
                  <a:pt x="462508" y="181368"/>
                </a:lnTo>
                <a:lnTo>
                  <a:pt x="462534" y="181762"/>
                </a:lnTo>
                <a:lnTo>
                  <a:pt x="462534" y="80391"/>
                </a:lnTo>
                <a:lnTo>
                  <a:pt x="449338" y="75996"/>
                </a:lnTo>
                <a:lnTo>
                  <a:pt x="431965" y="74218"/>
                </a:lnTo>
                <a:lnTo>
                  <a:pt x="421779" y="74828"/>
                </a:lnTo>
                <a:lnTo>
                  <a:pt x="386067" y="89179"/>
                </a:lnTo>
                <a:lnTo>
                  <a:pt x="367284" y="109334"/>
                </a:lnTo>
                <a:lnTo>
                  <a:pt x="367284" y="78981"/>
                </a:lnTo>
                <a:lnTo>
                  <a:pt x="316077" y="78981"/>
                </a:lnTo>
                <a:lnTo>
                  <a:pt x="316077" y="365328"/>
                </a:lnTo>
                <a:lnTo>
                  <a:pt x="370852" y="365328"/>
                </a:lnTo>
                <a:lnTo>
                  <a:pt x="370852" y="260743"/>
                </a:lnTo>
                <a:lnTo>
                  <a:pt x="378485" y="268478"/>
                </a:lnTo>
                <a:lnTo>
                  <a:pt x="415099" y="289433"/>
                </a:lnTo>
                <a:lnTo>
                  <a:pt x="431571" y="291109"/>
                </a:lnTo>
                <a:lnTo>
                  <a:pt x="447865" y="289433"/>
                </a:lnTo>
                <a:lnTo>
                  <a:pt x="448627" y="289433"/>
                </a:lnTo>
                <a:lnTo>
                  <a:pt x="465010" y="283921"/>
                </a:lnTo>
                <a:lnTo>
                  <a:pt x="479615" y="274993"/>
                </a:lnTo>
                <a:lnTo>
                  <a:pt x="493090" y="262331"/>
                </a:lnTo>
                <a:lnTo>
                  <a:pt x="494195" y="260743"/>
                </a:lnTo>
                <a:lnTo>
                  <a:pt x="503466" y="247446"/>
                </a:lnTo>
                <a:lnTo>
                  <a:pt x="516890" y="205930"/>
                </a:lnTo>
                <a:lnTo>
                  <a:pt x="518452" y="181762"/>
                </a:lnTo>
                <a:lnTo>
                  <a:pt x="518490" y="181368"/>
                </a:lnTo>
                <a:close/>
              </a:path>
              <a:path w="763270" h="365760">
                <a:moveTo>
                  <a:pt x="762850" y="181368"/>
                </a:moveTo>
                <a:lnTo>
                  <a:pt x="756551" y="136385"/>
                </a:lnTo>
                <a:lnTo>
                  <a:pt x="742442" y="109334"/>
                </a:lnTo>
                <a:lnTo>
                  <a:pt x="737654" y="102590"/>
                </a:lnTo>
                <a:lnTo>
                  <a:pt x="724369" y="90182"/>
                </a:lnTo>
                <a:lnTo>
                  <a:pt x="709714" y="81318"/>
                </a:lnTo>
                <a:lnTo>
                  <a:pt x="706894" y="80391"/>
                </a:lnTo>
                <a:lnTo>
                  <a:pt x="706894" y="181762"/>
                </a:lnTo>
                <a:lnTo>
                  <a:pt x="706221" y="195516"/>
                </a:lnTo>
                <a:lnTo>
                  <a:pt x="694194" y="232168"/>
                </a:lnTo>
                <a:lnTo>
                  <a:pt x="662444" y="247446"/>
                </a:lnTo>
                <a:lnTo>
                  <a:pt x="653592" y="246494"/>
                </a:lnTo>
                <a:lnTo>
                  <a:pt x="653046" y="246494"/>
                </a:lnTo>
                <a:lnTo>
                  <a:pt x="622427" y="221310"/>
                </a:lnTo>
                <a:lnTo>
                  <a:pt x="614743" y="181762"/>
                </a:lnTo>
                <a:lnTo>
                  <a:pt x="614730" y="181368"/>
                </a:lnTo>
                <a:lnTo>
                  <a:pt x="614616" y="179184"/>
                </a:lnTo>
                <a:lnTo>
                  <a:pt x="627913" y="133146"/>
                </a:lnTo>
                <a:lnTo>
                  <a:pt x="661454" y="117475"/>
                </a:lnTo>
                <a:lnTo>
                  <a:pt x="670687" y="118478"/>
                </a:lnTo>
                <a:lnTo>
                  <a:pt x="703618" y="153390"/>
                </a:lnTo>
                <a:lnTo>
                  <a:pt x="706869" y="181368"/>
                </a:lnTo>
                <a:lnTo>
                  <a:pt x="706894" y="181762"/>
                </a:lnTo>
                <a:lnTo>
                  <a:pt x="706894" y="80391"/>
                </a:lnTo>
                <a:lnTo>
                  <a:pt x="693712" y="75996"/>
                </a:lnTo>
                <a:lnTo>
                  <a:pt x="676338" y="74218"/>
                </a:lnTo>
                <a:lnTo>
                  <a:pt x="666153" y="74828"/>
                </a:lnTo>
                <a:lnTo>
                  <a:pt x="630428" y="89179"/>
                </a:lnTo>
                <a:lnTo>
                  <a:pt x="611644" y="109334"/>
                </a:lnTo>
                <a:lnTo>
                  <a:pt x="611644" y="78981"/>
                </a:lnTo>
                <a:lnTo>
                  <a:pt x="560451" y="78981"/>
                </a:lnTo>
                <a:lnTo>
                  <a:pt x="560451" y="365328"/>
                </a:lnTo>
                <a:lnTo>
                  <a:pt x="615213" y="365328"/>
                </a:lnTo>
                <a:lnTo>
                  <a:pt x="615213" y="260743"/>
                </a:lnTo>
                <a:lnTo>
                  <a:pt x="622846" y="268478"/>
                </a:lnTo>
                <a:lnTo>
                  <a:pt x="659460" y="289433"/>
                </a:lnTo>
                <a:lnTo>
                  <a:pt x="675932" y="291109"/>
                </a:lnTo>
                <a:lnTo>
                  <a:pt x="692226" y="289433"/>
                </a:lnTo>
                <a:lnTo>
                  <a:pt x="692988" y="289433"/>
                </a:lnTo>
                <a:lnTo>
                  <a:pt x="709371" y="283921"/>
                </a:lnTo>
                <a:lnTo>
                  <a:pt x="723976" y="274993"/>
                </a:lnTo>
                <a:lnTo>
                  <a:pt x="737450" y="262331"/>
                </a:lnTo>
                <a:lnTo>
                  <a:pt x="738555" y="260743"/>
                </a:lnTo>
                <a:lnTo>
                  <a:pt x="747839" y="247446"/>
                </a:lnTo>
                <a:lnTo>
                  <a:pt x="761263" y="205930"/>
                </a:lnTo>
                <a:lnTo>
                  <a:pt x="762812" y="181762"/>
                </a:lnTo>
                <a:lnTo>
                  <a:pt x="762850" y="181368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639087" y="5824639"/>
            <a:ext cx="222885" cy="41275"/>
          </a:xfrm>
          <a:custGeom>
            <a:avLst/>
            <a:gdLst/>
            <a:ahLst/>
            <a:cxnLst/>
            <a:rect l="l" t="t" r="r" b="b"/>
            <a:pathLst>
              <a:path w="222884" h="41275">
                <a:moveTo>
                  <a:pt x="222440" y="0"/>
                </a:moveTo>
                <a:lnTo>
                  <a:pt x="0" y="0"/>
                </a:lnTo>
                <a:lnTo>
                  <a:pt x="0" y="41071"/>
                </a:lnTo>
                <a:lnTo>
                  <a:pt x="222440" y="41071"/>
                </a:lnTo>
                <a:lnTo>
                  <a:pt x="222440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" name="object 44"/>
          <p:cNvGrpSpPr/>
          <p:nvPr/>
        </p:nvGrpSpPr>
        <p:grpSpPr>
          <a:xfrm>
            <a:off x="7982839" y="5736729"/>
            <a:ext cx="419734" cy="217170"/>
            <a:chOff x="7982839" y="5736729"/>
            <a:chExt cx="419734" cy="217170"/>
          </a:xfrm>
        </p:grpSpPr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982839" y="5736729"/>
              <a:ext cx="193878" cy="21689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208695" y="5736729"/>
              <a:ext cx="193675" cy="216890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8446871" y="5662510"/>
            <a:ext cx="663575" cy="291465"/>
            <a:chOff x="8446871" y="5662510"/>
            <a:chExt cx="663575" cy="291465"/>
          </a:xfrm>
        </p:grpSpPr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446871" y="5736729"/>
              <a:ext cx="189103" cy="212128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679422" y="5662510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4">
                  <a:moveTo>
                    <a:pt x="87412" y="74218"/>
                  </a:moveTo>
                  <a:lnTo>
                    <a:pt x="68374" y="76028"/>
                  </a:lnTo>
                  <a:lnTo>
                    <a:pt x="69004" y="76028"/>
                  </a:lnTo>
                  <a:lnTo>
                    <a:pt x="52784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4" y="290563"/>
                  </a:lnTo>
                  <a:lnTo>
                    <a:pt x="137613" y="271362"/>
                  </a:lnTo>
                  <a:lnTo>
                    <a:pt x="151509" y="255790"/>
                  </a:lnTo>
                  <a:lnTo>
                    <a:pt x="202309" y="255790"/>
                  </a:lnTo>
                  <a:lnTo>
                    <a:pt x="202309" y="247650"/>
                  </a:lnTo>
                  <a:lnTo>
                    <a:pt x="102296" y="247650"/>
                  </a:lnTo>
                  <a:lnTo>
                    <a:pt x="91986" y="246431"/>
                  </a:lnTo>
                  <a:lnTo>
                    <a:pt x="91259" y="246431"/>
                  </a:lnTo>
                  <a:lnTo>
                    <a:pt x="80959" y="242289"/>
                  </a:lnTo>
                  <a:lnTo>
                    <a:pt x="58143" y="206770"/>
                  </a:lnTo>
                  <a:lnTo>
                    <a:pt x="55865" y="178193"/>
                  </a:lnTo>
                  <a:lnTo>
                    <a:pt x="56682" y="163682"/>
                  </a:lnTo>
                  <a:lnTo>
                    <a:pt x="75880" y="125105"/>
                  </a:lnTo>
                  <a:lnTo>
                    <a:pt x="101903" y="116281"/>
                  </a:lnTo>
                  <a:lnTo>
                    <a:pt x="202309" y="116281"/>
                  </a:lnTo>
                  <a:lnTo>
                    <a:pt x="202309" y="103187"/>
                  </a:lnTo>
                  <a:lnTo>
                    <a:pt x="147534" y="103187"/>
                  </a:lnTo>
                  <a:lnTo>
                    <a:pt x="134253" y="90511"/>
                  </a:lnTo>
                  <a:lnTo>
                    <a:pt x="119806" y="81459"/>
                  </a:lnTo>
                  <a:lnTo>
                    <a:pt x="104192" y="76028"/>
                  </a:lnTo>
                  <a:lnTo>
                    <a:pt x="87412" y="74218"/>
                  </a:lnTo>
                  <a:close/>
                </a:path>
                <a:path w="202565" h="291464">
                  <a:moveTo>
                    <a:pt x="202309" y="255790"/>
                  </a:moveTo>
                  <a:lnTo>
                    <a:pt x="151509" y="255790"/>
                  </a:lnTo>
                  <a:lnTo>
                    <a:pt x="151509" y="286346"/>
                  </a:lnTo>
                  <a:lnTo>
                    <a:pt x="202309" y="286346"/>
                  </a:lnTo>
                  <a:lnTo>
                    <a:pt x="202309" y="255790"/>
                  </a:lnTo>
                  <a:close/>
                </a:path>
                <a:path w="202565" h="291464">
                  <a:moveTo>
                    <a:pt x="202309" y="116281"/>
                  </a:moveTo>
                  <a:lnTo>
                    <a:pt x="101903" y="116281"/>
                  </a:lnTo>
                  <a:lnTo>
                    <a:pt x="111475" y="117262"/>
                  </a:lnTo>
                  <a:lnTo>
                    <a:pt x="120154" y="120203"/>
                  </a:lnTo>
                  <a:lnTo>
                    <a:pt x="144509" y="152647"/>
                  </a:lnTo>
                  <a:lnTo>
                    <a:pt x="147737" y="183349"/>
                  </a:lnTo>
                  <a:lnTo>
                    <a:pt x="146906" y="198423"/>
                  </a:lnTo>
                  <a:lnTo>
                    <a:pt x="127444" y="238606"/>
                  </a:lnTo>
                  <a:lnTo>
                    <a:pt x="102296" y="247650"/>
                  </a:lnTo>
                  <a:lnTo>
                    <a:pt x="202309" y="247650"/>
                  </a:lnTo>
                  <a:lnTo>
                    <a:pt x="202309" y="116281"/>
                  </a:lnTo>
                  <a:close/>
                </a:path>
                <a:path w="202565" h="291464">
                  <a:moveTo>
                    <a:pt x="202309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309" y="103187"/>
                  </a:lnTo>
                  <a:lnTo>
                    <a:pt x="20230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916542" y="5736729"/>
              <a:ext cx="193878" cy="216890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9250184" y="5668060"/>
            <a:ext cx="563245" cy="285750"/>
            <a:chOff x="9250184" y="5668060"/>
            <a:chExt cx="563245" cy="285750"/>
          </a:xfrm>
        </p:grpSpPr>
        <p:pic>
          <p:nvPicPr>
            <p:cNvPr id="52" name="object 5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250184" y="5736729"/>
              <a:ext cx="193865" cy="21689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9469488" y="5668060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75" y="0"/>
                  </a:moveTo>
                  <a:lnTo>
                    <a:pt x="25209" y="32156"/>
                  </a:lnTo>
                  <a:lnTo>
                    <a:pt x="25209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209" y="117081"/>
                  </a:lnTo>
                  <a:lnTo>
                    <a:pt x="25209" y="207568"/>
                  </a:lnTo>
                  <a:lnTo>
                    <a:pt x="26797" y="246265"/>
                  </a:lnTo>
                  <a:lnTo>
                    <a:pt x="51993" y="280593"/>
                  </a:lnTo>
                  <a:lnTo>
                    <a:pt x="78790" y="285559"/>
                  </a:lnTo>
                  <a:lnTo>
                    <a:pt x="90579" y="285038"/>
                  </a:lnTo>
                  <a:lnTo>
                    <a:pt x="101752" y="283475"/>
                  </a:lnTo>
                  <a:lnTo>
                    <a:pt x="112305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23" y="238201"/>
                  </a:lnTo>
                  <a:lnTo>
                    <a:pt x="100482" y="239915"/>
                  </a:lnTo>
                  <a:lnTo>
                    <a:pt x="91744" y="239915"/>
                  </a:lnTo>
                  <a:lnTo>
                    <a:pt x="88646" y="239052"/>
                  </a:lnTo>
                  <a:lnTo>
                    <a:pt x="80175" y="117081"/>
                  </a:lnTo>
                  <a:lnTo>
                    <a:pt x="117678" y="117081"/>
                  </a:lnTo>
                  <a:lnTo>
                    <a:pt x="117678" y="73431"/>
                  </a:lnTo>
                  <a:lnTo>
                    <a:pt x="80175" y="73431"/>
                  </a:lnTo>
                  <a:lnTo>
                    <a:pt x="801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624149" y="5741492"/>
              <a:ext cx="188709" cy="212128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9857500" y="5662510"/>
            <a:ext cx="434340" cy="291465"/>
            <a:chOff x="9857500" y="5662510"/>
            <a:chExt cx="434340" cy="291465"/>
          </a:xfrm>
        </p:grpSpPr>
        <p:sp>
          <p:nvSpPr>
            <p:cNvPr id="56" name="object 56"/>
            <p:cNvSpPr/>
            <p:nvPr/>
          </p:nvSpPr>
          <p:spPr>
            <a:xfrm>
              <a:off x="9857500" y="5662510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4">
                  <a:moveTo>
                    <a:pt x="87399" y="74218"/>
                  </a:moveTo>
                  <a:lnTo>
                    <a:pt x="68367" y="76028"/>
                  </a:lnTo>
                  <a:lnTo>
                    <a:pt x="68997" y="76028"/>
                  </a:lnTo>
                  <a:lnTo>
                    <a:pt x="52777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3" y="206149"/>
                  </a:lnTo>
                  <a:lnTo>
                    <a:pt x="14180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0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80" y="246431"/>
                  </a:lnTo>
                  <a:lnTo>
                    <a:pt x="91254" y="246431"/>
                  </a:lnTo>
                  <a:lnTo>
                    <a:pt x="80957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46" y="90511"/>
                  </a:lnTo>
                  <a:lnTo>
                    <a:pt x="119795" y="81459"/>
                  </a:lnTo>
                  <a:lnTo>
                    <a:pt x="104180" y="76028"/>
                  </a:lnTo>
                  <a:lnTo>
                    <a:pt x="87399" y="74218"/>
                  </a:lnTo>
                  <a:close/>
                </a:path>
                <a:path w="202565" h="291464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5" h="291464">
                  <a:moveTo>
                    <a:pt x="202296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3" y="152647"/>
                  </a:lnTo>
                  <a:lnTo>
                    <a:pt x="147647" y="181762"/>
                  </a:lnTo>
                  <a:lnTo>
                    <a:pt x="147724" y="183349"/>
                  </a:lnTo>
                  <a:lnTo>
                    <a:pt x="140250" y="222535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5" h="291464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097986" y="5736729"/>
              <a:ext cx="193675" cy="216890"/>
            </a:xfrm>
            <a:prstGeom prst="rect">
              <a:avLst/>
            </a:prstGeom>
          </p:spPr>
        </p:pic>
      </p:grpSp>
      <p:grpSp>
        <p:nvGrpSpPr>
          <p:cNvPr id="58" name="object 58"/>
          <p:cNvGrpSpPr/>
          <p:nvPr/>
        </p:nvGrpSpPr>
        <p:grpSpPr>
          <a:xfrm>
            <a:off x="10336148" y="5668060"/>
            <a:ext cx="344805" cy="285750"/>
            <a:chOff x="10336148" y="5668060"/>
            <a:chExt cx="344805" cy="285750"/>
          </a:xfrm>
        </p:grpSpPr>
        <p:pic>
          <p:nvPicPr>
            <p:cNvPr id="59" name="object 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336148" y="5736729"/>
              <a:ext cx="189115" cy="212128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0558297" y="5668060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81" y="280593"/>
                  </a:lnTo>
                  <a:lnTo>
                    <a:pt x="78778" y="285559"/>
                  </a:lnTo>
                  <a:lnTo>
                    <a:pt x="90572" y="285038"/>
                  </a:lnTo>
                  <a:lnTo>
                    <a:pt x="101746" y="283475"/>
                  </a:lnTo>
                  <a:lnTo>
                    <a:pt x="112300" y="280871"/>
                  </a:lnTo>
                  <a:lnTo>
                    <a:pt x="122237" y="277228"/>
                  </a:lnTo>
                  <a:lnTo>
                    <a:pt x="117474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1" name="object 6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0822902" y="5736729"/>
            <a:ext cx="1955533" cy="291109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12923164" y="5662510"/>
            <a:ext cx="671830" cy="291465"/>
            <a:chOff x="12923164" y="5662510"/>
            <a:chExt cx="671830" cy="291465"/>
          </a:xfrm>
        </p:grpSpPr>
        <p:pic>
          <p:nvPicPr>
            <p:cNvPr id="63" name="object 6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2923164" y="5736729"/>
              <a:ext cx="194665" cy="21689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159740" y="5736729"/>
              <a:ext cx="189102" cy="212128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3392304" y="5662510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4">
                  <a:moveTo>
                    <a:pt x="87399" y="74218"/>
                  </a:moveTo>
                  <a:lnTo>
                    <a:pt x="68367" y="76028"/>
                  </a:lnTo>
                  <a:lnTo>
                    <a:pt x="68997" y="76028"/>
                  </a:lnTo>
                  <a:lnTo>
                    <a:pt x="52777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3" y="206149"/>
                  </a:lnTo>
                  <a:lnTo>
                    <a:pt x="14180" y="246431"/>
                  </a:lnTo>
                  <a:lnTo>
                    <a:pt x="53420" y="283916"/>
                  </a:lnTo>
                  <a:lnTo>
                    <a:pt x="86612" y="291109"/>
                  </a:lnTo>
                  <a:lnTo>
                    <a:pt x="95327" y="290563"/>
                  </a:lnTo>
                  <a:lnTo>
                    <a:pt x="137606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78" y="246431"/>
                  </a:lnTo>
                  <a:lnTo>
                    <a:pt x="91252" y="246431"/>
                  </a:lnTo>
                  <a:lnTo>
                    <a:pt x="80952" y="242289"/>
                  </a:lnTo>
                  <a:lnTo>
                    <a:pt x="58132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46" y="90511"/>
                  </a:lnTo>
                  <a:lnTo>
                    <a:pt x="119795" y="81459"/>
                  </a:lnTo>
                  <a:lnTo>
                    <a:pt x="104180" y="76028"/>
                  </a:lnTo>
                  <a:lnTo>
                    <a:pt x="87399" y="74218"/>
                  </a:lnTo>
                  <a:close/>
                </a:path>
                <a:path w="202565" h="291464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5" h="291464">
                  <a:moveTo>
                    <a:pt x="202296" y="116281"/>
                  </a:moveTo>
                  <a:lnTo>
                    <a:pt x="101890" y="116281"/>
                  </a:lnTo>
                  <a:lnTo>
                    <a:pt x="111463" y="117262"/>
                  </a:lnTo>
                  <a:lnTo>
                    <a:pt x="120143" y="120203"/>
                  </a:lnTo>
                  <a:lnTo>
                    <a:pt x="144503" y="152647"/>
                  </a:lnTo>
                  <a:lnTo>
                    <a:pt x="147647" y="181762"/>
                  </a:lnTo>
                  <a:lnTo>
                    <a:pt x="147724" y="183349"/>
                  </a:lnTo>
                  <a:lnTo>
                    <a:pt x="140245" y="222535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5" h="291464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" name="object 66"/>
          <p:cNvGrpSpPr/>
          <p:nvPr/>
        </p:nvGrpSpPr>
        <p:grpSpPr>
          <a:xfrm>
            <a:off x="13745526" y="5662510"/>
            <a:ext cx="1358265" cy="370840"/>
            <a:chOff x="13745526" y="5662510"/>
            <a:chExt cx="1358265" cy="370840"/>
          </a:xfrm>
        </p:grpSpPr>
        <p:pic>
          <p:nvPicPr>
            <p:cNvPr id="67" name="object 6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745526" y="5736729"/>
              <a:ext cx="194665" cy="21689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970393" y="5736729"/>
              <a:ext cx="195656" cy="21689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4182369" y="5662510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19" h="291464">
                  <a:moveTo>
                    <a:pt x="122237" y="282778"/>
                  </a:moveTo>
                  <a:lnTo>
                    <a:pt x="117475" y="240309"/>
                  </a:lnTo>
                  <a:lnTo>
                    <a:pt x="107810" y="243751"/>
                  </a:lnTo>
                  <a:lnTo>
                    <a:pt x="100469" y="245465"/>
                  </a:lnTo>
                  <a:lnTo>
                    <a:pt x="91744" y="245465"/>
                  </a:lnTo>
                  <a:lnTo>
                    <a:pt x="88633" y="244602"/>
                  </a:lnTo>
                  <a:lnTo>
                    <a:pt x="80162" y="122631"/>
                  </a:lnTo>
                  <a:lnTo>
                    <a:pt x="117665" y="122631"/>
                  </a:lnTo>
                  <a:lnTo>
                    <a:pt x="117665" y="78981"/>
                  </a:lnTo>
                  <a:lnTo>
                    <a:pt x="80162" y="78981"/>
                  </a:lnTo>
                  <a:lnTo>
                    <a:pt x="80162" y="5549"/>
                  </a:lnTo>
                  <a:lnTo>
                    <a:pt x="25196" y="37706"/>
                  </a:lnTo>
                  <a:lnTo>
                    <a:pt x="25196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196" y="122631"/>
                  </a:lnTo>
                  <a:lnTo>
                    <a:pt x="25196" y="213118"/>
                  </a:lnTo>
                  <a:lnTo>
                    <a:pt x="25590" y="237388"/>
                  </a:lnTo>
                  <a:lnTo>
                    <a:pt x="38227" y="278409"/>
                  </a:lnTo>
                  <a:lnTo>
                    <a:pt x="78778" y="291109"/>
                  </a:lnTo>
                  <a:lnTo>
                    <a:pt x="90563" y="290588"/>
                  </a:lnTo>
                  <a:lnTo>
                    <a:pt x="101739" y="289026"/>
                  </a:lnTo>
                  <a:lnTo>
                    <a:pt x="112293" y="286423"/>
                  </a:lnTo>
                  <a:lnTo>
                    <a:pt x="122237" y="282778"/>
                  </a:lnTo>
                  <a:close/>
                </a:path>
                <a:path w="210819" h="291464">
                  <a:moveTo>
                    <a:pt x="210604" y="78981"/>
                  </a:moveTo>
                  <a:lnTo>
                    <a:pt x="155829" y="78981"/>
                  </a:lnTo>
                  <a:lnTo>
                    <a:pt x="155829" y="286346"/>
                  </a:lnTo>
                  <a:lnTo>
                    <a:pt x="210604" y="286346"/>
                  </a:lnTo>
                  <a:lnTo>
                    <a:pt x="210604" y="78981"/>
                  </a:lnTo>
                  <a:close/>
                </a:path>
                <a:path w="210819" h="291464">
                  <a:moveTo>
                    <a:pt x="210604" y="0"/>
                  </a:moveTo>
                  <a:lnTo>
                    <a:pt x="155829" y="0"/>
                  </a:lnTo>
                  <a:lnTo>
                    <a:pt x="155829" y="50800"/>
                  </a:lnTo>
                  <a:lnTo>
                    <a:pt x="210604" y="50800"/>
                  </a:lnTo>
                  <a:lnTo>
                    <a:pt x="21060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422754" y="5741492"/>
              <a:ext cx="215506" cy="207365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4671840" y="5662510"/>
              <a:ext cx="431800" cy="370840"/>
            </a:xfrm>
            <a:custGeom>
              <a:avLst/>
              <a:gdLst/>
              <a:ahLst/>
              <a:cxnLst/>
              <a:rect l="l" t="t" r="r" b="b"/>
              <a:pathLst>
                <a:path w="431800" h="370839">
                  <a:moveTo>
                    <a:pt x="54762" y="78981"/>
                  </a:moveTo>
                  <a:lnTo>
                    <a:pt x="0" y="78981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78981"/>
                  </a:lnTo>
                  <a:close/>
                </a:path>
                <a:path w="431800" h="370839">
                  <a:moveTo>
                    <a:pt x="54762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762" y="50800"/>
                  </a:lnTo>
                  <a:lnTo>
                    <a:pt x="54762" y="0"/>
                  </a:lnTo>
                  <a:close/>
                </a:path>
                <a:path w="431800" h="370839">
                  <a:moveTo>
                    <a:pt x="210718" y="282778"/>
                  </a:moveTo>
                  <a:lnTo>
                    <a:pt x="206019" y="240309"/>
                  </a:lnTo>
                  <a:lnTo>
                    <a:pt x="196342" y="243751"/>
                  </a:lnTo>
                  <a:lnTo>
                    <a:pt x="189001" y="245465"/>
                  </a:lnTo>
                  <a:lnTo>
                    <a:pt x="180263" y="245465"/>
                  </a:lnTo>
                  <a:lnTo>
                    <a:pt x="177165" y="244602"/>
                  </a:lnTo>
                  <a:lnTo>
                    <a:pt x="168694" y="122631"/>
                  </a:lnTo>
                  <a:lnTo>
                    <a:pt x="206146" y="122631"/>
                  </a:lnTo>
                  <a:lnTo>
                    <a:pt x="206146" y="78981"/>
                  </a:lnTo>
                  <a:lnTo>
                    <a:pt x="168694" y="78981"/>
                  </a:lnTo>
                  <a:lnTo>
                    <a:pt x="168694" y="5549"/>
                  </a:lnTo>
                  <a:lnTo>
                    <a:pt x="113728" y="37706"/>
                  </a:lnTo>
                  <a:lnTo>
                    <a:pt x="113728" y="78981"/>
                  </a:lnTo>
                  <a:lnTo>
                    <a:pt x="88519" y="78981"/>
                  </a:lnTo>
                  <a:lnTo>
                    <a:pt x="88519" y="122631"/>
                  </a:lnTo>
                  <a:lnTo>
                    <a:pt x="113728" y="122631"/>
                  </a:lnTo>
                  <a:lnTo>
                    <a:pt x="113728" y="213118"/>
                  </a:lnTo>
                  <a:lnTo>
                    <a:pt x="114122" y="237388"/>
                  </a:lnTo>
                  <a:lnTo>
                    <a:pt x="126758" y="278409"/>
                  </a:lnTo>
                  <a:lnTo>
                    <a:pt x="167309" y="291109"/>
                  </a:lnTo>
                  <a:lnTo>
                    <a:pt x="179095" y="290588"/>
                  </a:lnTo>
                  <a:lnTo>
                    <a:pt x="190258" y="289026"/>
                  </a:lnTo>
                  <a:lnTo>
                    <a:pt x="200799" y="286423"/>
                  </a:lnTo>
                  <a:lnTo>
                    <a:pt x="210718" y="282778"/>
                  </a:lnTo>
                  <a:close/>
                </a:path>
                <a:path w="431800" h="370839">
                  <a:moveTo>
                    <a:pt x="431698" y="78981"/>
                  </a:moveTo>
                  <a:lnTo>
                    <a:pt x="374675" y="78981"/>
                  </a:lnTo>
                  <a:lnTo>
                    <a:pt x="326288" y="226212"/>
                  </a:lnTo>
                  <a:lnTo>
                    <a:pt x="276758" y="78981"/>
                  </a:lnTo>
                  <a:lnTo>
                    <a:pt x="218338" y="78981"/>
                  </a:lnTo>
                  <a:lnTo>
                    <a:pt x="297205" y="286943"/>
                  </a:lnTo>
                  <a:lnTo>
                    <a:pt x="294538" y="295275"/>
                  </a:lnTo>
                  <a:lnTo>
                    <a:pt x="263817" y="326123"/>
                  </a:lnTo>
                  <a:lnTo>
                    <a:pt x="254914" y="326821"/>
                  </a:lnTo>
                  <a:lnTo>
                    <a:pt x="248056" y="326821"/>
                  </a:lnTo>
                  <a:lnTo>
                    <a:pt x="240309" y="325970"/>
                  </a:lnTo>
                  <a:lnTo>
                    <a:pt x="231673" y="324243"/>
                  </a:lnTo>
                  <a:lnTo>
                    <a:pt x="236372" y="367309"/>
                  </a:lnTo>
                  <a:lnTo>
                    <a:pt x="244081" y="368706"/>
                  </a:lnTo>
                  <a:lnTo>
                    <a:pt x="251841" y="369697"/>
                  </a:lnTo>
                  <a:lnTo>
                    <a:pt x="259676" y="370293"/>
                  </a:lnTo>
                  <a:lnTo>
                    <a:pt x="267614" y="370484"/>
                  </a:lnTo>
                  <a:lnTo>
                    <a:pt x="275209" y="370281"/>
                  </a:lnTo>
                  <a:lnTo>
                    <a:pt x="322097" y="354012"/>
                  </a:lnTo>
                  <a:lnTo>
                    <a:pt x="345338" y="314718"/>
                  </a:lnTo>
                  <a:lnTo>
                    <a:pt x="358419" y="278599"/>
                  </a:lnTo>
                  <a:lnTo>
                    <a:pt x="431698" y="78981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" name="object 72"/>
          <p:cNvGrpSpPr/>
          <p:nvPr/>
        </p:nvGrpSpPr>
        <p:grpSpPr>
          <a:xfrm>
            <a:off x="15237626" y="5662510"/>
            <a:ext cx="889635" cy="291465"/>
            <a:chOff x="15237626" y="5662510"/>
            <a:chExt cx="889635" cy="291465"/>
          </a:xfrm>
        </p:grpSpPr>
        <p:sp>
          <p:nvSpPr>
            <p:cNvPr id="73" name="object 73"/>
            <p:cNvSpPr/>
            <p:nvPr/>
          </p:nvSpPr>
          <p:spPr>
            <a:xfrm>
              <a:off x="15237626" y="5662510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4">
                  <a:moveTo>
                    <a:pt x="87399" y="74218"/>
                  </a:moveTo>
                  <a:lnTo>
                    <a:pt x="68370" y="76028"/>
                  </a:lnTo>
                  <a:lnTo>
                    <a:pt x="69000" y="76028"/>
                  </a:lnTo>
                  <a:lnTo>
                    <a:pt x="52791" y="81114"/>
                  </a:lnTo>
                  <a:lnTo>
                    <a:pt x="13826" y="117066"/>
                  </a:lnTo>
                  <a:lnTo>
                    <a:pt x="1444" y="157047"/>
                  </a:lnTo>
                  <a:lnTo>
                    <a:pt x="0" y="183349"/>
                  </a:lnTo>
                  <a:lnTo>
                    <a:pt x="1489" y="206149"/>
                  </a:lnTo>
                  <a:lnTo>
                    <a:pt x="14201" y="246431"/>
                  </a:lnTo>
                  <a:lnTo>
                    <a:pt x="53395" y="283916"/>
                  </a:lnTo>
                  <a:lnTo>
                    <a:pt x="86637" y="291109"/>
                  </a:lnTo>
                  <a:lnTo>
                    <a:pt x="95376" y="290563"/>
                  </a:lnTo>
                  <a:lnTo>
                    <a:pt x="137611" y="271362"/>
                  </a:lnTo>
                  <a:lnTo>
                    <a:pt x="151534" y="255790"/>
                  </a:lnTo>
                  <a:lnTo>
                    <a:pt x="202334" y="255790"/>
                  </a:lnTo>
                  <a:lnTo>
                    <a:pt x="202334" y="247650"/>
                  </a:lnTo>
                  <a:lnTo>
                    <a:pt x="102258" y="247650"/>
                  </a:lnTo>
                  <a:lnTo>
                    <a:pt x="91953" y="246431"/>
                  </a:lnTo>
                  <a:lnTo>
                    <a:pt x="91227" y="246431"/>
                  </a:lnTo>
                  <a:lnTo>
                    <a:pt x="80938" y="242289"/>
                  </a:lnTo>
                  <a:lnTo>
                    <a:pt x="58189" y="206770"/>
                  </a:lnTo>
                  <a:lnTo>
                    <a:pt x="55903" y="178193"/>
                  </a:lnTo>
                  <a:lnTo>
                    <a:pt x="56714" y="163682"/>
                  </a:lnTo>
                  <a:lnTo>
                    <a:pt x="75912" y="125105"/>
                  </a:lnTo>
                  <a:lnTo>
                    <a:pt x="101877" y="116281"/>
                  </a:lnTo>
                  <a:lnTo>
                    <a:pt x="202334" y="116281"/>
                  </a:lnTo>
                  <a:lnTo>
                    <a:pt x="202334" y="103187"/>
                  </a:lnTo>
                  <a:lnTo>
                    <a:pt x="147597" y="103187"/>
                  </a:lnTo>
                  <a:lnTo>
                    <a:pt x="134262" y="90511"/>
                  </a:lnTo>
                  <a:lnTo>
                    <a:pt x="119784" y="81459"/>
                  </a:lnTo>
                  <a:lnTo>
                    <a:pt x="104163" y="76028"/>
                  </a:lnTo>
                  <a:lnTo>
                    <a:pt x="87399" y="74218"/>
                  </a:lnTo>
                  <a:close/>
                </a:path>
                <a:path w="202565" h="291464">
                  <a:moveTo>
                    <a:pt x="202334" y="255790"/>
                  </a:moveTo>
                  <a:lnTo>
                    <a:pt x="151534" y="255790"/>
                  </a:lnTo>
                  <a:lnTo>
                    <a:pt x="151534" y="286346"/>
                  </a:lnTo>
                  <a:lnTo>
                    <a:pt x="202334" y="286346"/>
                  </a:lnTo>
                  <a:lnTo>
                    <a:pt x="202334" y="255790"/>
                  </a:lnTo>
                  <a:close/>
                </a:path>
                <a:path w="202565" h="291464">
                  <a:moveTo>
                    <a:pt x="202334" y="116281"/>
                  </a:moveTo>
                  <a:lnTo>
                    <a:pt x="101877" y="116281"/>
                  </a:lnTo>
                  <a:lnTo>
                    <a:pt x="111447" y="117262"/>
                  </a:lnTo>
                  <a:lnTo>
                    <a:pt x="120149" y="120203"/>
                  </a:lnTo>
                  <a:lnTo>
                    <a:pt x="144501" y="152647"/>
                  </a:lnTo>
                  <a:lnTo>
                    <a:pt x="147724" y="183349"/>
                  </a:lnTo>
                  <a:lnTo>
                    <a:pt x="146890" y="198423"/>
                  </a:lnTo>
                  <a:lnTo>
                    <a:pt x="127439" y="238606"/>
                  </a:lnTo>
                  <a:lnTo>
                    <a:pt x="102258" y="247650"/>
                  </a:lnTo>
                  <a:lnTo>
                    <a:pt x="202334" y="247650"/>
                  </a:lnTo>
                  <a:lnTo>
                    <a:pt x="202334" y="116281"/>
                  </a:lnTo>
                  <a:close/>
                </a:path>
                <a:path w="202565" h="291464">
                  <a:moveTo>
                    <a:pt x="202334" y="0"/>
                  </a:moveTo>
                  <a:lnTo>
                    <a:pt x="147597" y="0"/>
                  </a:lnTo>
                  <a:lnTo>
                    <a:pt x="147597" y="103187"/>
                  </a:lnTo>
                  <a:lnTo>
                    <a:pt x="202334" y="103187"/>
                  </a:lnTo>
                  <a:lnTo>
                    <a:pt x="20233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479711" y="5736729"/>
              <a:ext cx="194690" cy="216890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15694087" y="5668060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5" h="285750">
                  <a:moveTo>
                    <a:pt x="80137" y="0"/>
                  </a:moveTo>
                  <a:lnTo>
                    <a:pt x="25146" y="32156"/>
                  </a:lnTo>
                  <a:lnTo>
                    <a:pt x="2514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46" y="117081"/>
                  </a:lnTo>
                  <a:lnTo>
                    <a:pt x="25146" y="207568"/>
                  </a:lnTo>
                  <a:lnTo>
                    <a:pt x="28194" y="255257"/>
                  </a:lnTo>
                  <a:lnTo>
                    <a:pt x="58112" y="282768"/>
                  </a:lnTo>
                  <a:lnTo>
                    <a:pt x="78740" y="285559"/>
                  </a:lnTo>
                  <a:lnTo>
                    <a:pt x="90527" y="285038"/>
                  </a:lnTo>
                  <a:lnTo>
                    <a:pt x="101695" y="283475"/>
                  </a:lnTo>
                  <a:lnTo>
                    <a:pt x="112244" y="280871"/>
                  </a:lnTo>
                  <a:lnTo>
                    <a:pt x="122174" y="277228"/>
                  </a:lnTo>
                  <a:lnTo>
                    <a:pt x="117475" y="234759"/>
                  </a:lnTo>
                  <a:lnTo>
                    <a:pt x="107823" y="238201"/>
                  </a:lnTo>
                  <a:lnTo>
                    <a:pt x="100457" y="239915"/>
                  </a:lnTo>
                  <a:lnTo>
                    <a:pt x="91694" y="239915"/>
                  </a:lnTo>
                  <a:lnTo>
                    <a:pt x="88646" y="239052"/>
                  </a:lnTo>
                  <a:lnTo>
                    <a:pt x="80137" y="117081"/>
                  </a:lnTo>
                  <a:lnTo>
                    <a:pt x="117601" y="117081"/>
                  </a:lnTo>
                  <a:lnTo>
                    <a:pt x="117601" y="73431"/>
                  </a:lnTo>
                  <a:lnTo>
                    <a:pt x="80137" y="73431"/>
                  </a:lnTo>
                  <a:lnTo>
                    <a:pt x="8013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835438" y="5736729"/>
              <a:ext cx="194690" cy="21689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6072420" y="5893892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4" h="55245">
                  <a:moveTo>
                    <a:pt x="54737" y="0"/>
                  </a:moveTo>
                  <a:lnTo>
                    <a:pt x="0" y="0"/>
                  </a:lnTo>
                  <a:lnTo>
                    <a:pt x="0" y="54965"/>
                  </a:lnTo>
                  <a:lnTo>
                    <a:pt x="54737" y="54965"/>
                  </a:lnTo>
                  <a:lnTo>
                    <a:pt x="5473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8" name="object 7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40073" y="6322009"/>
            <a:ext cx="99019" cy="99021"/>
          </a:xfrm>
          <a:prstGeom prst="rect">
            <a:avLst/>
          </a:prstGeom>
        </p:spPr>
      </p:pic>
      <p:sp>
        <p:nvSpPr>
          <p:cNvPr id="79" name="object 79"/>
          <p:cNvSpPr/>
          <p:nvPr/>
        </p:nvSpPr>
        <p:spPr>
          <a:xfrm>
            <a:off x="2875070" y="6220409"/>
            <a:ext cx="233045" cy="296545"/>
          </a:xfrm>
          <a:custGeom>
            <a:avLst/>
            <a:gdLst/>
            <a:ahLst/>
            <a:cxnLst/>
            <a:rect l="l" t="t" r="r" b="b"/>
            <a:pathLst>
              <a:path w="233044" h="296545">
                <a:moveTo>
                  <a:pt x="114895" y="0"/>
                </a:moveTo>
                <a:lnTo>
                  <a:pt x="70656" y="5695"/>
                </a:lnTo>
                <a:lnTo>
                  <a:pt x="29542" y="30136"/>
                </a:lnTo>
                <a:lnTo>
                  <a:pt x="11087" y="69230"/>
                </a:lnTo>
                <a:lnTo>
                  <a:pt x="10318" y="79971"/>
                </a:lnTo>
                <a:lnTo>
                  <a:pt x="11968" y="96292"/>
                </a:lnTo>
                <a:lnTo>
                  <a:pt x="36710" y="137515"/>
                </a:lnTo>
                <a:lnTo>
                  <a:pt x="80428" y="159811"/>
                </a:lnTo>
                <a:lnTo>
                  <a:pt x="118429" y="170031"/>
                </a:lnTo>
                <a:lnTo>
                  <a:pt x="141547" y="176279"/>
                </a:lnTo>
                <a:lnTo>
                  <a:pt x="175021" y="201282"/>
                </a:lnTo>
                <a:lnTo>
                  <a:pt x="175021" y="208165"/>
                </a:lnTo>
                <a:lnTo>
                  <a:pt x="152822" y="240869"/>
                </a:lnTo>
                <a:lnTo>
                  <a:pt x="118664" y="247459"/>
                </a:lnTo>
                <a:lnTo>
                  <a:pt x="106151" y="246640"/>
                </a:lnTo>
                <a:lnTo>
                  <a:pt x="69701" y="226769"/>
                </a:lnTo>
                <a:lnTo>
                  <a:pt x="56158" y="192684"/>
                </a:lnTo>
                <a:lnTo>
                  <a:pt x="0" y="198043"/>
                </a:lnTo>
                <a:lnTo>
                  <a:pt x="11459" y="240506"/>
                </a:lnTo>
                <a:lnTo>
                  <a:pt x="34726" y="271462"/>
                </a:lnTo>
                <a:lnTo>
                  <a:pt x="70147" y="290218"/>
                </a:lnTo>
                <a:lnTo>
                  <a:pt x="118070" y="296468"/>
                </a:lnTo>
                <a:lnTo>
                  <a:pt x="135954" y="295811"/>
                </a:lnTo>
                <a:lnTo>
                  <a:pt x="180379" y="285953"/>
                </a:lnTo>
                <a:lnTo>
                  <a:pt x="219074" y="254000"/>
                </a:lnTo>
                <a:lnTo>
                  <a:pt x="232766" y="207962"/>
                </a:lnTo>
                <a:lnTo>
                  <a:pt x="232047" y="194915"/>
                </a:lnTo>
                <a:lnTo>
                  <a:pt x="215044" y="153585"/>
                </a:lnTo>
                <a:lnTo>
                  <a:pt x="178209" y="127848"/>
                </a:lnTo>
                <a:lnTo>
                  <a:pt x="108111" y="107609"/>
                </a:lnTo>
                <a:lnTo>
                  <a:pt x="92918" y="102796"/>
                </a:lnTo>
                <a:lnTo>
                  <a:pt x="81619" y="98084"/>
                </a:lnTo>
                <a:lnTo>
                  <a:pt x="74214" y="93472"/>
                </a:lnTo>
                <a:lnTo>
                  <a:pt x="68526" y="88569"/>
                </a:lnTo>
                <a:lnTo>
                  <a:pt x="65683" y="82753"/>
                </a:lnTo>
                <a:lnTo>
                  <a:pt x="65683" y="68592"/>
                </a:lnTo>
                <a:lnTo>
                  <a:pt x="102381" y="48485"/>
                </a:lnTo>
                <a:lnTo>
                  <a:pt x="114299" y="47828"/>
                </a:lnTo>
                <a:lnTo>
                  <a:pt x="125734" y="48435"/>
                </a:lnTo>
                <a:lnTo>
                  <a:pt x="160982" y="70350"/>
                </a:lnTo>
                <a:lnTo>
                  <a:pt x="166885" y="89306"/>
                </a:lnTo>
                <a:lnTo>
                  <a:pt x="224631" y="86715"/>
                </a:lnTo>
                <a:lnTo>
                  <a:pt x="207925" y="36602"/>
                </a:lnTo>
                <a:lnTo>
                  <a:pt x="162024" y="5953"/>
                </a:lnTo>
                <a:lnTo>
                  <a:pt x="140121" y="1488"/>
                </a:lnTo>
                <a:lnTo>
                  <a:pt x="114895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0" name="object 80"/>
          <p:cNvGrpSpPr/>
          <p:nvPr/>
        </p:nvGrpSpPr>
        <p:grpSpPr>
          <a:xfrm>
            <a:off x="3154600" y="6225375"/>
            <a:ext cx="456565" cy="365760"/>
            <a:chOff x="3154600" y="6225375"/>
            <a:chExt cx="456565" cy="365760"/>
          </a:xfrm>
        </p:grpSpPr>
        <p:sp>
          <p:nvSpPr>
            <p:cNvPr id="81" name="object 81"/>
            <p:cNvSpPr/>
            <p:nvPr/>
          </p:nvSpPr>
          <p:spPr>
            <a:xfrm>
              <a:off x="3154600" y="6299593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4" h="291465">
                  <a:moveTo>
                    <a:pt x="51196" y="4762"/>
                  </a:moveTo>
                  <a:lnTo>
                    <a:pt x="0" y="4762"/>
                  </a:lnTo>
                  <a:lnTo>
                    <a:pt x="0" y="291109"/>
                  </a:lnTo>
                  <a:lnTo>
                    <a:pt x="54768" y="291109"/>
                  </a:lnTo>
                  <a:lnTo>
                    <a:pt x="54768" y="186524"/>
                  </a:lnTo>
                  <a:lnTo>
                    <a:pt x="178113" y="186524"/>
                  </a:lnTo>
                  <a:lnTo>
                    <a:pt x="187391" y="173227"/>
                  </a:lnTo>
                  <a:lnTo>
                    <a:pt x="101996" y="173227"/>
                  </a:lnTo>
                  <a:lnTo>
                    <a:pt x="93155" y="172273"/>
                  </a:lnTo>
                  <a:lnTo>
                    <a:pt x="92603" y="172273"/>
                  </a:lnTo>
                  <a:lnTo>
                    <a:pt x="83491" y="169063"/>
                  </a:lnTo>
                  <a:lnTo>
                    <a:pt x="57645" y="135332"/>
                  </a:lnTo>
                  <a:lnTo>
                    <a:pt x="54310" y="107543"/>
                  </a:lnTo>
                  <a:lnTo>
                    <a:pt x="54289" y="107149"/>
                  </a:lnTo>
                  <a:lnTo>
                    <a:pt x="61652" y="67612"/>
                  </a:lnTo>
                  <a:lnTo>
                    <a:pt x="101004" y="43256"/>
                  </a:lnTo>
                  <a:lnTo>
                    <a:pt x="187799" y="43256"/>
                  </a:lnTo>
                  <a:lnTo>
                    <a:pt x="182004" y="35115"/>
                  </a:lnTo>
                  <a:lnTo>
                    <a:pt x="51196" y="35115"/>
                  </a:lnTo>
                  <a:lnTo>
                    <a:pt x="51196" y="4762"/>
                  </a:lnTo>
                  <a:close/>
                </a:path>
                <a:path w="202564" h="291465">
                  <a:moveTo>
                    <a:pt x="178113" y="186524"/>
                  </a:moveTo>
                  <a:lnTo>
                    <a:pt x="54768" y="186524"/>
                  </a:lnTo>
                  <a:lnTo>
                    <a:pt x="62408" y="194252"/>
                  </a:lnTo>
                  <a:lnTo>
                    <a:pt x="99020" y="215204"/>
                  </a:lnTo>
                  <a:lnTo>
                    <a:pt x="115489" y="216890"/>
                  </a:lnTo>
                  <a:lnTo>
                    <a:pt x="131794" y="215204"/>
                  </a:lnTo>
                  <a:lnTo>
                    <a:pt x="132545" y="215204"/>
                  </a:lnTo>
                  <a:lnTo>
                    <a:pt x="148927" y="209697"/>
                  </a:lnTo>
                  <a:lnTo>
                    <a:pt x="163538" y="200764"/>
                  </a:lnTo>
                  <a:lnTo>
                    <a:pt x="177006" y="188112"/>
                  </a:lnTo>
                  <a:lnTo>
                    <a:pt x="178113" y="186524"/>
                  </a:lnTo>
                  <a:close/>
                </a:path>
                <a:path w="202564" h="291465">
                  <a:moveTo>
                    <a:pt x="187799" y="43256"/>
                  </a:moveTo>
                  <a:lnTo>
                    <a:pt x="101004" y="43256"/>
                  </a:lnTo>
                  <a:lnTo>
                    <a:pt x="110244" y="44248"/>
                  </a:lnTo>
                  <a:lnTo>
                    <a:pt x="118714" y="47226"/>
                  </a:lnTo>
                  <a:lnTo>
                    <a:pt x="143172" y="79170"/>
                  </a:lnTo>
                  <a:lnTo>
                    <a:pt x="146307" y="104965"/>
                  </a:lnTo>
                  <a:lnTo>
                    <a:pt x="146425" y="107149"/>
                  </a:lnTo>
                  <a:lnTo>
                    <a:pt x="139302" y="149070"/>
                  </a:lnTo>
                  <a:lnTo>
                    <a:pt x="101996" y="173227"/>
                  </a:lnTo>
                  <a:lnTo>
                    <a:pt x="187391" y="173227"/>
                  </a:lnTo>
                  <a:lnTo>
                    <a:pt x="200818" y="131705"/>
                  </a:lnTo>
                  <a:lnTo>
                    <a:pt x="202406" y="107149"/>
                  </a:lnTo>
                  <a:lnTo>
                    <a:pt x="200831" y="83251"/>
                  </a:lnTo>
                  <a:lnTo>
                    <a:pt x="196105" y="62155"/>
                  </a:lnTo>
                  <a:lnTo>
                    <a:pt x="188230" y="43861"/>
                  </a:lnTo>
                  <a:lnTo>
                    <a:pt x="187799" y="43256"/>
                  </a:lnTo>
                  <a:close/>
                </a:path>
                <a:path w="202564" h="291465">
                  <a:moveTo>
                    <a:pt x="115887" y="0"/>
                  </a:moveTo>
                  <a:lnTo>
                    <a:pt x="77985" y="9715"/>
                  </a:lnTo>
                  <a:lnTo>
                    <a:pt x="51196" y="35115"/>
                  </a:lnTo>
                  <a:lnTo>
                    <a:pt x="182004" y="35115"/>
                  </a:lnTo>
                  <a:lnTo>
                    <a:pt x="149274" y="7094"/>
                  </a:lnTo>
                  <a:lnTo>
                    <a:pt x="11588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398170" y="6299593"/>
              <a:ext cx="134346" cy="212128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3556228" y="6225374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4">
                  <a:moveTo>
                    <a:pt x="54775" y="78981"/>
                  </a:moveTo>
                  <a:lnTo>
                    <a:pt x="0" y="78981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78981"/>
                  </a:lnTo>
                  <a:close/>
                </a:path>
                <a:path w="55245" h="286384">
                  <a:moveTo>
                    <a:pt x="54775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775" y="50800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4" name="object 84"/>
          <p:cNvGrpSpPr/>
          <p:nvPr/>
        </p:nvGrpSpPr>
        <p:grpSpPr>
          <a:xfrm>
            <a:off x="3666985" y="6299593"/>
            <a:ext cx="434975" cy="296545"/>
            <a:chOff x="3666985" y="6299593"/>
            <a:chExt cx="434975" cy="296545"/>
          </a:xfrm>
        </p:grpSpPr>
        <p:pic>
          <p:nvPicPr>
            <p:cNvPr id="85" name="object 8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66985" y="6299593"/>
              <a:ext cx="189115" cy="212128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3899446" y="6299593"/>
              <a:ext cx="202565" cy="296545"/>
            </a:xfrm>
            <a:custGeom>
              <a:avLst/>
              <a:gdLst/>
              <a:ahLst/>
              <a:cxnLst/>
              <a:rect l="l" t="t" r="r" b="b"/>
              <a:pathLst>
                <a:path w="202564" h="296545">
                  <a:moveTo>
                    <a:pt x="7137" y="225818"/>
                  </a:moveTo>
                  <a:lnTo>
                    <a:pt x="19345" y="268580"/>
                  </a:lnTo>
                  <a:lnTo>
                    <a:pt x="58785" y="291750"/>
                  </a:lnTo>
                  <a:lnTo>
                    <a:pt x="103784" y="296265"/>
                  </a:lnTo>
                  <a:lnTo>
                    <a:pt x="117161" y="295893"/>
                  </a:lnTo>
                  <a:lnTo>
                    <a:pt x="158685" y="287147"/>
                  </a:lnTo>
                  <a:lnTo>
                    <a:pt x="188909" y="261934"/>
                  </a:lnTo>
                  <a:lnTo>
                    <a:pt x="192826" y="254393"/>
                  </a:lnTo>
                  <a:lnTo>
                    <a:pt x="90550" y="254393"/>
                  </a:lnTo>
                  <a:lnTo>
                    <a:pt x="82346" y="252412"/>
                  </a:lnTo>
                  <a:lnTo>
                    <a:pt x="77190" y="248437"/>
                  </a:lnTo>
                  <a:lnTo>
                    <a:pt x="73355" y="245656"/>
                  </a:lnTo>
                  <a:lnTo>
                    <a:pt x="70904" y="240639"/>
                  </a:lnTo>
                  <a:lnTo>
                    <a:pt x="69936" y="233959"/>
                  </a:lnTo>
                  <a:lnTo>
                    <a:pt x="69850" y="233362"/>
                  </a:lnTo>
                  <a:lnTo>
                    <a:pt x="7137" y="225818"/>
                  </a:lnTo>
                  <a:close/>
                </a:path>
                <a:path w="202564" h="296545">
                  <a:moveTo>
                    <a:pt x="202399" y="178587"/>
                  </a:moveTo>
                  <a:lnTo>
                    <a:pt x="147434" y="178587"/>
                  </a:lnTo>
                  <a:lnTo>
                    <a:pt x="147434" y="221056"/>
                  </a:lnTo>
                  <a:lnTo>
                    <a:pt x="146672" y="228460"/>
                  </a:lnTo>
                  <a:lnTo>
                    <a:pt x="111836" y="253984"/>
                  </a:lnTo>
                  <a:lnTo>
                    <a:pt x="101790" y="254393"/>
                  </a:lnTo>
                  <a:lnTo>
                    <a:pt x="192839" y="254393"/>
                  </a:lnTo>
                  <a:lnTo>
                    <a:pt x="202016" y="208083"/>
                  </a:lnTo>
                  <a:lnTo>
                    <a:pt x="202347" y="193263"/>
                  </a:lnTo>
                  <a:lnTo>
                    <a:pt x="202399" y="178587"/>
                  </a:lnTo>
                  <a:close/>
                </a:path>
                <a:path w="202564" h="296545">
                  <a:moveTo>
                    <a:pt x="87503" y="0"/>
                  </a:moveTo>
                  <a:lnTo>
                    <a:pt x="38352" y="15516"/>
                  </a:lnTo>
                  <a:lnTo>
                    <a:pt x="6248" y="61266"/>
                  </a:lnTo>
                  <a:lnTo>
                    <a:pt x="189" y="104178"/>
                  </a:lnTo>
                  <a:lnTo>
                    <a:pt x="101" y="105562"/>
                  </a:lnTo>
                  <a:lnTo>
                    <a:pt x="4762" y="145403"/>
                  </a:lnTo>
                  <a:lnTo>
                    <a:pt x="32344" y="192261"/>
                  </a:lnTo>
                  <a:lnTo>
                    <a:pt x="65778" y="210032"/>
                  </a:lnTo>
                  <a:lnTo>
                    <a:pt x="66484" y="210032"/>
                  </a:lnTo>
                  <a:lnTo>
                    <a:pt x="85318" y="212128"/>
                  </a:lnTo>
                  <a:lnTo>
                    <a:pt x="103266" y="210032"/>
                  </a:lnTo>
                  <a:lnTo>
                    <a:pt x="119600" y="203744"/>
                  </a:lnTo>
                  <a:lnTo>
                    <a:pt x="134322" y="193263"/>
                  </a:lnTo>
                  <a:lnTo>
                    <a:pt x="147434" y="178587"/>
                  </a:lnTo>
                  <a:lnTo>
                    <a:pt x="202399" y="178587"/>
                  </a:lnTo>
                  <a:lnTo>
                    <a:pt x="202399" y="167868"/>
                  </a:lnTo>
                  <a:lnTo>
                    <a:pt x="100609" y="167868"/>
                  </a:lnTo>
                  <a:lnTo>
                    <a:pt x="91553" y="166913"/>
                  </a:lnTo>
                  <a:lnTo>
                    <a:pt x="59332" y="132751"/>
                  </a:lnTo>
                  <a:lnTo>
                    <a:pt x="57035" y="120014"/>
                  </a:lnTo>
                  <a:lnTo>
                    <a:pt x="56952" y="119556"/>
                  </a:lnTo>
                  <a:lnTo>
                    <a:pt x="56312" y="107149"/>
                  </a:lnTo>
                  <a:lnTo>
                    <a:pt x="56230" y="105562"/>
                  </a:lnTo>
                  <a:lnTo>
                    <a:pt x="56159" y="104178"/>
                  </a:lnTo>
                  <a:lnTo>
                    <a:pt x="63301" y="65998"/>
                  </a:lnTo>
                  <a:lnTo>
                    <a:pt x="83323" y="45985"/>
                  </a:lnTo>
                  <a:lnTo>
                    <a:pt x="83180" y="45985"/>
                  </a:lnTo>
                  <a:lnTo>
                    <a:pt x="92032" y="43043"/>
                  </a:lnTo>
                  <a:lnTo>
                    <a:pt x="91852" y="43043"/>
                  </a:lnTo>
                  <a:lnTo>
                    <a:pt x="101600" y="42062"/>
                  </a:lnTo>
                  <a:lnTo>
                    <a:pt x="202399" y="42062"/>
                  </a:lnTo>
                  <a:lnTo>
                    <a:pt x="202399" y="33731"/>
                  </a:lnTo>
                  <a:lnTo>
                    <a:pt x="151003" y="33731"/>
                  </a:lnTo>
                  <a:lnTo>
                    <a:pt x="137661" y="18972"/>
                  </a:lnTo>
                  <a:lnTo>
                    <a:pt x="122629" y="8431"/>
                  </a:lnTo>
                  <a:lnTo>
                    <a:pt x="105909" y="2107"/>
                  </a:lnTo>
                  <a:lnTo>
                    <a:pt x="87503" y="0"/>
                  </a:lnTo>
                  <a:close/>
                </a:path>
                <a:path w="202564" h="296545">
                  <a:moveTo>
                    <a:pt x="202399" y="42062"/>
                  </a:moveTo>
                  <a:lnTo>
                    <a:pt x="101600" y="42062"/>
                  </a:lnTo>
                  <a:lnTo>
                    <a:pt x="111282" y="43043"/>
                  </a:lnTo>
                  <a:lnTo>
                    <a:pt x="120097" y="45985"/>
                  </a:lnTo>
                  <a:lnTo>
                    <a:pt x="145100" y="77435"/>
                  </a:lnTo>
                  <a:lnTo>
                    <a:pt x="148348" y="104178"/>
                  </a:lnTo>
                  <a:lnTo>
                    <a:pt x="148329" y="107149"/>
                  </a:lnTo>
                  <a:lnTo>
                    <a:pt x="147585" y="119556"/>
                  </a:lnTo>
                  <a:lnTo>
                    <a:pt x="147557" y="120014"/>
                  </a:lnTo>
                  <a:lnTo>
                    <a:pt x="127203" y="159054"/>
                  </a:lnTo>
                  <a:lnTo>
                    <a:pt x="118948" y="164049"/>
                  </a:lnTo>
                  <a:lnTo>
                    <a:pt x="118816" y="164049"/>
                  </a:lnTo>
                  <a:lnTo>
                    <a:pt x="110171" y="166913"/>
                  </a:lnTo>
                  <a:lnTo>
                    <a:pt x="110007" y="166913"/>
                  </a:lnTo>
                  <a:lnTo>
                    <a:pt x="100609" y="167868"/>
                  </a:lnTo>
                  <a:lnTo>
                    <a:pt x="202399" y="167868"/>
                  </a:lnTo>
                  <a:lnTo>
                    <a:pt x="202399" y="42062"/>
                  </a:lnTo>
                  <a:close/>
                </a:path>
                <a:path w="202564" h="296545">
                  <a:moveTo>
                    <a:pt x="202399" y="4762"/>
                  </a:moveTo>
                  <a:lnTo>
                    <a:pt x="151003" y="4762"/>
                  </a:lnTo>
                  <a:lnTo>
                    <a:pt x="151003" y="33731"/>
                  </a:lnTo>
                  <a:lnTo>
                    <a:pt x="202399" y="33731"/>
                  </a:lnTo>
                  <a:lnTo>
                    <a:pt x="202399" y="4762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7" name="object 87"/>
          <p:cNvGrpSpPr/>
          <p:nvPr/>
        </p:nvGrpSpPr>
        <p:grpSpPr>
          <a:xfrm>
            <a:off x="4267847" y="6225375"/>
            <a:ext cx="876935" cy="291465"/>
            <a:chOff x="4267847" y="6225375"/>
            <a:chExt cx="876935" cy="291465"/>
          </a:xfrm>
        </p:grpSpPr>
        <p:sp>
          <p:nvSpPr>
            <p:cNvPr id="88" name="object 88"/>
            <p:cNvSpPr/>
            <p:nvPr/>
          </p:nvSpPr>
          <p:spPr>
            <a:xfrm>
              <a:off x="4267847" y="6225375"/>
              <a:ext cx="240029" cy="286385"/>
            </a:xfrm>
            <a:custGeom>
              <a:avLst/>
              <a:gdLst/>
              <a:ahLst/>
              <a:cxnLst/>
              <a:rect l="l" t="t" r="r" b="b"/>
              <a:pathLst>
                <a:path w="240029" h="286384">
                  <a:moveTo>
                    <a:pt x="114503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97434" y="286346"/>
                  </a:lnTo>
                  <a:lnTo>
                    <a:pt x="122475" y="286073"/>
                  </a:lnTo>
                  <a:lnTo>
                    <a:pt x="167093" y="284365"/>
                  </a:lnTo>
                  <a:lnTo>
                    <a:pt x="205778" y="270865"/>
                  </a:lnTo>
                  <a:lnTo>
                    <a:pt x="230593" y="241300"/>
                  </a:lnTo>
                  <a:lnTo>
                    <a:pt x="231957" y="238125"/>
                  </a:lnTo>
                  <a:lnTo>
                    <a:pt x="57746" y="238125"/>
                  </a:lnTo>
                  <a:lnTo>
                    <a:pt x="57746" y="161531"/>
                  </a:lnTo>
                  <a:lnTo>
                    <a:pt x="226400" y="161531"/>
                  </a:lnTo>
                  <a:lnTo>
                    <a:pt x="225628" y="160337"/>
                  </a:lnTo>
                  <a:lnTo>
                    <a:pt x="217915" y="151778"/>
                  </a:lnTo>
                  <a:lnTo>
                    <a:pt x="208664" y="144560"/>
                  </a:lnTo>
                  <a:lnTo>
                    <a:pt x="197874" y="138681"/>
                  </a:lnTo>
                  <a:lnTo>
                    <a:pt x="185546" y="134137"/>
                  </a:lnTo>
                  <a:lnTo>
                    <a:pt x="194297" y="129453"/>
                  </a:lnTo>
                  <a:lnTo>
                    <a:pt x="202109" y="123726"/>
                  </a:lnTo>
                  <a:lnTo>
                    <a:pt x="208980" y="116956"/>
                  </a:lnTo>
                  <a:lnTo>
                    <a:pt x="211295" y="113906"/>
                  </a:lnTo>
                  <a:lnTo>
                    <a:pt x="57746" y="113906"/>
                  </a:lnTo>
                  <a:lnTo>
                    <a:pt x="57746" y="47686"/>
                  </a:lnTo>
                  <a:lnTo>
                    <a:pt x="221257" y="47686"/>
                  </a:lnTo>
                  <a:lnTo>
                    <a:pt x="220800" y="46359"/>
                  </a:lnTo>
                  <a:lnTo>
                    <a:pt x="194868" y="14681"/>
                  </a:lnTo>
                  <a:lnTo>
                    <a:pt x="155686" y="1564"/>
                  </a:lnTo>
                  <a:lnTo>
                    <a:pt x="130388" y="173"/>
                  </a:lnTo>
                  <a:lnTo>
                    <a:pt x="114503" y="0"/>
                  </a:lnTo>
                  <a:close/>
                </a:path>
                <a:path w="240029" h="286384">
                  <a:moveTo>
                    <a:pt x="226400" y="161531"/>
                  </a:moveTo>
                  <a:lnTo>
                    <a:pt x="104381" y="161531"/>
                  </a:lnTo>
                  <a:lnTo>
                    <a:pt x="122390" y="161791"/>
                  </a:lnTo>
                  <a:lnTo>
                    <a:pt x="136926" y="162571"/>
                  </a:lnTo>
                  <a:lnTo>
                    <a:pt x="173634" y="178790"/>
                  </a:lnTo>
                  <a:lnTo>
                    <a:pt x="177876" y="184746"/>
                  </a:lnTo>
                  <a:lnTo>
                    <a:pt x="179984" y="192024"/>
                  </a:lnTo>
                  <a:lnTo>
                    <a:pt x="179984" y="200621"/>
                  </a:lnTo>
                  <a:lnTo>
                    <a:pt x="159613" y="234746"/>
                  </a:lnTo>
                  <a:lnTo>
                    <a:pt x="121710" y="238125"/>
                  </a:lnTo>
                  <a:lnTo>
                    <a:pt x="231957" y="238125"/>
                  </a:lnTo>
                  <a:lnTo>
                    <a:pt x="234585" y="232008"/>
                  </a:lnTo>
                  <a:lnTo>
                    <a:pt x="237434" y="222594"/>
                  </a:lnTo>
                  <a:lnTo>
                    <a:pt x="239143" y="213058"/>
                  </a:lnTo>
                  <a:lnTo>
                    <a:pt x="239712" y="203403"/>
                  </a:lnTo>
                  <a:lnTo>
                    <a:pt x="238878" y="192024"/>
                  </a:lnTo>
                  <a:lnTo>
                    <a:pt x="238833" y="191409"/>
                  </a:lnTo>
                  <a:lnTo>
                    <a:pt x="236194" y="180232"/>
                  </a:lnTo>
                  <a:lnTo>
                    <a:pt x="231793" y="169874"/>
                  </a:lnTo>
                  <a:lnTo>
                    <a:pt x="226400" y="161531"/>
                  </a:lnTo>
                  <a:close/>
                </a:path>
                <a:path w="240029" h="286384">
                  <a:moveTo>
                    <a:pt x="221257" y="47686"/>
                  </a:moveTo>
                  <a:lnTo>
                    <a:pt x="109305" y="47686"/>
                  </a:lnTo>
                  <a:lnTo>
                    <a:pt x="123677" y="47872"/>
                  </a:lnTo>
                  <a:lnTo>
                    <a:pt x="134008" y="48182"/>
                  </a:lnTo>
                  <a:lnTo>
                    <a:pt x="169468" y="71437"/>
                  </a:lnTo>
                  <a:lnTo>
                    <a:pt x="169468" y="89433"/>
                  </a:lnTo>
                  <a:lnTo>
                    <a:pt x="137718" y="112915"/>
                  </a:lnTo>
                  <a:lnTo>
                    <a:pt x="106896" y="113906"/>
                  </a:lnTo>
                  <a:lnTo>
                    <a:pt x="211295" y="113906"/>
                  </a:lnTo>
                  <a:lnTo>
                    <a:pt x="225831" y="72034"/>
                  </a:lnTo>
                  <a:lnTo>
                    <a:pt x="225350" y="64287"/>
                  </a:lnTo>
                  <a:lnTo>
                    <a:pt x="225272" y="63028"/>
                  </a:lnTo>
                  <a:lnTo>
                    <a:pt x="223594" y="54470"/>
                  </a:lnTo>
                  <a:lnTo>
                    <a:pt x="221428" y="48182"/>
                  </a:lnTo>
                  <a:lnTo>
                    <a:pt x="221321" y="47872"/>
                  </a:lnTo>
                  <a:lnTo>
                    <a:pt x="221257" y="4768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43463" y="6299593"/>
              <a:ext cx="214109" cy="21689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787823" y="6299593"/>
              <a:ext cx="214109" cy="21689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5022265" y="6230924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75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4" y="285038"/>
                  </a:lnTo>
                  <a:lnTo>
                    <a:pt x="101750" y="283475"/>
                  </a:lnTo>
                  <a:lnTo>
                    <a:pt x="112305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23" y="238201"/>
                  </a:lnTo>
                  <a:lnTo>
                    <a:pt x="100482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75" y="117081"/>
                  </a:lnTo>
                  <a:lnTo>
                    <a:pt x="117678" y="117081"/>
                  </a:lnTo>
                  <a:lnTo>
                    <a:pt x="117678" y="73431"/>
                  </a:lnTo>
                  <a:lnTo>
                    <a:pt x="80175" y="73431"/>
                  </a:lnTo>
                  <a:lnTo>
                    <a:pt x="801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2" name="object 92"/>
          <p:cNvGrpSpPr/>
          <p:nvPr/>
        </p:nvGrpSpPr>
        <p:grpSpPr>
          <a:xfrm>
            <a:off x="5289854" y="6225375"/>
            <a:ext cx="1133475" cy="291465"/>
            <a:chOff x="5289854" y="6225375"/>
            <a:chExt cx="1133475" cy="291465"/>
          </a:xfrm>
        </p:grpSpPr>
        <p:sp>
          <p:nvSpPr>
            <p:cNvPr id="93" name="object 93"/>
            <p:cNvSpPr/>
            <p:nvPr/>
          </p:nvSpPr>
          <p:spPr>
            <a:xfrm>
              <a:off x="5289854" y="6225375"/>
              <a:ext cx="240029" cy="286385"/>
            </a:xfrm>
            <a:custGeom>
              <a:avLst/>
              <a:gdLst/>
              <a:ahLst/>
              <a:cxnLst/>
              <a:rect l="l" t="t" r="r" b="b"/>
              <a:pathLst>
                <a:path w="240029" h="286384">
                  <a:moveTo>
                    <a:pt x="114490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97421" y="286346"/>
                  </a:lnTo>
                  <a:lnTo>
                    <a:pt x="122463" y="286073"/>
                  </a:lnTo>
                  <a:lnTo>
                    <a:pt x="167081" y="284365"/>
                  </a:lnTo>
                  <a:lnTo>
                    <a:pt x="205778" y="270865"/>
                  </a:lnTo>
                  <a:lnTo>
                    <a:pt x="230581" y="241300"/>
                  </a:lnTo>
                  <a:lnTo>
                    <a:pt x="231945" y="238125"/>
                  </a:lnTo>
                  <a:lnTo>
                    <a:pt x="57734" y="238125"/>
                  </a:lnTo>
                  <a:lnTo>
                    <a:pt x="57734" y="161531"/>
                  </a:lnTo>
                  <a:lnTo>
                    <a:pt x="226387" y="161531"/>
                  </a:lnTo>
                  <a:lnTo>
                    <a:pt x="225615" y="160337"/>
                  </a:lnTo>
                  <a:lnTo>
                    <a:pt x="217902" y="151778"/>
                  </a:lnTo>
                  <a:lnTo>
                    <a:pt x="208651" y="144560"/>
                  </a:lnTo>
                  <a:lnTo>
                    <a:pt x="197862" y="138681"/>
                  </a:lnTo>
                  <a:lnTo>
                    <a:pt x="185534" y="134137"/>
                  </a:lnTo>
                  <a:lnTo>
                    <a:pt x="194290" y="129453"/>
                  </a:lnTo>
                  <a:lnTo>
                    <a:pt x="202101" y="123726"/>
                  </a:lnTo>
                  <a:lnTo>
                    <a:pt x="208969" y="116956"/>
                  </a:lnTo>
                  <a:lnTo>
                    <a:pt x="211283" y="113906"/>
                  </a:lnTo>
                  <a:lnTo>
                    <a:pt x="57734" y="113906"/>
                  </a:lnTo>
                  <a:lnTo>
                    <a:pt x="57734" y="47686"/>
                  </a:lnTo>
                  <a:lnTo>
                    <a:pt x="221249" y="47686"/>
                  </a:lnTo>
                  <a:lnTo>
                    <a:pt x="220793" y="46359"/>
                  </a:lnTo>
                  <a:lnTo>
                    <a:pt x="194856" y="14681"/>
                  </a:lnTo>
                  <a:lnTo>
                    <a:pt x="155674" y="1564"/>
                  </a:lnTo>
                  <a:lnTo>
                    <a:pt x="130375" y="173"/>
                  </a:lnTo>
                  <a:lnTo>
                    <a:pt x="114490" y="0"/>
                  </a:lnTo>
                  <a:close/>
                </a:path>
                <a:path w="240029" h="286384">
                  <a:moveTo>
                    <a:pt x="226387" y="161531"/>
                  </a:moveTo>
                  <a:lnTo>
                    <a:pt x="104368" y="161531"/>
                  </a:lnTo>
                  <a:lnTo>
                    <a:pt x="122377" y="161791"/>
                  </a:lnTo>
                  <a:lnTo>
                    <a:pt x="136913" y="162571"/>
                  </a:lnTo>
                  <a:lnTo>
                    <a:pt x="173621" y="178790"/>
                  </a:lnTo>
                  <a:lnTo>
                    <a:pt x="177863" y="184746"/>
                  </a:lnTo>
                  <a:lnTo>
                    <a:pt x="179971" y="192024"/>
                  </a:lnTo>
                  <a:lnTo>
                    <a:pt x="179971" y="200621"/>
                  </a:lnTo>
                  <a:lnTo>
                    <a:pt x="159600" y="234746"/>
                  </a:lnTo>
                  <a:lnTo>
                    <a:pt x="121703" y="238125"/>
                  </a:lnTo>
                  <a:lnTo>
                    <a:pt x="231945" y="238125"/>
                  </a:lnTo>
                  <a:lnTo>
                    <a:pt x="234572" y="232008"/>
                  </a:lnTo>
                  <a:lnTo>
                    <a:pt x="237421" y="222594"/>
                  </a:lnTo>
                  <a:lnTo>
                    <a:pt x="239130" y="213058"/>
                  </a:lnTo>
                  <a:lnTo>
                    <a:pt x="239699" y="203403"/>
                  </a:lnTo>
                  <a:lnTo>
                    <a:pt x="238865" y="192024"/>
                  </a:lnTo>
                  <a:lnTo>
                    <a:pt x="238820" y="191409"/>
                  </a:lnTo>
                  <a:lnTo>
                    <a:pt x="236181" y="180232"/>
                  </a:lnTo>
                  <a:lnTo>
                    <a:pt x="231780" y="169874"/>
                  </a:lnTo>
                  <a:lnTo>
                    <a:pt x="226387" y="161531"/>
                  </a:lnTo>
                  <a:close/>
                </a:path>
                <a:path w="240029" h="286384">
                  <a:moveTo>
                    <a:pt x="221249" y="47686"/>
                  </a:moveTo>
                  <a:lnTo>
                    <a:pt x="109298" y="47686"/>
                  </a:lnTo>
                  <a:lnTo>
                    <a:pt x="123669" y="47872"/>
                  </a:lnTo>
                  <a:lnTo>
                    <a:pt x="133997" y="48182"/>
                  </a:lnTo>
                  <a:lnTo>
                    <a:pt x="169456" y="71437"/>
                  </a:lnTo>
                  <a:lnTo>
                    <a:pt x="169456" y="89433"/>
                  </a:lnTo>
                  <a:lnTo>
                    <a:pt x="137706" y="112915"/>
                  </a:lnTo>
                  <a:lnTo>
                    <a:pt x="106889" y="113906"/>
                  </a:lnTo>
                  <a:lnTo>
                    <a:pt x="211283" y="113906"/>
                  </a:lnTo>
                  <a:lnTo>
                    <a:pt x="225818" y="72034"/>
                  </a:lnTo>
                  <a:lnTo>
                    <a:pt x="225337" y="64287"/>
                  </a:lnTo>
                  <a:lnTo>
                    <a:pt x="225259" y="63028"/>
                  </a:lnTo>
                  <a:lnTo>
                    <a:pt x="223583" y="54470"/>
                  </a:lnTo>
                  <a:lnTo>
                    <a:pt x="221420" y="48182"/>
                  </a:lnTo>
                  <a:lnTo>
                    <a:pt x="221313" y="47872"/>
                  </a:lnTo>
                  <a:lnTo>
                    <a:pt x="221249" y="4768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563666" y="6299593"/>
              <a:ext cx="194665" cy="21689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788545" y="6299593"/>
              <a:ext cx="195656" cy="216890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6021146" y="6225375"/>
              <a:ext cx="192405" cy="286385"/>
            </a:xfrm>
            <a:custGeom>
              <a:avLst/>
              <a:gdLst/>
              <a:ahLst/>
              <a:cxnLst/>
              <a:rect l="l" t="t" r="r" b="b"/>
              <a:pathLst>
                <a:path w="192404" h="286384">
                  <a:moveTo>
                    <a:pt x="54775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219862"/>
                  </a:lnTo>
                  <a:lnTo>
                    <a:pt x="80365" y="193078"/>
                  </a:lnTo>
                  <a:lnTo>
                    <a:pt x="132562" y="286346"/>
                  </a:lnTo>
                  <a:lnTo>
                    <a:pt x="191897" y="286346"/>
                  </a:lnTo>
                  <a:lnTo>
                    <a:pt x="115887" y="154774"/>
                  </a:lnTo>
                  <a:lnTo>
                    <a:pt x="186728" y="78981"/>
                  </a:lnTo>
                  <a:lnTo>
                    <a:pt x="119062" y="78981"/>
                  </a:lnTo>
                  <a:lnTo>
                    <a:pt x="54775" y="152006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229552" y="6299593"/>
              <a:ext cx="193675" cy="216890"/>
            </a:xfrm>
            <a:prstGeom prst="rect">
              <a:avLst/>
            </a:prstGeom>
          </p:spPr>
        </p:pic>
      </p:grpSp>
      <p:grpSp>
        <p:nvGrpSpPr>
          <p:cNvPr id="98" name="object 98"/>
          <p:cNvGrpSpPr/>
          <p:nvPr/>
        </p:nvGrpSpPr>
        <p:grpSpPr>
          <a:xfrm>
            <a:off x="6467716" y="6225375"/>
            <a:ext cx="434975" cy="291465"/>
            <a:chOff x="6467716" y="6225375"/>
            <a:chExt cx="434975" cy="291465"/>
          </a:xfrm>
        </p:grpSpPr>
        <p:pic>
          <p:nvPicPr>
            <p:cNvPr id="99" name="object 9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467716" y="6299593"/>
              <a:ext cx="189102" cy="212128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6700280" y="6225375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87399" y="74218"/>
                  </a:moveTo>
                  <a:lnTo>
                    <a:pt x="68367" y="76028"/>
                  </a:lnTo>
                  <a:lnTo>
                    <a:pt x="68997" y="76028"/>
                  </a:lnTo>
                  <a:lnTo>
                    <a:pt x="52777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3" y="206149"/>
                  </a:lnTo>
                  <a:lnTo>
                    <a:pt x="14180" y="246431"/>
                  </a:lnTo>
                  <a:lnTo>
                    <a:pt x="53420" y="283916"/>
                  </a:lnTo>
                  <a:lnTo>
                    <a:pt x="86612" y="291109"/>
                  </a:lnTo>
                  <a:lnTo>
                    <a:pt x="95327" y="290563"/>
                  </a:lnTo>
                  <a:lnTo>
                    <a:pt x="137606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80" y="246431"/>
                  </a:lnTo>
                  <a:lnTo>
                    <a:pt x="91254" y="246431"/>
                  </a:lnTo>
                  <a:lnTo>
                    <a:pt x="80957" y="242289"/>
                  </a:lnTo>
                  <a:lnTo>
                    <a:pt x="58132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46" y="90511"/>
                  </a:lnTo>
                  <a:lnTo>
                    <a:pt x="119795" y="81459"/>
                  </a:lnTo>
                  <a:lnTo>
                    <a:pt x="104180" y="76028"/>
                  </a:lnTo>
                  <a:lnTo>
                    <a:pt x="87399" y="74218"/>
                  </a:lnTo>
                  <a:close/>
                </a:path>
                <a:path w="202565" h="291465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5" h="291465">
                  <a:moveTo>
                    <a:pt x="202296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3" y="152647"/>
                  </a:lnTo>
                  <a:lnTo>
                    <a:pt x="147647" y="181762"/>
                  </a:lnTo>
                  <a:lnTo>
                    <a:pt x="147724" y="183349"/>
                  </a:lnTo>
                  <a:lnTo>
                    <a:pt x="140245" y="222535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5" h="291465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/>
          <p:cNvSpPr/>
          <p:nvPr/>
        </p:nvSpPr>
        <p:spPr>
          <a:xfrm>
            <a:off x="7038416" y="6387503"/>
            <a:ext cx="222885" cy="41275"/>
          </a:xfrm>
          <a:custGeom>
            <a:avLst/>
            <a:gdLst/>
            <a:ahLst/>
            <a:cxnLst/>
            <a:rect l="l" t="t" r="r" b="b"/>
            <a:pathLst>
              <a:path w="222884" h="41275">
                <a:moveTo>
                  <a:pt x="222453" y="0"/>
                </a:moveTo>
                <a:lnTo>
                  <a:pt x="0" y="0"/>
                </a:lnTo>
                <a:lnTo>
                  <a:pt x="0" y="41071"/>
                </a:lnTo>
                <a:lnTo>
                  <a:pt x="222453" y="41071"/>
                </a:lnTo>
                <a:lnTo>
                  <a:pt x="222453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2" name="object 102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400035" y="6299593"/>
            <a:ext cx="1932863" cy="291109"/>
          </a:xfrm>
          <a:prstGeom prst="rect">
            <a:avLst/>
          </a:prstGeom>
        </p:spPr>
      </p:pic>
      <p:grpSp>
        <p:nvGrpSpPr>
          <p:cNvPr id="103" name="object 103"/>
          <p:cNvGrpSpPr/>
          <p:nvPr/>
        </p:nvGrpSpPr>
        <p:grpSpPr>
          <a:xfrm>
            <a:off x="9489732" y="6299593"/>
            <a:ext cx="570865" cy="291465"/>
            <a:chOff x="9489732" y="6299593"/>
            <a:chExt cx="570865" cy="291465"/>
          </a:xfrm>
        </p:grpSpPr>
        <p:pic>
          <p:nvPicPr>
            <p:cNvPr id="104" name="object 10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489732" y="6299593"/>
              <a:ext cx="335661" cy="216890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9859365" y="6299593"/>
              <a:ext cx="201295" cy="291465"/>
            </a:xfrm>
            <a:custGeom>
              <a:avLst/>
              <a:gdLst/>
              <a:ahLst/>
              <a:cxnLst/>
              <a:rect l="l" t="t" r="r" b="b"/>
              <a:pathLst>
                <a:path w="201295" h="291465">
                  <a:moveTo>
                    <a:pt x="201218" y="186728"/>
                  </a:moveTo>
                  <a:lnTo>
                    <a:pt x="146443" y="186728"/>
                  </a:lnTo>
                  <a:lnTo>
                    <a:pt x="146443" y="291109"/>
                  </a:lnTo>
                  <a:lnTo>
                    <a:pt x="201218" y="291109"/>
                  </a:lnTo>
                  <a:lnTo>
                    <a:pt x="201218" y="186728"/>
                  </a:lnTo>
                  <a:close/>
                </a:path>
                <a:path w="201295" h="291465">
                  <a:moveTo>
                    <a:pt x="88112" y="0"/>
                  </a:moveTo>
                  <a:lnTo>
                    <a:pt x="38663" y="15735"/>
                  </a:lnTo>
                  <a:lnTo>
                    <a:pt x="6303" y="61461"/>
                  </a:lnTo>
                  <a:lnTo>
                    <a:pt x="12" y="105765"/>
                  </a:lnTo>
                  <a:lnTo>
                    <a:pt x="0" y="105956"/>
                  </a:lnTo>
                  <a:lnTo>
                    <a:pt x="1674" y="131173"/>
                  </a:lnTo>
                  <a:lnTo>
                    <a:pt x="14707" y="172488"/>
                  </a:lnTo>
                  <a:lnTo>
                    <a:pt x="39072" y="201931"/>
                  </a:lnTo>
                  <a:lnTo>
                    <a:pt x="85128" y="216890"/>
                  </a:lnTo>
                  <a:lnTo>
                    <a:pt x="94208" y="216381"/>
                  </a:lnTo>
                  <a:lnTo>
                    <a:pt x="134394" y="199177"/>
                  </a:lnTo>
                  <a:lnTo>
                    <a:pt x="146443" y="186728"/>
                  </a:lnTo>
                  <a:lnTo>
                    <a:pt x="201218" y="186728"/>
                  </a:lnTo>
                  <a:lnTo>
                    <a:pt x="201218" y="173431"/>
                  </a:lnTo>
                  <a:lnTo>
                    <a:pt x="100812" y="173431"/>
                  </a:lnTo>
                  <a:lnTo>
                    <a:pt x="91671" y="172488"/>
                  </a:lnTo>
                  <a:lnTo>
                    <a:pt x="59183" y="138456"/>
                  </a:lnTo>
                  <a:lnTo>
                    <a:pt x="55956" y="108940"/>
                  </a:lnTo>
                  <a:lnTo>
                    <a:pt x="56787" y="92941"/>
                  </a:lnTo>
                  <a:lnTo>
                    <a:pt x="76401" y="51984"/>
                  </a:lnTo>
                  <a:lnTo>
                    <a:pt x="102590" y="43052"/>
                  </a:lnTo>
                  <a:lnTo>
                    <a:pt x="201218" y="43052"/>
                  </a:lnTo>
                  <a:lnTo>
                    <a:pt x="201218" y="35318"/>
                  </a:lnTo>
                  <a:lnTo>
                    <a:pt x="150812" y="35318"/>
                  </a:lnTo>
                  <a:lnTo>
                    <a:pt x="144661" y="27046"/>
                  </a:lnTo>
                  <a:lnTo>
                    <a:pt x="138114" y="19889"/>
                  </a:lnTo>
                  <a:lnTo>
                    <a:pt x="98080" y="557"/>
                  </a:lnTo>
                  <a:lnTo>
                    <a:pt x="88112" y="0"/>
                  </a:lnTo>
                  <a:close/>
                </a:path>
                <a:path w="201295" h="291465">
                  <a:moveTo>
                    <a:pt x="201218" y="43052"/>
                  </a:moveTo>
                  <a:lnTo>
                    <a:pt x="102590" y="43052"/>
                  </a:lnTo>
                  <a:lnTo>
                    <a:pt x="112229" y="44045"/>
                  </a:lnTo>
                  <a:lnTo>
                    <a:pt x="112067" y="44045"/>
                  </a:lnTo>
                  <a:lnTo>
                    <a:pt x="120841" y="47023"/>
                  </a:lnTo>
                  <a:lnTo>
                    <a:pt x="120710" y="47023"/>
                  </a:lnTo>
                  <a:lnTo>
                    <a:pt x="128270" y="51764"/>
                  </a:lnTo>
                  <a:lnTo>
                    <a:pt x="147415" y="90906"/>
                  </a:lnTo>
                  <a:lnTo>
                    <a:pt x="148234" y="105765"/>
                  </a:lnTo>
                  <a:lnTo>
                    <a:pt x="147341" y="121591"/>
                  </a:lnTo>
                  <a:lnTo>
                    <a:pt x="126517" y="163942"/>
                  </a:lnTo>
                  <a:lnTo>
                    <a:pt x="109646" y="172488"/>
                  </a:lnTo>
                  <a:lnTo>
                    <a:pt x="108981" y="172488"/>
                  </a:lnTo>
                  <a:lnTo>
                    <a:pt x="100812" y="173431"/>
                  </a:lnTo>
                  <a:lnTo>
                    <a:pt x="201218" y="173431"/>
                  </a:lnTo>
                  <a:lnTo>
                    <a:pt x="201218" y="43052"/>
                  </a:lnTo>
                  <a:close/>
                </a:path>
                <a:path w="201295" h="291465">
                  <a:moveTo>
                    <a:pt x="201218" y="4762"/>
                  </a:moveTo>
                  <a:lnTo>
                    <a:pt x="150812" y="4762"/>
                  </a:lnTo>
                  <a:lnTo>
                    <a:pt x="150812" y="35318"/>
                  </a:lnTo>
                  <a:lnTo>
                    <a:pt x="201218" y="35318"/>
                  </a:lnTo>
                  <a:lnTo>
                    <a:pt x="201218" y="4762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" name="object 106"/>
          <p:cNvGrpSpPr/>
          <p:nvPr/>
        </p:nvGrpSpPr>
        <p:grpSpPr>
          <a:xfrm>
            <a:off x="10113454" y="6230924"/>
            <a:ext cx="998219" cy="285750"/>
            <a:chOff x="10113454" y="6230924"/>
            <a:chExt cx="998219" cy="285750"/>
          </a:xfrm>
        </p:grpSpPr>
        <p:pic>
          <p:nvPicPr>
            <p:cNvPr id="107" name="object 10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0113454" y="6304356"/>
              <a:ext cx="188721" cy="212128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342943" y="6299593"/>
              <a:ext cx="193675" cy="21689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562056" y="6299593"/>
              <a:ext cx="193865" cy="216890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10781360" y="6230924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75" y="0"/>
                  </a:moveTo>
                  <a:lnTo>
                    <a:pt x="25209" y="32156"/>
                  </a:lnTo>
                  <a:lnTo>
                    <a:pt x="25209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209" y="117081"/>
                  </a:lnTo>
                  <a:lnTo>
                    <a:pt x="25209" y="207568"/>
                  </a:lnTo>
                  <a:lnTo>
                    <a:pt x="26797" y="246265"/>
                  </a:lnTo>
                  <a:lnTo>
                    <a:pt x="51993" y="280593"/>
                  </a:lnTo>
                  <a:lnTo>
                    <a:pt x="78790" y="285559"/>
                  </a:lnTo>
                  <a:lnTo>
                    <a:pt x="90579" y="285038"/>
                  </a:lnTo>
                  <a:lnTo>
                    <a:pt x="101752" y="283475"/>
                  </a:lnTo>
                  <a:lnTo>
                    <a:pt x="112305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23" y="238201"/>
                  </a:lnTo>
                  <a:lnTo>
                    <a:pt x="100482" y="239915"/>
                  </a:lnTo>
                  <a:lnTo>
                    <a:pt x="91744" y="239915"/>
                  </a:lnTo>
                  <a:lnTo>
                    <a:pt x="88646" y="239052"/>
                  </a:lnTo>
                  <a:lnTo>
                    <a:pt x="80175" y="117081"/>
                  </a:lnTo>
                  <a:lnTo>
                    <a:pt x="117678" y="117081"/>
                  </a:lnTo>
                  <a:lnTo>
                    <a:pt x="117678" y="73431"/>
                  </a:lnTo>
                  <a:lnTo>
                    <a:pt x="80175" y="73431"/>
                  </a:lnTo>
                  <a:lnTo>
                    <a:pt x="801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917758" y="6299593"/>
              <a:ext cx="193878" cy="216890"/>
            </a:xfrm>
            <a:prstGeom prst="rect">
              <a:avLst/>
            </a:prstGeom>
          </p:spPr>
        </p:pic>
      </p:grpSp>
      <p:grpSp>
        <p:nvGrpSpPr>
          <p:cNvPr id="112" name="object 112"/>
          <p:cNvGrpSpPr/>
          <p:nvPr/>
        </p:nvGrpSpPr>
        <p:grpSpPr>
          <a:xfrm>
            <a:off x="11256353" y="6225375"/>
            <a:ext cx="671830" cy="291465"/>
            <a:chOff x="11256353" y="6225375"/>
            <a:chExt cx="671830" cy="291465"/>
          </a:xfrm>
        </p:grpSpPr>
        <p:pic>
          <p:nvPicPr>
            <p:cNvPr id="113" name="object 11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1256353" y="6299593"/>
              <a:ext cx="194665" cy="216890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1492928" y="6299593"/>
              <a:ext cx="189115" cy="212128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11725493" y="6225375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87412" y="74218"/>
                  </a:moveTo>
                  <a:lnTo>
                    <a:pt x="68372" y="76028"/>
                  </a:lnTo>
                  <a:lnTo>
                    <a:pt x="69002" y="76028"/>
                  </a:lnTo>
                  <a:lnTo>
                    <a:pt x="52779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3" y="271362"/>
                  </a:lnTo>
                  <a:lnTo>
                    <a:pt x="151509" y="255790"/>
                  </a:lnTo>
                  <a:lnTo>
                    <a:pt x="202309" y="255790"/>
                  </a:lnTo>
                  <a:lnTo>
                    <a:pt x="202309" y="247650"/>
                  </a:lnTo>
                  <a:lnTo>
                    <a:pt x="102296" y="247650"/>
                  </a:lnTo>
                  <a:lnTo>
                    <a:pt x="91986" y="246431"/>
                  </a:lnTo>
                  <a:lnTo>
                    <a:pt x="91259" y="246431"/>
                  </a:lnTo>
                  <a:lnTo>
                    <a:pt x="80959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80" y="125105"/>
                  </a:lnTo>
                  <a:lnTo>
                    <a:pt x="101890" y="116281"/>
                  </a:lnTo>
                  <a:lnTo>
                    <a:pt x="202309" y="116281"/>
                  </a:lnTo>
                  <a:lnTo>
                    <a:pt x="202309" y="103187"/>
                  </a:lnTo>
                  <a:lnTo>
                    <a:pt x="147534" y="103187"/>
                  </a:lnTo>
                  <a:lnTo>
                    <a:pt x="134253" y="90511"/>
                  </a:lnTo>
                  <a:lnTo>
                    <a:pt x="119806" y="81459"/>
                  </a:lnTo>
                  <a:lnTo>
                    <a:pt x="104192" y="76028"/>
                  </a:lnTo>
                  <a:lnTo>
                    <a:pt x="87412" y="74218"/>
                  </a:lnTo>
                  <a:close/>
                </a:path>
                <a:path w="202565" h="291465">
                  <a:moveTo>
                    <a:pt x="202309" y="255790"/>
                  </a:moveTo>
                  <a:lnTo>
                    <a:pt x="151509" y="255790"/>
                  </a:lnTo>
                  <a:lnTo>
                    <a:pt x="151509" y="286346"/>
                  </a:lnTo>
                  <a:lnTo>
                    <a:pt x="202309" y="286346"/>
                  </a:lnTo>
                  <a:lnTo>
                    <a:pt x="202309" y="255790"/>
                  </a:lnTo>
                  <a:close/>
                </a:path>
                <a:path w="202565" h="291465">
                  <a:moveTo>
                    <a:pt x="202309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9" y="152647"/>
                  </a:lnTo>
                  <a:lnTo>
                    <a:pt x="147737" y="183349"/>
                  </a:lnTo>
                  <a:lnTo>
                    <a:pt x="146906" y="198423"/>
                  </a:lnTo>
                  <a:lnTo>
                    <a:pt x="127444" y="238606"/>
                  </a:lnTo>
                  <a:lnTo>
                    <a:pt x="102296" y="247650"/>
                  </a:lnTo>
                  <a:lnTo>
                    <a:pt x="202309" y="247650"/>
                  </a:lnTo>
                  <a:lnTo>
                    <a:pt x="202309" y="116281"/>
                  </a:lnTo>
                  <a:close/>
                </a:path>
                <a:path w="202565" h="291465">
                  <a:moveTo>
                    <a:pt x="202309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309" y="103187"/>
                  </a:lnTo>
                  <a:lnTo>
                    <a:pt x="20230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6" name="object 116"/>
          <p:cNvGrpSpPr/>
          <p:nvPr/>
        </p:nvGrpSpPr>
        <p:grpSpPr>
          <a:xfrm>
            <a:off x="12081103" y="6299593"/>
            <a:ext cx="668020" cy="217170"/>
            <a:chOff x="12081103" y="6299593"/>
            <a:chExt cx="668020" cy="217170"/>
          </a:xfrm>
        </p:grpSpPr>
        <p:pic>
          <p:nvPicPr>
            <p:cNvPr id="117" name="object 11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081103" y="6299593"/>
              <a:ext cx="195656" cy="21689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2302998" y="6299593"/>
              <a:ext cx="214109" cy="21689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559665" y="6299593"/>
              <a:ext cx="189102" cy="212128"/>
            </a:xfrm>
            <a:prstGeom prst="rect">
              <a:avLst/>
            </a:prstGeom>
          </p:spPr>
        </p:pic>
      </p:grpSp>
      <p:grpSp>
        <p:nvGrpSpPr>
          <p:cNvPr id="120" name="object 120"/>
          <p:cNvGrpSpPr/>
          <p:nvPr/>
        </p:nvGrpSpPr>
        <p:grpSpPr>
          <a:xfrm>
            <a:off x="12804025" y="6230924"/>
            <a:ext cx="997585" cy="285750"/>
            <a:chOff x="12804025" y="6230924"/>
            <a:chExt cx="997585" cy="285750"/>
          </a:xfrm>
        </p:grpSpPr>
        <p:pic>
          <p:nvPicPr>
            <p:cNvPr id="121" name="object 12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2804025" y="6299593"/>
              <a:ext cx="189115" cy="212128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3032714" y="6299593"/>
              <a:ext cx="193675" cy="216890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3259168" y="6299593"/>
              <a:ext cx="195656" cy="216890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13471143" y="6230924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5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2" y="285038"/>
                  </a:lnTo>
                  <a:lnTo>
                    <a:pt x="101746" y="283475"/>
                  </a:lnTo>
                  <a:lnTo>
                    <a:pt x="112300" y="280871"/>
                  </a:lnTo>
                  <a:lnTo>
                    <a:pt x="122237" y="277228"/>
                  </a:lnTo>
                  <a:lnTo>
                    <a:pt x="117474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3607529" y="6299593"/>
              <a:ext cx="193878" cy="216890"/>
            </a:xfrm>
            <a:prstGeom prst="rect">
              <a:avLst/>
            </a:prstGeom>
          </p:spPr>
        </p:pic>
      </p:grpSp>
      <p:grpSp>
        <p:nvGrpSpPr>
          <p:cNvPr id="126" name="object 126"/>
          <p:cNvGrpSpPr/>
          <p:nvPr/>
        </p:nvGrpSpPr>
        <p:grpSpPr>
          <a:xfrm>
            <a:off x="13941170" y="6230924"/>
            <a:ext cx="1343660" cy="365125"/>
            <a:chOff x="13941170" y="6230924"/>
            <a:chExt cx="1343660" cy="365125"/>
          </a:xfrm>
        </p:grpSpPr>
        <p:pic>
          <p:nvPicPr>
            <p:cNvPr id="127" name="object 12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3941170" y="6299593"/>
              <a:ext cx="193878" cy="216890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14157108" y="6304356"/>
              <a:ext cx="213360" cy="292100"/>
            </a:xfrm>
            <a:custGeom>
              <a:avLst/>
              <a:gdLst/>
              <a:ahLst/>
              <a:cxnLst/>
              <a:rect l="l" t="t" r="r" b="b"/>
              <a:pathLst>
                <a:path w="213359" h="292100">
                  <a:moveTo>
                    <a:pt x="213321" y="0"/>
                  </a:moveTo>
                  <a:lnTo>
                    <a:pt x="156375" y="0"/>
                  </a:lnTo>
                  <a:lnTo>
                    <a:pt x="107950" y="147231"/>
                  </a:lnTo>
                  <a:lnTo>
                    <a:pt x="58343" y="0"/>
                  </a:lnTo>
                  <a:lnTo>
                    <a:pt x="0" y="0"/>
                  </a:lnTo>
                  <a:lnTo>
                    <a:pt x="78778" y="207962"/>
                  </a:lnTo>
                  <a:lnTo>
                    <a:pt x="76111" y="216292"/>
                  </a:lnTo>
                  <a:lnTo>
                    <a:pt x="45418" y="247133"/>
                  </a:lnTo>
                  <a:lnTo>
                    <a:pt x="36512" y="247840"/>
                  </a:lnTo>
                  <a:lnTo>
                    <a:pt x="29629" y="247840"/>
                  </a:lnTo>
                  <a:lnTo>
                    <a:pt x="21894" y="246989"/>
                  </a:lnTo>
                  <a:lnTo>
                    <a:pt x="13296" y="245262"/>
                  </a:lnTo>
                  <a:lnTo>
                    <a:pt x="18059" y="288328"/>
                  </a:lnTo>
                  <a:lnTo>
                    <a:pt x="25736" y="289718"/>
                  </a:lnTo>
                  <a:lnTo>
                    <a:pt x="33488" y="290710"/>
                  </a:lnTo>
                  <a:lnTo>
                    <a:pt x="41314" y="291305"/>
                  </a:lnTo>
                  <a:lnTo>
                    <a:pt x="49212" y="291503"/>
                  </a:lnTo>
                  <a:lnTo>
                    <a:pt x="56839" y="291291"/>
                  </a:lnTo>
                  <a:lnTo>
                    <a:pt x="103720" y="275031"/>
                  </a:lnTo>
                  <a:lnTo>
                    <a:pt x="127000" y="235737"/>
                  </a:lnTo>
                  <a:lnTo>
                    <a:pt x="21332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4386140" y="6299593"/>
              <a:ext cx="193878" cy="216890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14605456" y="6230924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5" h="285750">
                  <a:moveTo>
                    <a:pt x="80175" y="0"/>
                  </a:moveTo>
                  <a:lnTo>
                    <a:pt x="25209" y="32156"/>
                  </a:lnTo>
                  <a:lnTo>
                    <a:pt x="25209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209" y="117081"/>
                  </a:lnTo>
                  <a:lnTo>
                    <a:pt x="25209" y="207568"/>
                  </a:lnTo>
                  <a:lnTo>
                    <a:pt x="26796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4" y="285038"/>
                  </a:lnTo>
                  <a:lnTo>
                    <a:pt x="101750" y="283475"/>
                  </a:lnTo>
                  <a:lnTo>
                    <a:pt x="112305" y="280871"/>
                  </a:lnTo>
                  <a:lnTo>
                    <a:pt x="122237" y="277228"/>
                  </a:lnTo>
                  <a:lnTo>
                    <a:pt x="117474" y="234759"/>
                  </a:lnTo>
                  <a:lnTo>
                    <a:pt x="107822" y="238201"/>
                  </a:lnTo>
                  <a:lnTo>
                    <a:pt x="100482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75" y="117081"/>
                  </a:lnTo>
                  <a:lnTo>
                    <a:pt x="117678" y="117081"/>
                  </a:lnTo>
                  <a:lnTo>
                    <a:pt x="117678" y="73431"/>
                  </a:lnTo>
                  <a:lnTo>
                    <a:pt x="80175" y="73431"/>
                  </a:lnTo>
                  <a:lnTo>
                    <a:pt x="801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4745233" y="6299593"/>
              <a:ext cx="193713" cy="216890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14979586" y="6299593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4" h="212725">
                  <a:moveTo>
                    <a:pt x="237108" y="0"/>
                  </a:moveTo>
                  <a:lnTo>
                    <a:pt x="195669" y="12919"/>
                  </a:lnTo>
                  <a:lnTo>
                    <a:pt x="173862" y="32931"/>
                  </a:lnTo>
                  <a:lnTo>
                    <a:pt x="168862" y="25220"/>
                  </a:lnTo>
                  <a:lnTo>
                    <a:pt x="133873" y="2079"/>
                  </a:lnTo>
                  <a:lnTo>
                    <a:pt x="115315" y="0"/>
                  </a:lnTo>
                  <a:lnTo>
                    <a:pt x="97196" y="2057"/>
                  </a:lnTo>
                  <a:lnTo>
                    <a:pt x="80375" y="8231"/>
                  </a:lnTo>
                  <a:lnTo>
                    <a:pt x="64863" y="18521"/>
                  </a:lnTo>
                  <a:lnTo>
                    <a:pt x="50672" y="32931"/>
                  </a:lnTo>
                  <a:lnTo>
                    <a:pt x="50672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90" y="212128"/>
                  </a:lnTo>
                  <a:lnTo>
                    <a:pt x="54990" y="111315"/>
                  </a:lnTo>
                  <a:lnTo>
                    <a:pt x="55272" y="97413"/>
                  </a:lnTo>
                  <a:lnTo>
                    <a:pt x="67055" y="53505"/>
                  </a:lnTo>
                  <a:lnTo>
                    <a:pt x="88264" y="42062"/>
                  </a:lnTo>
                  <a:lnTo>
                    <a:pt x="103631" y="42062"/>
                  </a:lnTo>
                  <a:lnTo>
                    <a:pt x="125285" y="84679"/>
                  </a:lnTo>
                  <a:lnTo>
                    <a:pt x="125475" y="98425"/>
                  </a:lnTo>
                  <a:lnTo>
                    <a:pt x="125475" y="212128"/>
                  </a:lnTo>
                  <a:lnTo>
                    <a:pt x="180466" y="212128"/>
                  </a:lnTo>
                  <a:lnTo>
                    <a:pt x="180466" y="112509"/>
                  </a:lnTo>
                  <a:lnTo>
                    <a:pt x="180730" y="98814"/>
                  </a:lnTo>
                  <a:lnTo>
                    <a:pt x="187832" y="60515"/>
                  </a:lnTo>
                  <a:lnTo>
                    <a:pt x="213359" y="42062"/>
                  </a:lnTo>
                  <a:lnTo>
                    <a:pt x="221106" y="42062"/>
                  </a:lnTo>
                  <a:lnTo>
                    <a:pt x="249939" y="79448"/>
                  </a:lnTo>
                  <a:lnTo>
                    <a:pt x="250316" y="93459"/>
                  </a:lnTo>
                  <a:lnTo>
                    <a:pt x="250316" y="212128"/>
                  </a:lnTo>
                  <a:lnTo>
                    <a:pt x="305180" y="212128"/>
                  </a:lnTo>
                  <a:lnTo>
                    <a:pt x="305180" y="79565"/>
                  </a:lnTo>
                  <a:lnTo>
                    <a:pt x="304823" y="65716"/>
                  </a:lnTo>
                  <a:lnTo>
                    <a:pt x="295060" y="28040"/>
                  </a:lnTo>
                  <a:lnTo>
                    <a:pt x="258238" y="2332"/>
                  </a:lnTo>
                  <a:lnTo>
                    <a:pt x="248108" y="583"/>
                  </a:lnTo>
                  <a:lnTo>
                    <a:pt x="23710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3" name="object 133"/>
          <p:cNvGrpSpPr/>
          <p:nvPr/>
        </p:nvGrpSpPr>
        <p:grpSpPr>
          <a:xfrm>
            <a:off x="2885191" y="6788239"/>
            <a:ext cx="794385" cy="291465"/>
            <a:chOff x="2885191" y="6788239"/>
            <a:chExt cx="794385" cy="291465"/>
          </a:xfrm>
        </p:grpSpPr>
        <p:sp>
          <p:nvSpPr>
            <p:cNvPr id="134" name="object 134"/>
            <p:cNvSpPr/>
            <p:nvPr/>
          </p:nvSpPr>
          <p:spPr>
            <a:xfrm>
              <a:off x="2885191" y="6862457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5" h="212725">
                  <a:moveTo>
                    <a:pt x="237131" y="0"/>
                  </a:moveTo>
                  <a:lnTo>
                    <a:pt x="195597" y="12919"/>
                  </a:lnTo>
                  <a:lnTo>
                    <a:pt x="173831" y="32931"/>
                  </a:lnTo>
                  <a:lnTo>
                    <a:pt x="168832" y="25220"/>
                  </a:lnTo>
                  <a:lnTo>
                    <a:pt x="133845" y="2084"/>
                  </a:lnTo>
                  <a:lnTo>
                    <a:pt x="115291" y="0"/>
                  </a:lnTo>
                  <a:lnTo>
                    <a:pt x="97184" y="2057"/>
                  </a:lnTo>
                  <a:lnTo>
                    <a:pt x="80366" y="8231"/>
                  </a:lnTo>
                  <a:lnTo>
                    <a:pt x="64838" y="18521"/>
                  </a:lnTo>
                  <a:lnTo>
                    <a:pt x="50600" y="32931"/>
                  </a:lnTo>
                  <a:lnTo>
                    <a:pt x="50600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66" y="212128"/>
                  </a:lnTo>
                  <a:lnTo>
                    <a:pt x="54966" y="111315"/>
                  </a:lnTo>
                  <a:lnTo>
                    <a:pt x="55239" y="97413"/>
                  </a:lnTo>
                  <a:lnTo>
                    <a:pt x="67071" y="53505"/>
                  </a:lnTo>
                  <a:lnTo>
                    <a:pt x="88172" y="42062"/>
                  </a:lnTo>
                  <a:lnTo>
                    <a:pt x="103649" y="42062"/>
                  </a:lnTo>
                  <a:lnTo>
                    <a:pt x="125226" y="84679"/>
                  </a:lnTo>
                  <a:lnTo>
                    <a:pt x="125412" y="98425"/>
                  </a:lnTo>
                  <a:lnTo>
                    <a:pt x="125412" y="212128"/>
                  </a:lnTo>
                  <a:lnTo>
                    <a:pt x="180379" y="212128"/>
                  </a:lnTo>
                  <a:lnTo>
                    <a:pt x="180379" y="112509"/>
                  </a:lnTo>
                  <a:lnTo>
                    <a:pt x="180652" y="98814"/>
                  </a:lnTo>
                  <a:lnTo>
                    <a:pt x="187787" y="60515"/>
                  </a:lnTo>
                  <a:lnTo>
                    <a:pt x="213385" y="42062"/>
                  </a:lnTo>
                  <a:lnTo>
                    <a:pt x="221058" y="42062"/>
                  </a:lnTo>
                  <a:lnTo>
                    <a:pt x="249869" y="79448"/>
                  </a:lnTo>
                  <a:lnTo>
                    <a:pt x="250229" y="93459"/>
                  </a:lnTo>
                  <a:lnTo>
                    <a:pt x="250229" y="212128"/>
                  </a:lnTo>
                  <a:lnTo>
                    <a:pt x="305196" y="212128"/>
                  </a:lnTo>
                  <a:lnTo>
                    <a:pt x="305196" y="79565"/>
                  </a:lnTo>
                  <a:lnTo>
                    <a:pt x="304836" y="65716"/>
                  </a:lnTo>
                  <a:lnTo>
                    <a:pt x="295063" y="28040"/>
                  </a:lnTo>
                  <a:lnTo>
                    <a:pt x="258216" y="2332"/>
                  </a:lnTo>
                  <a:lnTo>
                    <a:pt x="248107" y="583"/>
                  </a:lnTo>
                  <a:lnTo>
                    <a:pt x="2371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232364" y="6862457"/>
              <a:ext cx="214114" cy="216890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3477223" y="6788239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4" h="291465">
                  <a:moveTo>
                    <a:pt x="87412" y="74218"/>
                  </a:moveTo>
                  <a:lnTo>
                    <a:pt x="68374" y="76028"/>
                  </a:lnTo>
                  <a:lnTo>
                    <a:pt x="69004" y="76028"/>
                  </a:lnTo>
                  <a:lnTo>
                    <a:pt x="52785" y="81114"/>
                  </a:lnTo>
                  <a:lnTo>
                    <a:pt x="13853" y="117066"/>
                  </a:lnTo>
                  <a:lnTo>
                    <a:pt x="1447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31" y="283916"/>
                  </a:lnTo>
                  <a:lnTo>
                    <a:pt x="86624" y="291109"/>
                  </a:lnTo>
                  <a:lnTo>
                    <a:pt x="95339" y="290563"/>
                  </a:lnTo>
                  <a:lnTo>
                    <a:pt x="137618" y="271362"/>
                  </a:lnTo>
                  <a:lnTo>
                    <a:pt x="151509" y="255790"/>
                  </a:lnTo>
                  <a:lnTo>
                    <a:pt x="202309" y="255790"/>
                  </a:lnTo>
                  <a:lnTo>
                    <a:pt x="202309" y="247649"/>
                  </a:lnTo>
                  <a:lnTo>
                    <a:pt x="102296" y="247649"/>
                  </a:lnTo>
                  <a:lnTo>
                    <a:pt x="91990" y="246431"/>
                  </a:lnTo>
                  <a:lnTo>
                    <a:pt x="91264" y="246431"/>
                  </a:lnTo>
                  <a:lnTo>
                    <a:pt x="80963" y="242289"/>
                  </a:lnTo>
                  <a:lnTo>
                    <a:pt x="58143" y="206770"/>
                  </a:lnTo>
                  <a:lnTo>
                    <a:pt x="55865" y="178193"/>
                  </a:lnTo>
                  <a:lnTo>
                    <a:pt x="56682" y="163682"/>
                  </a:lnTo>
                  <a:lnTo>
                    <a:pt x="75880" y="125105"/>
                  </a:lnTo>
                  <a:lnTo>
                    <a:pt x="101903" y="116281"/>
                  </a:lnTo>
                  <a:lnTo>
                    <a:pt x="202309" y="116281"/>
                  </a:lnTo>
                  <a:lnTo>
                    <a:pt x="202309" y="103187"/>
                  </a:lnTo>
                  <a:lnTo>
                    <a:pt x="147534" y="103187"/>
                  </a:lnTo>
                  <a:lnTo>
                    <a:pt x="134253" y="90511"/>
                  </a:lnTo>
                  <a:lnTo>
                    <a:pt x="119806" y="81459"/>
                  </a:lnTo>
                  <a:lnTo>
                    <a:pt x="104192" y="76028"/>
                  </a:lnTo>
                  <a:lnTo>
                    <a:pt x="87412" y="74218"/>
                  </a:lnTo>
                  <a:close/>
                </a:path>
                <a:path w="202564" h="291465">
                  <a:moveTo>
                    <a:pt x="202309" y="255790"/>
                  </a:moveTo>
                  <a:lnTo>
                    <a:pt x="151509" y="255790"/>
                  </a:lnTo>
                  <a:lnTo>
                    <a:pt x="151509" y="286346"/>
                  </a:lnTo>
                  <a:lnTo>
                    <a:pt x="202309" y="286346"/>
                  </a:lnTo>
                  <a:lnTo>
                    <a:pt x="202309" y="255790"/>
                  </a:lnTo>
                  <a:close/>
                </a:path>
                <a:path w="202564" h="291465">
                  <a:moveTo>
                    <a:pt x="202309" y="116281"/>
                  </a:moveTo>
                  <a:lnTo>
                    <a:pt x="101903" y="116281"/>
                  </a:lnTo>
                  <a:lnTo>
                    <a:pt x="111475" y="117262"/>
                  </a:lnTo>
                  <a:lnTo>
                    <a:pt x="120154" y="120203"/>
                  </a:lnTo>
                  <a:lnTo>
                    <a:pt x="144514" y="152647"/>
                  </a:lnTo>
                  <a:lnTo>
                    <a:pt x="147737" y="183349"/>
                  </a:lnTo>
                  <a:lnTo>
                    <a:pt x="146906" y="198423"/>
                  </a:lnTo>
                  <a:lnTo>
                    <a:pt x="127446" y="238606"/>
                  </a:lnTo>
                  <a:lnTo>
                    <a:pt x="102296" y="247649"/>
                  </a:lnTo>
                  <a:lnTo>
                    <a:pt x="202309" y="247649"/>
                  </a:lnTo>
                  <a:lnTo>
                    <a:pt x="202309" y="116281"/>
                  </a:lnTo>
                  <a:close/>
                </a:path>
                <a:path w="202564" h="291465">
                  <a:moveTo>
                    <a:pt x="202309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309" y="103187"/>
                  </a:lnTo>
                  <a:lnTo>
                    <a:pt x="20230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7" name="object 137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3732606" y="6867220"/>
            <a:ext cx="188709" cy="212128"/>
          </a:xfrm>
          <a:prstGeom prst="rect">
            <a:avLst/>
          </a:prstGeom>
        </p:spPr>
      </p:pic>
      <p:grpSp>
        <p:nvGrpSpPr>
          <p:cNvPr id="138" name="object 138"/>
          <p:cNvGrpSpPr/>
          <p:nvPr/>
        </p:nvGrpSpPr>
        <p:grpSpPr>
          <a:xfrm>
            <a:off x="3978160" y="6788239"/>
            <a:ext cx="508634" cy="291465"/>
            <a:chOff x="3978160" y="6788239"/>
            <a:chExt cx="508634" cy="291465"/>
          </a:xfrm>
        </p:grpSpPr>
        <p:sp>
          <p:nvSpPr>
            <p:cNvPr id="139" name="object 139"/>
            <p:cNvSpPr/>
            <p:nvPr/>
          </p:nvSpPr>
          <p:spPr>
            <a:xfrm>
              <a:off x="3978160" y="6788239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4">
                  <a:moveTo>
                    <a:pt x="54762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0" name="object 140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073232" y="6862457"/>
              <a:ext cx="193675" cy="216890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4292345" y="6862457"/>
              <a:ext cx="193878" cy="216890"/>
            </a:xfrm>
            <a:prstGeom prst="rect">
              <a:avLst/>
            </a:prstGeom>
          </p:spPr>
        </p:pic>
      </p:grp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grpSp>
        <p:nvGrpSpPr>
          <p:cNvPr id="142" name="object 142"/>
          <p:cNvGrpSpPr/>
          <p:nvPr/>
        </p:nvGrpSpPr>
        <p:grpSpPr>
          <a:xfrm>
            <a:off x="2195948" y="7346136"/>
            <a:ext cx="844550" cy="296545"/>
            <a:chOff x="2195948" y="7346136"/>
            <a:chExt cx="844550" cy="296545"/>
          </a:xfrm>
        </p:grpSpPr>
        <p:sp>
          <p:nvSpPr>
            <p:cNvPr id="143" name="object 143"/>
            <p:cNvSpPr/>
            <p:nvPr/>
          </p:nvSpPr>
          <p:spPr>
            <a:xfrm>
              <a:off x="2195948" y="7346136"/>
              <a:ext cx="250190" cy="296545"/>
            </a:xfrm>
            <a:custGeom>
              <a:avLst/>
              <a:gdLst/>
              <a:ahLst/>
              <a:cxnLst/>
              <a:rect l="l" t="t" r="r" b="b"/>
              <a:pathLst>
                <a:path w="250189" h="296545">
                  <a:moveTo>
                    <a:pt x="134144" y="0"/>
                  </a:moveTo>
                  <a:lnTo>
                    <a:pt x="79771" y="9923"/>
                  </a:lnTo>
                  <a:lnTo>
                    <a:pt x="36909" y="39687"/>
                  </a:lnTo>
                  <a:lnTo>
                    <a:pt x="9227" y="87168"/>
                  </a:lnTo>
                  <a:lnTo>
                    <a:pt x="0" y="150622"/>
                  </a:lnTo>
                  <a:lnTo>
                    <a:pt x="2294" y="182668"/>
                  </a:lnTo>
                  <a:lnTo>
                    <a:pt x="20649" y="236046"/>
                  </a:lnTo>
                  <a:lnTo>
                    <a:pt x="56418" y="274395"/>
                  </a:lnTo>
                  <a:lnTo>
                    <a:pt x="103348" y="293836"/>
                  </a:lnTo>
                  <a:lnTo>
                    <a:pt x="130571" y="296265"/>
                  </a:lnTo>
                  <a:lnTo>
                    <a:pt x="152586" y="294841"/>
                  </a:lnTo>
                  <a:lnTo>
                    <a:pt x="190587" y="283438"/>
                  </a:lnTo>
                  <a:lnTo>
                    <a:pt x="232419" y="244632"/>
                  </a:lnTo>
                  <a:lnTo>
                    <a:pt x="249634" y="203796"/>
                  </a:lnTo>
                  <a:lnTo>
                    <a:pt x="193476" y="185940"/>
                  </a:lnTo>
                  <a:lnTo>
                    <a:pt x="189308" y="200661"/>
                  </a:lnTo>
                  <a:lnTo>
                    <a:pt x="183951" y="213275"/>
                  </a:lnTo>
                  <a:lnTo>
                    <a:pt x="151407" y="243189"/>
                  </a:lnTo>
                  <a:lnTo>
                    <a:pt x="129976" y="246862"/>
                  </a:lnTo>
                  <a:lnTo>
                    <a:pt x="115118" y="245424"/>
                  </a:lnTo>
                  <a:lnTo>
                    <a:pt x="79176" y="223837"/>
                  </a:lnTo>
                  <a:lnTo>
                    <a:pt x="60945" y="171604"/>
                  </a:lnTo>
                  <a:lnTo>
                    <a:pt x="59729" y="146456"/>
                  </a:lnTo>
                  <a:lnTo>
                    <a:pt x="60969" y="122627"/>
                  </a:lnTo>
                  <a:lnTo>
                    <a:pt x="70891" y="85613"/>
                  </a:lnTo>
                  <a:lnTo>
                    <a:pt x="102393" y="55168"/>
                  </a:lnTo>
                  <a:lnTo>
                    <a:pt x="131167" y="49415"/>
                  </a:lnTo>
                  <a:lnTo>
                    <a:pt x="142242" y="50222"/>
                  </a:lnTo>
                  <a:lnTo>
                    <a:pt x="177688" y="69350"/>
                  </a:lnTo>
                  <a:lnTo>
                    <a:pt x="191492" y="97434"/>
                  </a:lnTo>
                  <a:lnTo>
                    <a:pt x="248840" y="83947"/>
                  </a:lnTo>
                  <a:lnTo>
                    <a:pt x="228600" y="41302"/>
                  </a:lnTo>
                  <a:lnTo>
                    <a:pt x="181769" y="7789"/>
                  </a:lnTo>
                  <a:lnTo>
                    <a:pt x="159196" y="1947"/>
                  </a:lnTo>
                  <a:lnTo>
                    <a:pt x="1341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2482074" y="7425321"/>
              <a:ext cx="214114" cy="216890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2734971" y="7425321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5" h="212725">
                  <a:moveTo>
                    <a:pt x="237131" y="0"/>
                  </a:moveTo>
                  <a:lnTo>
                    <a:pt x="195597" y="12919"/>
                  </a:lnTo>
                  <a:lnTo>
                    <a:pt x="173831" y="32931"/>
                  </a:lnTo>
                  <a:lnTo>
                    <a:pt x="168833" y="25220"/>
                  </a:lnTo>
                  <a:lnTo>
                    <a:pt x="133845" y="2079"/>
                  </a:lnTo>
                  <a:lnTo>
                    <a:pt x="115291" y="0"/>
                  </a:lnTo>
                  <a:lnTo>
                    <a:pt x="97184" y="2057"/>
                  </a:lnTo>
                  <a:lnTo>
                    <a:pt x="80366" y="8231"/>
                  </a:lnTo>
                  <a:lnTo>
                    <a:pt x="64838" y="18521"/>
                  </a:lnTo>
                  <a:lnTo>
                    <a:pt x="50600" y="32931"/>
                  </a:lnTo>
                  <a:lnTo>
                    <a:pt x="50600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66" y="212128"/>
                  </a:lnTo>
                  <a:lnTo>
                    <a:pt x="54966" y="111315"/>
                  </a:lnTo>
                  <a:lnTo>
                    <a:pt x="55239" y="97413"/>
                  </a:lnTo>
                  <a:lnTo>
                    <a:pt x="67071" y="53505"/>
                  </a:lnTo>
                  <a:lnTo>
                    <a:pt x="88172" y="42062"/>
                  </a:lnTo>
                  <a:lnTo>
                    <a:pt x="103649" y="42062"/>
                  </a:lnTo>
                  <a:lnTo>
                    <a:pt x="125226" y="84679"/>
                  </a:lnTo>
                  <a:lnTo>
                    <a:pt x="125412" y="98424"/>
                  </a:lnTo>
                  <a:lnTo>
                    <a:pt x="125412" y="212128"/>
                  </a:lnTo>
                  <a:lnTo>
                    <a:pt x="180379" y="212128"/>
                  </a:lnTo>
                  <a:lnTo>
                    <a:pt x="180379" y="112509"/>
                  </a:lnTo>
                  <a:lnTo>
                    <a:pt x="180652" y="98814"/>
                  </a:lnTo>
                  <a:lnTo>
                    <a:pt x="187787" y="60515"/>
                  </a:lnTo>
                  <a:lnTo>
                    <a:pt x="213385" y="42062"/>
                  </a:lnTo>
                  <a:lnTo>
                    <a:pt x="221058" y="42062"/>
                  </a:lnTo>
                  <a:lnTo>
                    <a:pt x="249869" y="79448"/>
                  </a:lnTo>
                  <a:lnTo>
                    <a:pt x="250229" y="93459"/>
                  </a:lnTo>
                  <a:lnTo>
                    <a:pt x="250229" y="212128"/>
                  </a:lnTo>
                  <a:lnTo>
                    <a:pt x="305196" y="212128"/>
                  </a:lnTo>
                  <a:lnTo>
                    <a:pt x="305196" y="79565"/>
                  </a:lnTo>
                  <a:lnTo>
                    <a:pt x="304836" y="65716"/>
                  </a:lnTo>
                  <a:lnTo>
                    <a:pt x="295063" y="28040"/>
                  </a:lnTo>
                  <a:lnTo>
                    <a:pt x="258216" y="2332"/>
                  </a:lnTo>
                  <a:lnTo>
                    <a:pt x="248108" y="583"/>
                  </a:lnTo>
                  <a:lnTo>
                    <a:pt x="2371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6" name="object 146"/>
          <p:cNvGrpSpPr/>
          <p:nvPr/>
        </p:nvGrpSpPr>
        <p:grpSpPr>
          <a:xfrm>
            <a:off x="3090678" y="7425321"/>
            <a:ext cx="793115" cy="217170"/>
            <a:chOff x="3090678" y="7425321"/>
            <a:chExt cx="793115" cy="217170"/>
          </a:xfrm>
        </p:grpSpPr>
        <p:sp>
          <p:nvSpPr>
            <p:cNvPr id="147" name="object 147"/>
            <p:cNvSpPr/>
            <p:nvPr/>
          </p:nvSpPr>
          <p:spPr>
            <a:xfrm>
              <a:off x="3090678" y="7425321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5" h="212725">
                  <a:moveTo>
                    <a:pt x="237131" y="0"/>
                  </a:moveTo>
                  <a:lnTo>
                    <a:pt x="195596" y="12919"/>
                  </a:lnTo>
                  <a:lnTo>
                    <a:pt x="173829" y="32931"/>
                  </a:lnTo>
                  <a:lnTo>
                    <a:pt x="168832" y="25220"/>
                  </a:lnTo>
                  <a:lnTo>
                    <a:pt x="133845" y="2079"/>
                  </a:lnTo>
                  <a:lnTo>
                    <a:pt x="115291" y="0"/>
                  </a:lnTo>
                  <a:lnTo>
                    <a:pt x="97184" y="2057"/>
                  </a:lnTo>
                  <a:lnTo>
                    <a:pt x="80366" y="8231"/>
                  </a:lnTo>
                  <a:lnTo>
                    <a:pt x="64838" y="18521"/>
                  </a:lnTo>
                  <a:lnTo>
                    <a:pt x="50600" y="32931"/>
                  </a:lnTo>
                  <a:lnTo>
                    <a:pt x="50600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66" y="212128"/>
                  </a:lnTo>
                  <a:lnTo>
                    <a:pt x="54966" y="111315"/>
                  </a:lnTo>
                  <a:lnTo>
                    <a:pt x="55239" y="97413"/>
                  </a:lnTo>
                  <a:lnTo>
                    <a:pt x="67071" y="53505"/>
                  </a:lnTo>
                  <a:lnTo>
                    <a:pt x="88172" y="42062"/>
                  </a:lnTo>
                  <a:lnTo>
                    <a:pt x="103649" y="42062"/>
                  </a:lnTo>
                  <a:lnTo>
                    <a:pt x="125226" y="84679"/>
                  </a:lnTo>
                  <a:lnTo>
                    <a:pt x="125412" y="98424"/>
                  </a:lnTo>
                  <a:lnTo>
                    <a:pt x="125412" y="212128"/>
                  </a:lnTo>
                  <a:lnTo>
                    <a:pt x="180379" y="212128"/>
                  </a:lnTo>
                  <a:lnTo>
                    <a:pt x="180379" y="112509"/>
                  </a:lnTo>
                  <a:lnTo>
                    <a:pt x="180652" y="98814"/>
                  </a:lnTo>
                  <a:lnTo>
                    <a:pt x="187787" y="60515"/>
                  </a:lnTo>
                  <a:lnTo>
                    <a:pt x="213385" y="42062"/>
                  </a:lnTo>
                  <a:lnTo>
                    <a:pt x="221058" y="42062"/>
                  </a:lnTo>
                  <a:lnTo>
                    <a:pt x="249869" y="79448"/>
                  </a:lnTo>
                  <a:lnTo>
                    <a:pt x="250229" y="93459"/>
                  </a:lnTo>
                  <a:lnTo>
                    <a:pt x="250229" y="212128"/>
                  </a:lnTo>
                  <a:lnTo>
                    <a:pt x="305196" y="212128"/>
                  </a:lnTo>
                  <a:lnTo>
                    <a:pt x="305196" y="79565"/>
                  </a:lnTo>
                  <a:lnTo>
                    <a:pt x="304836" y="65716"/>
                  </a:lnTo>
                  <a:lnTo>
                    <a:pt x="295063" y="28040"/>
                  </a:lnTo>
                  <a:lnTo>
                    <a:pt x="258216" y="2332"/>
                  </a:lnTo>
                  <a:lnTo>
                    <a:pt x="248107" y="583"/>
                  </a:lnTo>
                  <a:lnTo>
                    <a:pt x="2371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437851" y="7425321"/>
              <a:ext cx="214109" cy="216890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694518" y="7425321"/>
              <a:ext cx="189115" cy="212128"/>
            </a:xfrm>
            <a:prstGeom prst="rect">
              <a:avLst/>
            </a:prstGeom>
          </p:spPr>
        </p:pic>
      </p:grpSp>
      <p:grpSp>
        <p:nvGrpSpPr>
          <p:cNvPr id="150" name="object 150"/>
          <p:cNvGrpSpPr/>
          <p:nvPr/>
        </p:nvGrpSpPr>
        <p:grpSpPr>
          <a:xfrm>
            <a:off x="4040504" y="7346136"/>
            <a:ext cx="844550" cy="296545"/>
            <a:chOff x="4040504" y="7346136"/>
            <a:chExt cx="844550" cy="296545"/>
          </a:xfrm>
        </p:grpSpPr>
        <p:sp>
          <p:nvSpPr>
            <p:cNvPr id="151" name="object 151"/>
            <p:cNvSpPr/>
            <p:nvPr/>
          </p:nvSpPr>
          <p:spPr>
            <a:xfrm>
              <a:off x="4040504" y="7346136"/>
              <a:ext cx="250190" cy="296545"/>
            </a:xfrm>
            <a:custGeom>
              <a:avLst/>
              <a:gdLst/>
              <a:ahLst/>
              <a:cxnLst/>
              <a:rect l="l" t="t" r="r" b="b"/>
              <a:pathLst>
                <a:path w="250189" h="296545">
                  <a:moveTo>
                    <a:pt x="134150" y="0"/>
                  </a:moveTo>
                  <a:lnTo>
                    <a:pt x="79770" y="9923"/>
                  </a:lnTo>
                  <a:lnTo>
                    <a:pt x="36906" y="39687"/>
                  </a:lnTo>
                  <a:lnTo>
                    <a:pt x="9228" y="87168"/>
                  </a:lnTo>
                  <a:lnTo>
                    <a:pt x="0" y="150622"/>
                  </a:lnTo>
                  <a:lnTo>
                    <a:pt x="2295" y="182668"/>
                  </a:lnTo>
                  <a:lnTo>
                    <a:pt x="20654" y="236046"/>
                  </a:lnTo>
                  <a:lnTo>
                    <a:pt x="56420" y="274395"/>
                  </a:lnTo>
                  <a:lnTo>
                    <a:pt x="103349" y="293836"/>
                  </a:lnTo>
                  <a:lnTo>
                    <a:pt x="130568" y="296265"/>
                  </a:lnTo>
                  <a:lnTo>
                    <a:pt x="152585" y="294841"/>
                  </a:lnTo>
                  <a:lnTo>
                    <a:pt x="190590" y="283438"/>
                  </a:lnTo>
                  <a:lnTo>
                    <a:pt x="232419" y="244632"/>
                  </a:lnTo>
                  <a:lnTo>
                    <a:pt x="249631" y="203796"/>
                  </a:lnTo>
                  <a:lnTo>
                    <a:pt x="193471" y="185940"/>
                  </a:lnTo>
                  <a:lnTo>
                    <a:pt x="189304" y="200661"/>
                  </a:lnTo>
                  <a:lnTo>
                    <a:pt x="183946" y="213275"/>
                  </a:lnTo>
                  <a:lnTo>
                    <a:pt x="151406" y="243189"/>
                  </a:lnTo>
                  <a:lnTo>
                    <a:pt x="129971" y="246862"/>
                  </a:lnTo>
                  <a:lnTo>
                    <a:pt x="115117" y="245424"/>
                  </a:lnTo>
                  <a:lnTo>
                    <a:pt x="79171" y="223837"/>
                  </a:lnTo>
                  <a:lnTo>
                    <a:pt x="60944" y="171604"/>
                  </a:lnTo>
                  <a:lnTo>
                    <a:pt x="59728" y="146456"/>
                  </a:lnTo>
                  <a:lnTo>
                    <a:pt x="60968" y="122627"/>
                  </a:lnTo>
                  <a:lnTo>
                    <a:pt x="70893" y="85613"/>
                  </a:lnTo>
                  <a:lnTo>
                    <a:pt x="102390" y="55168"/>
                  </a:lnTo>
                  <a:lnTo>
                    <a:pt x="131165" y="49415"/>
                  </a:lnTo>
                  <a:lnTo>
                    <a:pt x="142240" y="50222"/>
                  </a:lnTo>
                  <a:lnTo>
                    <a:pt x="177685" y="69350"/>
                  </a:lnTo>
                  <a:lnTo>
                    <a:pt x="191490" y="97434"/>
                  </a:lnTo>
                  <a:lnTo>
                    <a:pt x="248843" y="83947"/>
                  </a:lnTo>
                  <a:lnTo>
                    <a:pt x="228598" y="41302"/>
                  </a:lnTo>
                  <a:lnTo>
                    <a:pt x="181767" y="7789"/>
                  </a:lnTo>
                  <a:lnTo>
                    <a:pt x="159198" y="1947"/>
                  </a:lnTo>
                  <a:lnTo>
                    <a:pt x="134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2" name="object 152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326635" y="7425321"/>
              <a:ext cx="214109" cy="216890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4579531" y="7425321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5" h="212725">
                  <a:moveTo>
                    <a:pt x="237134" y="0"/>
                  </a:moveTo>
                  <a:lnTo>
                    <a:pt x="195591" y="12919"/>
                  </a:lnTo>
                  <a:lnTo>
                    <a:pt x="173824" y="32931"/>
                  </a:lnTo>
                  <a:lnTo>
                    <a:pt x="168829" y="25220"/>
                  </a:lnTo>
                  <a:lnTo>
                    <a:pt x="133846" y="2079"/>
                  </a:lnTo>
                  <a:lnTo>
                    <a:pt x="115290" y="0"/>
                  </a:lnTo>
                  <a:lnTo>
                    <a:pt x="97181" y="2057"/>
                  </a:lnTo>
                  <a:lnTo>
                    <a:pt x="80362" y="8231"/>
                  </a:lnTo>
                  <a:lnTo>
                    <a:pt x="64834" y="18521"/>
                  </a:lnTo>
                  <a:lnTo>
                    <a:pt x="50596" y="32931"/>
                  </a:lnTo>
                  <a:lnTo>
                    <a:pt x="50596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65" y="212128"/>
                  </a:lnTo>
                  <a:lnTo>
                    <a:pt x="54965" y="111315"/>
                  </a:lnTo>
                  <a:lnTo>
                    <a:pt x="55237" y="97413"/>
                  </a:lnTo>
                  <a:lnTo>
                    <a:pt x="67068" y="53505"/>
                  </a:lnTo>
                  <a:lnTo>
                    <a:pt x="88163" y="42062"/>
                  </a:lnTo>
                  <a:lnTo>
                    <a:pt x="103644" y="42062"/>
                  </a:lnTo>
                  <a:lnTo>
                    <a:pt x="125226" y="84679"/>
                  </a:lnTo>
                  <a:lnTo>
                    <a:pt x="125412" y="98424"/>
                  </a:lnTo>
                  <a:lnTo>
                    <a:pt x="125412" y="212128"/>
                  </a:lnTo>
                  <a:lnTo>
                    <a:pt x="180378" y="212128"/>
                  </a:lnTo>
                  <a:lnTo>
                    <a:pt x="180378" y="112509"/>
                  </a:lnTo>
                  <a:lnTo>
                    <a:pt x="180649" y="98814"/>
                  </a:lnTo>
                  <a:lnTo>
                    <a:pt x="187782" y="60515"/>
                  </a:lnTo>
                  <a:lnTo>
                    <a:pt x="213385" y="42062"/>
                  </a:lnTo>
                  <a:lnTo>
                    <a:pt x="221056" y="42062"/>
                  </a:lnTo>
                  <a:lnTo>
                    <a:pt x="249868" y="79448"/>
                  </a:lnTo>
                  <a:lnTo>
                    <a:pt x="250228" y="93459"/>
                  </a:lnTo>
                  <a:lnTo>
                    <a:pt x="250228" y="212128"/>
                  </a:lnTo>
                  <a:lnTo>
                    <a:pt x="305193" y="212128"/>
                  </a:lnTo>
                  <a:lnTo>
                    <a:pt x="305193" y="79565"/>
                  </a:lnTo>
                  <a:lnTo>
                    <a:pt x="304834" y="65716"/>
                  </a:lnTo>
                  <a:lnTo>
                    <a:pt x="295063" y="28040"/>
                  </a:lnTo>
                  <a:lnTo>
                    <a:pt x="258210" y="2332"/>
                  </a:lnTo>
                  <a:lnTo>
                    <a:pt x="248104" y="583"/>
                  </a:lnTo>
                  <a:lnTo>
                    <a:pt x="2371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4" name="object 154"/>
          <p:cNvGrpSpPr/>
          <p:nvPr/>
        </p:nvGrpSpPr>
        <p:grpSpPr>
          <a:xfrm>
            <a:off x="4937810" y="7425321"/>
            <a:ext cx="912494" cy="291465"/>
            <a:chOff x="4937810" y="7425321"/>
            <a:chExt cx="912494" cy="291465"/>
          </a:xfrm>
        </p:grpSpPr>
        <p:sp>
          <p:nvSpPr>
            <p:cNvPr id="155" name="object 155"/>
            <p:cNvSpPr/>
            <p:nvPr/>
          </p:nvSpPr>
          <p:spPr>
            <a:xfrm>
              <a:off x="4937810" y="7425321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4" h="291465">
                  <a:moveTo>
                    <a:pt x="51193" y="4762"/>
                  </a:moveTo>
                  <a:lnTo>
                    <a:pt x="0" y="4762"/>
                  </a:lnTo>
                  <a:lnTo>
                    <a:pt x="0" y="291109"/>
                  </a:lnTo>
                  <a:lnTo>
                    <a:pt x="54775" y="291109"/>
                  </a:lnTo>
                  <a:lnTo>
                    <a:pt x="54775" y="186524"/>
                  </a:lnTo>
                  <a:lnTo>
                    <a:pt x="178120" y="186524"/>
                  </a:lnTo>
                  <a:lnTo>
                    <a:pt x="187396" y="173227"/>
                  </a:lnTo>
                  <a:lnTo>
                    <a:pt x="101993" y="173227"/>
                  </a:lnTo>
                  <a:lnTo>
                    <a:pt x="93154" y="172273"/>
                  </a:lnTo>
                  <a:lnTo>
                    <a:pt x="92602" y="172273"/>
                  </a:lnTo>
                  <a:lnTo>
                    <a:pt x="83494" y="169063"/>
                  </a:lnTo>
                  <a:lnTo>
                    <a:pt x="57648" y="135332"/>
                  </a:lnTo>
                  <a:lnTo>
                    <a:pt x="54315" y="107543"/>
                  </a:lnTo>
                  <a:lnTo>
                    <a:pt x="54294" y="107149"/>
                  </a:lnTo>
                  <a:lnTo>
                    <a:pt x="54178" y="104965"/>
                  </a:lnTo>
                  <a:lnTo>
                    <a:pt x="54911" y="92315"/>
                  </a:lnTo>
                  <a:lnTo>
                    <a:pt x="55009" y="90630"/>
                  </a:lnTo>
                  <a:lnTo>
                    <a:pt x="74435" y="52187"/>
                  </a:lnTo>
                  <a:lnTo>
                    <a:pt x="101003" y="43256"/>
                  </a:lnTo>
                  <a:lnTo>
                    <a:pt x="187799" y="43256"/>
                  </a:lnTo>
                  <a:lnTo>
                    <a:pt x="182004" y="35115"/>
                  </a:lnTo>
                  <a:lnTo>
                    <a:pt x="51193" y="35115"/>
                  </a:lnTo>
                  <a:lnTo>
                    <a:pt x="51193" y="4762"/>
                  </a:lnTo>
                  <a:close/>
                </a:path>
                <a:path w="202564" h="291465">
                  <a:moveTo>
                    <a:pt x="178120" y="186524"/>
                  </a:moveTo>
                  <a:lnTo>
                    <a:pt x="54775" y="186524"/>
                  </a:lnTo>
                  <a:lnTo>
                    <a:pt x="62411" y="194252"/>
                  </a:lnTo>
                  <a:lnTo>
                    <a:pt x="99025" y="215204"/>
                  </a:lnTo>
                  <a:lnTo>
                    <a:pt x="115493" y="216890"/>
                  </a:lnTo>
                  <a:lnTo>
                    <a:pt x="131797" y="215204"/>
                  </a:lnTo>
                  <a:lnTo>
                    <a:pt x="132548" y="215204"/>
                  </a:lnTo>
                  <a:lnTo>
                    <a:pt x="148929" y="209697"/>
                  </a:lnTo>
                  <a:lnTo>
                    <a:pt x="163540" y="200764"/>
                  </a:lnTo>
                  <a:lnTo>
                    <a:pt x="177012" y="188112"/>
                  </a:lnTo>
                  <a:lnTo>
                    <a:pt x="178120" y="186524"/>
                  </a:lnTo>
                  <a:close/>
                </a:path>
                <a:path w="202564" h="291465">
                  <a:moveTo>
                    <a:pt x="187799" y="43256"/>
                  </a:moveTo>
                  <a:lnTo>
                    <a:pt x="101003" y="43256"/>
                  </a:lnTo>
                  <a:lnTo>
                    <a:pt x="110247" y="44248"/>
                  </a:lnTo>
                  <a:lnTo>
                    <a:pt x="118719" y="47226"/>
                  </a:lnTo>
                  <a:lnTo>
                    <a:pt x="143173" y="79170"/>
                  </a:lnTo>
                  <a:lnTo>
                    <a:pt x="146422" y="107149"/>
                  </a:lnTo>
                  <a:lnTo>
                    <a:pt x="146443" y="107543"/>
                  </a:lnTo>
                  <a:lnTo>
                    <a:pt x="139301" y="149070"/>
                  </a:lnTo>
                  <a:lnTo>
                    <a:pt x="101993" y="173227"/>
                  </a:lnTo>
                  <a:lnTo>
                    <a:pt x="187396" y="173227"/>
                  </a:lnTo>
                  <a:lnTo>
                    <a:pt x="200824" y="131705"/>
                  </a:lnTo>
                  <a:lnTo>
                    <a:pt x="202387" y="107543"/>
                  </a:lnTo>
                  <a:lnTo>
                    <a:pt x="202412" y="107149"/>
                  </a:lnTo>
                  <a:lnTo>
                    <a:pt x="200836" y="83251"/>
                  </a:lnTo>
                  <a:lnTo>
                    <a:pt x="196108" y="62155"/>
                  </a:lnTo>
                  <a:lnTo>
                    <a:pt x="188230" y="43861"/>
                  </a:lnTo>
                  <a:lnTo>
                    <a:pt x="187799" y="43256"/>
                  </a:lnTo>
                  <a:close/>
                </a:path>
                <a:path w="202564" h="291465">
                  <a:moveTo>
                    <a:pt x="115887" y="0"/>
                  </a:moveTo>
                  <a:lnTo>
                    <a:pt x="77990" y="9715"/>
                  </a:lnTo>
                  <a:lnTo>
                    <a:pt x="51193" y="35115"/>
                  </a:lnTo>
                  <a:lnTo>
                    <a:pt x="182004" y="35115"/>
                  </a:lnTo>
                  <a:lnTo>
                    <a:pt x="149274" y="7094"/>
                  </a:lnTo>
                  <a:lnTo>
                    <a:pt x="115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171071" y="7425321"/>
              <a:ext cx="214109" cy="216890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427738" y="7425321"/>
              <a:ext cx="189103" cy="212128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656427" y="7425321"/>
              <a:ext cx="193675" cy="216890"/>
            </a:xfrm>
            <a:prstGeom prst="rect">
              <a:avLst/>
            </a:prstGeom>
          </p:spPr>
        </p:pic>
      </p:grpSp>
      <p:grpSp>
        <p:nvGrpSpPr>
          <p:cNvPr id="159" name="object 159"/>
          <p:cNvGrpSpPr/>
          <p:nvPr/>
        </p:nvGrpSpPr>
        <p:grpSpPr>
          <a:xfrm>
            <a:off x="5894590" y="7356652"/>
            <a:ext cx="552450" cy="285750"/>
            <a:chOff x="5894590" y="7356652"/>
            <a:chExt cx="552450" cy="285750"/>
          </a:xfrm>
        </p:grpSpPr>
        <p:pic>
          <p:nvPicPr>
            <p:cNvPr id="160" name="object 160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894590" y="7425321"/>
              <a:ext cx="189102" cy="212128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6116726" y="7356652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93" y="280593"/>
                  </a:lnTo>
                  <a:lnTo>
                    <a:pt x="78778" y="285559"/>
                  </a:lnTo>
                  <a:lnTo>
                    <a:pt x="90574" y="285038"/>
                  </a:lnTo>
                  <a:lnTo>
                    <a:pt x="101750" y="283475"/>
                  </a:lnTo>
                  <a:lnTo>
                    <a:pt x="112305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23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78" y="117081"/>
                  </a:lnTo>
                  <a:lnTo>
                    <a:pt x="117678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6253124" y="7425321"/>
              <a:ext cx="193865" cy="216890"/>
            </a:xfrm>
            <a:prstGeom prst="rect">
              <a:avLst/>
            </a:prstGeom>
          </p:spPr>
        </p:pic>
      </p:grpSp>
      <p:pic>
        <p:nvPicPr>
          <p:cNvPr id="163" name="object 16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40073" y="8010600"/>
            <a:ext cx="99019" cy="99021"/>
          </a:xfrm>
          <a:prstGeom prst="rect">
            <a:avLst/>
          </a:prstGeom>
        </p:spPr>
      </p:pic>
      <p:grpSp>
        <p:nvGrpSpPr>
          <p:cNvPr id="164" name="object 164"/>
          <p:cNvGrpSpPr/>
          <p:nvPr/>
        </p:nvGrpSpPr>
        <p:grpSpPr>
          <a:xfrm>
            <a:off x="2888960" y="7913966"/>
            <a:ext cx="1551305" cy="370840"/>
            <a:chOff x="2888960" y="7913966"/>
            <a:chExt cx="1551305" cy="370840"/>
          </a:xfrm>
        </p:grpSpPr>
        <p:sp>
          <p:nvSpPr>
            <p:cNvPr id="165" name="object 165"/>
            <p:cNvSpPr/>
            <p:nvPr/>
          </p:nvSpPr>
          <p:spPr>
            <a:xfrm>
              <a:off x="2888960" y="7913966"/>
              <a:ext cx="276860" cy="286385"/>
            </a:xfrm>
            <a:custGeom>
              <a:avLst/>
              <a:gdLst/>
              <a:ahLst/>
              <a:cxnLst/>
              <a:rect l="l" t="t" r="r" b="b"/>
              <a:pathLst>
                <a:path w="276860" h="286384">
                  <a:moveTo>
                    <a:pt x="276622" y="0"/>
                  </a:moveTo>
                  <a:lnTo>
                    <a:pt x="189905" y="0"/>
                  </a:lnTo>
                  <a:lnTo>
                    <a:pt x="138510" y="195262"/>
                  </a:lnTo>
                  <a:lnTo>
                    <a:pt x="86518" y="0"/>
                  </a:lnTo>
                  <a:lnTo>
                    <a:pt x="0" y="0"/>
                  </a:lnTo>
                  <a:lnTo>
                    <a:pt x="0" y="286346"/>
                  </a:lnTo>
                  <a:lnTo>
                    <a:pt x="53578" y="286346"/>
                  </a:lnTo>
                  <a:lnTo>
                    <a:pt x="53578" y="60921"/>
                  </a:lnTo>
                  <a:lnTo>
                    <a:pt x="110331" y="286346"/>
                  </a:lnTo>
                  <a:lnTo>
                    <a:pt x="165893" y="286346"/>
                  </a:lnTo>
                  <a:lnTo>
                    <a:pt x="222845" y="60921"/>
                  </a:lnTo>
                  <a:lnTo>
                    <a:pt x="222845" y="286346"/>
                  </a:lnTo>
                  <a:lnTo>
                    <a:pt x="276622" y="286346"/>
                  </a:lnTo>
                  <a:lnTo>
                    <a:pt x="27662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209902" y="7988185"/>
              <a:ext cx="214113" cy="21689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466566" y="7988185"/>
              <a:ext cx="189115" cy="212128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3699027" y="7988185"/>
              <a:ext cx="202565" cy="296545"/>
            </a:xfrm>
            <a:custGeom>
              <a:avLst/>
              <a:gdLst/>
              <a:ahLst/>
              <a:cxnLst/>
              <a:rect l="l" t="t" r="r" b="b"/>
              <a:pathLst>
                <a:path w="202564" h="296545">
                  <a:moveTo>
                    <a:pt x="7150" y="225818"/>
                  </a:moveTo>
                  <a:lnTo>
                    <a:pt x="19345" y="268580"/>
                  </a:lnTo>
                  <a:lnTo>
                    <a:pt x="58785" y="291750"/>
                  </a:lnTo>
                  <a:lnTo>
                    <a:pt x="103784" y="296265"/>
                  </a:lnTo>
                  <a:lnTo>
                    <a:pt x="117167" y="295893"/>
                  </a:lnTo>
                  <a:lnTo>
                    <a:pt x="158690" y="287147"/>
                  </a:lnTo>
                  <a:lnTo>
                    <a:pt x="188909" y="261934"/>
                  </a:lnTo>
                  <a:lnTo>
                    <a:pt x="192826" y="254393"/>
                  </a:lnTo>
                  <a:lnTo>
                    <a:pt x="90551" y="254393"/>
                  </a:lnTo>
                  <a:lnTo>
                    <a:pt x="82346" y="252412"/>
                  </a:lnTo>
                  <a:lnTo>
                    <a:pt x="77190" y="248437"/>
                  </a:lnTo>
                  <a:lnTo>
                    <a:pt x="73355" y="245656"/>
                  </a:lnTo>
                  <a:lnTo>
                    <a:pt x="70904" y="240639"/>
                  </a:lnTo>
                  <a:lnTo>
                    <a:pt x="69936" y="233959"/>
                  </a:lnTo>
                  <a:lnTo>
                    <a:pt x="69850" y="233362"/>
                  </a:lnTo>
                  <a:lnTo>
                    <a:pt x="7150" y="225818"/>
                  </a:lnTo>
                  <a:close/>
                </a:path>
                <a:path w="202564" h="296545">
                  <a:moveTo>
                    <a:pt x="202412" y="178587"/>
                  </a:moveTo>
                  <a:lnTo>
                    <a:pt x="147434" y="178587"/>
                  </a:lnTo>
                  <a:lnTo>
                    <a:pt x="147434" y="221056"/>
                  </a:lnTo>
                  <a:lnTo>
                    <a:pt x="146683" y="228460"/>
                  </a:lnTo>
                  <a:lnTo>
                    <a:pt x="111847" y="253984"/>
                  </a:lnTo>
                  <a:lnTo>
                    <a:pt x="101803" y="254393"/>
                  </a:lnTo>
                  <a:lnTo>
                    <a:pt x="192839" y="254393"/>
                  </a:lnTo>
                  <a:lnTo>
                    <a:pt x="202027" y="208083"/>
                  </a:lnTo>
                  <a:lnTo>
                    <a:pt x="202359" y="193263"/>
                  </a:lnTo>
                  <a:lnTo>
                    <a:pt x="202412" y="178587"/>
                  </a:lnTo>
                  <a:close/>
                </a:path>
                <a:path w="202564" h="296545">
                  <a:moveTo>
                    <a:pt x="87515" y="0"/>
                  </a:moveTo>
                  <a:lnTo>
                    <a:pt x="38363" y="15516"/>
                  </a:lnTo>
                  <a:lnTo>
                    <a:pt x="6249" y="61266"/>
                  </a:lnTo>
                  <a:lnTo>
                    <a:pt x="189" y="104178"/>
                  </a:lnTo>
                  <a:lnTo>
                    <a:pt x="101" y="105562"/>
                  </a:lnTo>
                  <a:lnTo>
                    <a:pt x="4762" y="145403"/>
                  </a:lnTo>
                  <a:lnTo>
                    <a:pt x="32344" y="192261"/>
                  </a:lnTo>
                  <a:lnTo>
                    <a:pt x="65784" y="210032"/>
                  </a:lnTo>
                  <a:lnTo>
                    <a:pt x="66490" y="210032"/>
                  </a:lnTo>
                  <a:lnTo>
                    <a:pt x="85331" y="212128"/>
                  </a:lnTo>
                  <a:lnTo>
                    <a:pt x="103278" y="210032"/>
                  </a:lnTo>
                  <a:lnTo>
                    <a:pt x="119611" y="203744"/>
                  </a:lnTo>
                  <a:lnTo>
                    <a:pt x="134330" y="193263"/>
                  </a:lnTo>
                  <a:lnTo>
                    <a:pt x="147434" y="178587"/>
                  </a:lnTo>
                  <a:lnTo>
                    <a:pt x="202412" y="178587"/>
                  </a:lnTo>
                  <a:lnTo>
                    <a:pt x="202412" y="167868"/>
                  </a:lnTo>
                  <a:lnTo>
                    <a:pt x="100609" y="167868"/>
                  </a:lnTo>
                  <a:lnTo>
                    <a:pt x="91553" y="166913"/>
                  </a:lnTo>
                  <a:lnTo>
                    <a:pt x="59332" y="132751"/>
                  </a:lnTo>
                  <a:lnTo>
                    <a:pt x="56312" y="107149"/>
                  </a:lnTo>
                  <a:lnTo>
                    <a:pt x="56230" y="105562"/>
                  </a:lnTo>
                  <a:lnTo>
                    <a:pt x="56159" y="104178"/>
                  </a:lnTo>
                  <a:lnTo>
                    <a:pt x="56897" y="90443"/>
                  </a:lnTo>
                  <a:lnTo>
                    <a:pt x="56952" y="89419"/>
                  </a:lnTo>
                  <a:lnTo>
                    <a:pt x="75741" y="50656"/>
                  </a:lnTo>
                  <a:lnTo>
                    <a:pt x="83323" y="45985"/>
                  </a:lnTo>
                  <a:lnTo>
                    <a:pt x="83180" y="45985"/>
                  </a:lnTo>
                  <a:lnTo>
                    <a:pt x="92032" y="43043"/>
                  </a:lnTo>
                  <a:lnTo>
                    <a:pt x="91852" y="43043"/>
                  </a:lnTo>
                  <a:lnTo>
                    <a:pt x="101600" y="42062"/>
                  </a:lnTo>
                  <a:lnTo>
                    <a:pt x="202412" y="42062"/>
                  </a:lnTo>
                  <a:lnTo>
                    <a:pt x="202412" y="33731"/>
                  </a:lnTo>
                  <a:lnTo>
                    <a:pt x="151015" y="33731"/>
                  </a:lnTo>
                  <a:lnTo>
                    <a:pt x="137666" y="18972"/>
                  </a:lnTo>
                  <a:lnTo>
                    <a:pt x="122632" y="8431"/>
                  </a:lnTo>
                  <a:lnTo>
                    <a:pt x="105915" y="2107"/>
                  </a:lnTo>
                  <a:lnTo>
                    <a:pt x="87515" y="0"/>
                  </a:lnTo>
                  <a:close/>
                </a:path>
                <a:path w="202564" h="296545">
                  <a:moveTo>
                    <a:pt x="202412" y="42062"/>
                  </a:moveTo>
                  <a:lnTo>
                    <a:pt x="101600" y="42062"/>
                  </a:lnTo>
                  <a:lnTo>
                    <a:pt x="111289" y="43043"/>
                  </a:lnTo>
                  <a:lnTo>
                    <a:pt x="120108" y="45985"/>
                  </a:lnTo>
                  <a:lnTo>
                    <a:pt x="145113" y="77435"/>
                  </a:lnTo>
                  <a:lnTo>
                    <a:pt x="148361" y="104178"/>
                  </a:lnTo>
                  <a:lnTo>
                    <a:pt x="148342" y="107149"/>
                  </a:lnTo>
                  <a:lnTo>
                    <a:pt x="147596" y="119556"/>
                  </a:lnTo>
                  <a:lnTo>
                    <a:pt x="147568" y="120014"/>
                  </a:lnTo>
                  <a:lnTo>
                    <a:pt x="127214" y="159054"/>
                  </a:lnTo>
                  <a:lnTo>
                    <a:pt x="118954" y="164049"/>
                  </a:lnTo>
                  <a:lnTo>
                    <a:pt x="118822" y="164049"/>
                  </a:lnTo>
                  <a:lnTo>
                    <a:pt x="110173" y="166913"/>
                  </a:lnTo>
                  <a:lnTo>
                    <a:pt x="110009" y="166913"/>
                  </a:lnTo>
                  <a:lnTo>
                    <a:pt x="100609" y="167868"/>
                  </a:lnTo>
                  <a:lnTo>
                    <a:pt x="202412" y="167868"/>
                  </a:lnTo>
                  <a:lnTo>
                    <a:pt x="202412" y="42062"/>
                  </a:lnTo>
                  <a:close/>
                </a:path>
                <a:path w="202564" h="296545">
                  <a:moveTo>
                    <a:pt x="202412" y="4762"/>
                  </a:moveTo>
                  <a:lnTo>
                    <a:pt x="151015" y="4762"/>
                  </a:lnTo>
                  <a:lnTo>
                    <a:pt x="151015" y="33731"/>
                  </a:lnTo>
                  <a:lnTo>
                    <a:pt x="202412" y="33731"/>
                  </a:lnTo>
                  <a:lnTo>
                    <a:pt x="202412" y="4762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942994" y="7988185"/>
              <a:ext cx="214109" cy="216890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4200258" y="7913966"/>
              <a:ext cx="240029" cy="286385"/>
            </a:xfrm>
            <a:custGeom>
              <a:avLst/>
              <a:gdLst/>
              <a:ahLst/>
              <a:cxnLst/>
              <a:rect l="l" t="t" r="r" b="b"/>
              <a:pathLst>
                <a:path w="240029" h="286384">
                  <a:moveTo>
                    <a:pt x="105562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108750" y="286346"/>
                  </a:lnTo>
                  <a:lnTo>
                    <a:pt x="123928" y="285961"/>
                  </a:lnTo>
                  <a:lnTo>
                    <a:pt x="172086" y="275710"/>
                  </a:lnTo>
                  <a:lnTo>
                    <a:pt x="209975" y="246993"/>
                  </a:lnTo>
                  <a:lnTo>
                    <a:pt x="216096" y="238125"/>
                  </a:lnTo>
                  <a:lnTo>
                    <a:pt x="57746" y="238125"/>
                  </a:lnTo>
                  <a:lnTo>
                    <a:pt x="57746" y="48412"/>
                  </a:lnTo>
                  <a:lnTo>
                    <a:pt x="216045" y="48412"/>
                  </a:lnTo>
                  <a:lnTo>
                    <a:pt x="211684" y="41908"/>
                  </a:lnTo>
                  <a:lnTo>
                    <a:pt x="183500" y="15779"/>
                  </a:lnTo>
                  <a:lnTo>
                    <a:pt x="137067" y="1341"/>
                  </a:lnTo>
                  <a:lnTo>
                    <a:pt x="122368" y="335"/>
                  </a:lnTo>
                  <a:lnTo>
                    <a:pt x="105562" y="0"/>
                  </a:lnTo>
                  <a:close/>
                </a:path>
                <a:path w="240029" h="286384">
                  <a:moveTo>
                    <a:pt x="216045" y="48412"/>
                  </a:moveTo>
                  <a:lnTo>
                    <a:pt x="83743" y="48412"/>
                  </a:lnTo>
                  <a:lnTo>
                    <a:pt x="99952" y="48586"/>
                  </a:lnTo>
                  <a:lnTo>
                    <a:pt x="113260" y="49107"/>
                  </a:lnTo>
                  <a:lnTo>
                    <a:pt x="152332" y="60128"/>
                  </a:lnTo>
                  <a:lnTo>
                    <a:pt x="174231" y="92468"/>
                  </a:lnTo>
                  <a:lnTo>
                    <a:pt x="179709" y="126515"/>
                  </a:lnTo>
                  <a:lnTo>
                    <a:pt x="179803" y="127669"/>
                  </a:lnTo>
                  <a:lnTo>
                    <a:pt x="180174" y="143268"/>
                  </a:lnTo>
                  <a:lnTo>
                    <a:pt x="179803" y="159056"/>
                  </a:lnTo>
                  <a:lnTo>
                    <a:pt x="178688" y="173083"/>
                  </a:lnTo>
                  <a:lnTo>
                    <a:pt x="167582" y="212375"/>
                  </a:lnTo>
                  <a:lnTo>
                    <a:pt x="135928" y="235343"/>
                  </a:lnTo>
                  <a:lnTo>
                    <a:pt x="101003" y="238125"/>
                  </a:lnTo>
                  <a:lnTo>
                    <a:pt x="216096" y="238125"/>
                  </a:lnTo>
                  <a:lnTo>
                    <a:pt x="234997" y="193361"/>
                  </a:lnTo>
                  <a:lnTo>
                    <a:pt x="239915" y="145846"/>
                  </a:lnTo>
                  <a:lnTo>
                    <a:pt x="239367" y="127669"/>
                  </a:lnTo>
                  <a:lnTo>
                    <a:pt x="230581" y="78181"/>
                  </a:lnTo>
                  <a:lnTo>
                    <a:pt x="216161" y="48586"/>
                  </a:lnTo>
                  <a:lnTo>
                    <a:pt x="216045" y="48412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/>
          <p:nvPr/>
        </p:nvSpPr>
        <p:spPr>
          <a:xfrm>
            <a:off x="4489564" y="7913966"/>
            <a:ext cx="240029" cy="286385"/>
          </a:xfrm>
          <a:custGeom>
            <a:avLst/>
            <a:gdLst/>
            <a:ahLst/>
            <a:cxnLst/>
            <a:rect l="l" t="t" r="r" b="b"/>
            <a:pathLst>
              <a:path w="240029" h="286384">
                <a:moveTo>
                  <a:pt x="114490" y="0"/>
                </a:moveTo>
                <a:lnTo>
                  <a:pt x="0" y="0"/>
                </a:lnTo>
                <a:lnTo>
                  <a:pt x="0" y="286346"/>
                </a:lnTo>
                <a:lnTo>
                  <a:pt x="97421" y="286346"/>
                </a:lnTo>
                <a:lnTo>
                  <a:pt x="122463" y="286073"/>
                </a:lnTo>
                <a:lnTo>
                  <a:pt x="167081" y="284365"/>
                </a:lnTo>
                <a:lnTo>
                  <a:pt x="205778" y="270865"/>
                </a:lnTo>
                <a:lnTo>
                  <a:pt x="230581" y="241300"/>
                </a:lnTo>
                <a:lnTo>
                  <a:pt x="231945" y="238125"/>
                </a:lnTo>
                <a:lnTo>
                  <a:pt x="57734" y="238125"/>
                </a:lnTo>
                <a:lnTo>
                  <a:pt x="57734" y="161531"/>
                </a:lnTo>
                <a:lnTo>
                  <a:pt x="226387" y="161531"/>
                </a:lnTo>
                <a:lnTo>
                  <a:pt x="225615" y="160337"/>
                </a:lnTo>
                <a:lnTo>
                  <a:pt x="217902" y="151778"/>
                </a:lnTo>
                <a:lnTo>
                  <a:pt x="208651" y="144560"/>
                </a:lnTo>
                <a:lnTo>
                  <a:pt x="197862" y="138681"/>
                </a:lnTo>
                <a:lnTo>
                  <a:pt x="185534" y="134137"/>
                </a:lnTo>
                <a:lnTo>
                  <a:pt x="194290" y="129453"/>
                </a:lnTo>
                <a:lnTo>
                  <a:pt x="202101" y="123726"/>
                </a:lnTo>
                <a:lnTo>
                  <a:pt x="208969" y="116956"/>
                </a:lnTo>
                <a:lnTo>
                  <a:pt x="211283" y="113906"/>
                </a:lnTo>
                <a:lnTo>
                  <a:pt x="57734" y="113906"/>
                </a:lnTo>
                <a:lnTo>
                  <a:pt x="57734" y="47686"/>
                </a:lnTo>
                <a:lnTo>
                  <a:pt x="221249" y="47686"/>
                </a:lnTo>
                <a:lnTo>
                  <a:pt x="220793" y="46359"/>
                </a:lnTo>
                <a:lnTo>
                  <a:pt x="194856" y="14681"/>
                </a:lnTo>
                <a:lnTo>
                  <a:pt x="155684" y="1564"/>
                </a:lnTo>
                <a:lnTo>
                  <a:pt x="130377" y="173"/>
                </a:lnTo>
                <a:lnTo>
                  <a:pt x="114490" y="0"/>
                </a:lnTo>
                <a:close/>
              </a:path>
              <a:path w="240029" h="286384">
                <a:moveTo>
                  <a:pt x="226387" y="161531"/>
                </a:moveTo>
                <a:lnTo>
                  <a:pt x="104368" y="161531"/>
                </a:lnTo>
                <a:lnTo>
                  <a:pt x="122377" y="161791"/>
                </a:lnTo>
                <a:lnTo>
                  <a:pt x="136915" y="162571"/>
                </a:lnTo>
                <a:lnTo>
                  <a:pt x="173621" y="178790"/>
                </a:lnTo>
                <a:lnTo>
                  <a:pt x="177863" y="184746"/>
                </a:lnTo>
                <a:lnTo>
                  <a:pt x="179971" y="192024"/>
                </a:lnTo>
                <a:lnTo>
                  <a:pt x="179971" y="200621"/>
                </a:lnTo>
                <a:lnTo>
                  <a:pt x="159600" y="234746"/>
                </a:lnTo>
                <a:lnTo>
                  <a:pt x="121703" y="238125"/>
                </a:lnTo>
                <a:lnTo>
                  <a:pt x="231945" y="238125"/>
                </a:lnTo>
                <a:lnTo>
                  <a:pt x="234574" y="232008"/>
                </a:lnTo>
                <a:lnTo>
                  <a:pt x="237428" y="222594"/>
                </a:lnTo>
                <a:lnTo>
                  <a:pt x="239141" y="213058"/>
                </a:lnTo>
                <a:lnTo>
                  <a:pt x="239712" y="203403"/>
                </a:lnTo>
                <a:lnTo>
                  <a:pt x="238876" y="192024"/>
                </a:lnTo>
                <a:lnTo>
                  <a:pt x="238831" y="191409"/>
                </a:lnTo>
                <a:lnTo>
                  <a:pt x="236188" y="180232"/>
                </a:lnTo>
                <a:lnTo>
                  <a:pt x="231782" y="169874"/>
                </a:lnTo>
                <a:lnTo>
                  <a:pt x="226387" y="161531"/>
                </a:lnTo>
                <a:close/>
              </a:path>
              <a:path w="240029" h="286384">
                <a:moveTo>
                  <a:pt x="221249" y="47686"/>
                </a:moveTo>
                <a:lnTo>
                  <a:pt x="109298" y="47686"/>
                </a:lnTo>
                <a:lnTo>
                  <a:pt x="123669" y="47872"/>
                </a:lnTo>
                <a:lnTo>
                  <a:pt x="133997" y="48182"/>
                </a:lnTo>
                <a:lnTo>
                  <a:pt x="169456" y="71437"/>
                </a:lnTo>
                <a:lnTo>
                  <a:pt x="169456" y="89433"/>
                </a:lnTo>
                <a:lnTo>
                  <a:pt x="137706" y="112915"/>
                </a:lnTo>
                <a:lnTo>
                  <a:pt x="106889" y="113906"/>
                </a:lnTo>
                <a:lnTo>
                  <a:pt x="211283" y="113906"/>
                </a:lnTo>
                <a:lnTo>
                  <a:pt x="225818" y="72034"/>
                </a:lnTo>
                <a:lnTo>
                  <a:pt x="225337" y="64287"/>
                </a:lnTo>
                <a:lnTo>
                  <a:pt x="225259" y="63028"/>
                </a:lnTo>
                <a:lnTo>
                  <a:pt x="223583" y="54470"/>
                </a:lnTo>
                <a:lnTo>
                  <a:pt x="221420" y="48182"/>
                </a:lnTo>
                <a:lnTo>
                  <a:pt x="221313" y="47872"/>
                </a:lnTo>
                <a:lnTo>
                  <a:pt x="221249" y="47686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2" name="object 172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4889207" y="7913966"/>
            <a:ext cx="1733842" cy="291109"/>
          </a:xfrm>
          <a:prstGeom prst="rect">
            <a:avLst/>
          </a:prstGeom>
        </p:spPr>
      </p:pic>
      <p:sp>
        <p:nvSpPr>
          <p:cNvPr id="173" name="object 173"/>
          <p:cNvSpPr/>
          <p:nvPr/>
        </p:nvSpPr>
        <p:spPr>
          <a:xfrm>
            <a:off x="6749516" y="8076095"/>
            <a:ext cx="222885" cy="41275"/>
          </a:xfrm>
          <a:custGeom>
            <a:avLst/>
            <a:gdLst/>
            <a:ahLst/>
            <a:cxnLst/>
            <a:rect l="l" t="t" r="r" b="b"/>
            <a:pathLst>
              <a:path w="222884" h="41275">
                <a:moveTo>
                  <a:pt x="222453" y="0"/>
                </a:moveTo>
                <a:lnTo>
                  <a:pt x="0" y="0"/>
                </a:lnTo>
                <a:lnTo>
                  <a:pt x="0" y="41071"/>
                </a:lnTo>
                <a:lnTo>
                  <a:pt x="222453" y="41071"/>
                </a:lnTo>
                <a:lnTo>
                  <a:pt x="222453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4" name="object 174"/>
          <p:cNvGrpSpPr/>
          <p:nvPr/>
        </p:nvGrpSpPr>
        <p:grpSpPr>
          <a:xfrm>
            <a:off x="7093280" y="7919516"/>
            <a:ext cx="1172210" cy="285750"/>
            <a:chOff x="7093280" y="7919516"/>
            <a:chExt cx="1172210" cy="285750"/>
          </a:xfrm>
        </p:grpSpPr>
        <p:pic>
          <p:nvPicPr>
            <p:cNvPr id="175" name="object 175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7093280" y="7988185"/>
              <a:ext cx="193865" cy="216890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7312583" y="7919516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75" y="0"/>
                  </a:moveTo>
                  <a:lnTo>
                    <a:pt x="25209" y="32156"/>
                  </a:lnTo>
                  <a:lnTo>
                    <a:pt x="25209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209" y="117081"/>
                  </a:lnTo>
                  <a:lnTo>
                    <a:pt x="25209" y="207568"/>
                  </a:lnTo>
                  <a:lnTo>
                    <a:pt x="26796" y="246265"/>
                  </a:lnTo>
                  <a:lnTo>
                    <a:pt x="51993" y="280593"/>
                  </a:lnTo>
                  <a:lnTo>
                    <a:pt x="78790" y="285559"/>
                  </a:lnTo>
                  <a:lnTo>
                    <a:pt x="90579" y="285038"/>
                  </a:lnTo>
                  <a:lnTo>
                    <a:pt x="101752" y="283475"/>
                  </a:lnTo>
                  <a:lnTo>
                    <a:pt x="112305" y="280871"/>
                  </a:lnTo>
                  <a:lnTo>
                    <a:pt x="122237" y="277228"/>
                  </a:lnTo>
                  <a:lnTo>
                    <a:pt x="117474" y="234759"/>
                  </a:lnTo>
                  <a:lnTo>
                    <a:pt x="107822" y="238201"/>
                  </a:lnTo>
                  <a:lnTo>
                    <a:pt x="100482" y="239915"/>
                  </a:lnTo>
                  <a:lnTo>
                    <a:pt x="91744" y="239915"/>
                  </a:lnTo>
                  <a:lnTo>
                    <a:pt x="88645" y="239052"/>
                  </a:lnTo>
                  <a:lnTo>
                    <a:pt x="80175" y="117081"/>
                  </a:lnTo>
                  <a:lnTo>
                    <a:pt x="117678" y="117081"/>
                  </a:lnTo>
                  <a:lnTo>
                    <a:pt x="117678" y="73431"/>
                  </a:lnTo>
                  <a:lnTo>
                    <a:pt x="80175" y="73431"/>
                  </a:lnTo>
                  <a:lnTo>
                    <a:pt x="801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7455725" y="7988185"/>
              <a:ext cx="214121" cy="216890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7710411" y="7988185"/>
              <a:ext cx="335660" cy="216890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8071523" y="7988185"/>
              <a:ext cx="193865" cy="216890"/>
            </a:xfrm>
            <a:prstGeom prst="rect">
              <a:avLst/>
            </a:prstGeom>
          </p:spPr>
        </p:pic>
      </p:grpSp>
      <p:grpSp>
        <p:nvGrpSpPr>
          <p:cNvPr id="180" name="object 180"/>
          <p:cNvGrpSpPr/>
          <p:nvPr/>
        </p:nvGrpSpPr>
        <p:grpSpPr>
          <a:xfrm>
            <a:off x="8424595" y="7913966"/>
            <a:ext cx="1310640" cy="291465"/>
            <a:chOff x="8424595" y="7913966"/>
            <a:chExt cx="1310640" cy="291465"/>
          </a:xfrm>
        </p:grpSpPr>
        <p:sp>
          <p:nvSpPr>
            <p:cNvPr id="181" name="object 181"/>
            <p:cNvSpPr/>
            <p:nvPr/>
          </p:nvSpPr>
          <p:spPr>
            <a:xfrm>
              <a:off x="8424595" y="7913966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4">
                  <a:moveTo>
                    <a:pt x="54775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8519668" y="7988185"/>
              <a:ext cx="193674" cy="216890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8743746" y="7988185"/>
              <a:ext cx="194665" cy="216890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8978341" y="7988185"/>
              <a:ext cx="134340" cy="212128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9136011" y="7988185"/>
              <a:ext cx="189102" cy="212128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9364700" y="7988185"/>
              <a:ext cx="193675" cy="216890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9600882" y="7988185"/>
              <a:ext cx="134340" cy="212128"/>
            </a:xfrm>
            <a:prstGeom prst="rect">
              <a:avLst/>
            </a:prstGeom>
          </p:spPr>
        </p:pic>
      </p:grpSp>
      <p:grpSp>
        <p:nvGrpSpPr>
          <p:cNvPr id="188" name="object 188"/>
          <p:cNvGrpSpPr/>
          <p:nvPr/>
        </p:nvGrpSpPr>
        <p:grpSpPr>
          <a:xfrm>
            <a:off x="9868496" y="7909000"/>
            <a:ext cx="834390" cy="370840"/>
            <a:chOff x="9868496" y="7909000"/>
            <a:chExt cx="834390" cy="370840"/>
          </a:xfrm>
        </p:grpSpPr>
        <p:sp>
          <p:nvSpPr>
            <p:cNvPr id="189" name="object 189"/>
            <p:cNvSpPr/>
            <p:nvPr/>
          </p:nvSpPr>
          <p:spPr>
            <a:xfrm>
              <a:off x="9868496" y="7988185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51206" y="4762"/>
                  </a:moveTo>
                  <a:lnTo>
                    <a:pt x="0" y="4762"/>
                  </a:lnTo>
                  <a:lnTo>
                    <a:pt x="0" y="291109"/>
                  </a:lnTo>
                  <a:lnTo>
                    <a:pt x="54775" y="291109"/>
                  </a:lnTo>
                  <a:lnTo>
                    <a:pt x="54775" y="186524"/>
                  </a:lnTo>
                  <a:lnTo>
                    <a:pt x="178120" y="186524"/>
                  </a:lnTo>
                  <a:lnTo>
                    <a:pt x="187396" y="173228"/>
                  </a:lnTo>
                  <a:lnTo>
                    <a:pt x="102006" y="173228"/>
                  </a:lnTo>
                  <a:lnTo>
                    <a:pt x="93160" y="172273"/>
                  </a:lnTo>
                  <a:lnTo>
                    <a:pt x="92608" y="172273"/>
                  </a:lnTo>
                  <a:lnTo>
                    <a:pt x="83496" y="169063"/>
                  </a:lnTo>
                  <a:lnTo>
                    <a:pt x="57653" y="135332"/>
                  </a:lnTo>
                  <a:lnTo>
                    <a:pt x="54315" y="107543"/>
                  </a:lnTo>
                  <a:lnTo>
                    <a:pt x="54294" y="107149"/>
                  </a:lnTo>
                  <a:lnTo>
                    <a:pt x="54178" y="104965"/>
                  </a:lnTo>
                  <a:lnTo>
                    <a:pt x="54911" y="92315"/>
                  </a:lnTo>
                  <a:lnTo>
                    <a:pt x="55009" y="90630"/>
                  </a:lnTo>
                  <a:lnTo>
                    <a:pt x="74435" y="52187"/>
                  </a:lnTo>
                  <a:lnTo>
                    <a:pt x="101003" y="43256"/>
                  </a:lnTo>
                  <a:lnTo>
                    <a:pt x="187799" y="43256"/>
                  </a:lnTo>
                  <a:lnTo>
                    <a:pt x="182004" y="35115"/>
                  </a:lnTo>
                  <a:lnTo>
                    <a:pt x="51206" y="35115"/>
                  </a:lnTo>
                  <a:lnTo>
                    <a:pt x="51206" y="4762"/>
                  </a:lnTo>
                  <a:close/>
                </a:path>
                <a:path w="202565" h="291465">
                  <a:moveTo>
                    <a:pt x="178120" y="186524"/>
                  </a:moveTo>
                  <a:lnTo>
                    <a:pt x="54775" y="186524"/>
                  </a:lnTo>
                  <a:lnTo>
                    <a:pt x="62411" y="194252"/>
                  </a:lnTo>
                  <a:lnTo>
                    <a:pt x="99025" y="215204"/>
                  </a:lnTo>
                  <a:lnTo>
                    <a:pt x="115493" y="216890"/>
                  </a:lnTo>
                  <a:lnTo>
                    <a:pt x="131797" y="215204"/>
                  </a:lnTo>
                  <a:lnTo>
                    <a:pt x="132548" y="215204"/>
                  </a:lnTo>
                  <a:lnTo>
                    <a:pt x="148929" y="209697"/>
                  </a:lnTo>
                  <a:lnTo>
                    <a:pt x="163540" y="200764"/>
                  </a:lnTo>
                  <a:lnTo>
                    <a:pt x="177012" y="188112"/>
                  </a:lnTo>
                  <a:lnTo>
                    <a:pt x="178120" y="186524"/>
                  </a:lnTo>
                  <a:close/>
                </a:path>
                <a:path w="202565" h="291465">
                  <a:moveTo>
                    <a:pt x="187799" y="43256"/>
                  </a:moveTo>
                  <a:lnTo>
                    <a:pt x="101003" y="43256"/>
                  </a:lnTo>
                  <a:lnTo>
                    <a:pt x="110247" y="44248"/>
                  </a:lnTo>
                  <a:lnTo>
                    <a:pt x="118719" y="47226"/>
                  </a:lnTo>
                  <a:lnTo>
                    <a:pt x="143179" y="79170"/>
                  </a:lnTo>
                  <a:lnTo>
                    <a:pt x="146317" y="104965"/>
                  </a:lnTo>
                  <a:lnTo>
                    <a:pt x="146435" y="107149"/>
                  </a:lnTo>
                  <a:lnTo>
                    <a:pt x="146456" y="107543"/>
                  </a:lnTo>
                  <a:lnTo>
                    <a:pt x="145786" y="121291"/>
                  </a:lnTo>
                  <a:lnTo>
                    <a:pt x="145661" y="123867"/>
                  </a:lnTo>
                  <a:lnTo>
                    <a:pt x="127007" y="164634"/>
                  </a:lnTo>
                  <a:lnTo>
                    <a:pt x="102006" y="173228"/>
                  </a:lnTo>
                  <a:lnTo>
                    <a:pt x="187396" y="173228"/>
                  </a:lnTo>
                  <a:lnTo>
                    <a:pt x="200824" y="131705"/>
                  </a:lnTo>
                  <a:lnTo>
                    <a:pt x="202387" y="107543"/>
                  </a:lnTo>
                  <a:lnTo>
                    <a:pt x="202412" y="107149"/>
                  </a:lnTo>
                  <a:lnTo>
                    <a:pt x="200836" y="83251"/>
                  </a:lnTo>
                  <a:lnTo>
                    <a:pt x="196108" y="62155"/>
                  </a:lnTo>
                  <a:lnTo>
                    <a:pt x="188230" y="43861"/>
                  </a:lnTo>
                  <a:lnTo>
                    <a:pt x="187799" y="43256"/>
                  </a:lnTo>
                  <a:close/>
                </a:path>
                <a:path w="202565" h="291465">
                  <a:moveTo>
                    <a:pt x="115887" y="0"/>
                  </a:moveTo>
                  <a:lnTo>
                    <a:pt x="77990" y="9715"/>
                  </a:lnTo>
                  <a:lnTo>
                    <a:pt x="51206" y="35115"/>
                  </a:lnTo>
                  <a:lnTo>
                    <a:pt x="182004" y="35115"/>
                  </a:lnTo>
                  <a:lnTo>
                    <a:pt x="149278" y="7094"/>
                  </a:lnTo>
                  <a:lnTo>
                    <a:pt x="11588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0" name="object 190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0112070" y="7988185"/>
              <a:ext cx="359473" cy="216890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10490492" y="7909000"/>
              <a:ext cx="212090" cy="291465"/>
            </a:xfrm>
            <a:custGeom>
              <a:avLst/>
              <a:gdLst/>
              <a:ahLst/>
              <a:cxnLst/>
              <a:rect l="l" t="t" r="r" b="b"/>
              <a:pathLst>
                <a:path w="212090" h="291465">
                  <a:moveTo>
                    <a:pt x="140093" y="7150"/>
                  </a:moveTo>
                  <a:lnTo>
                    <a:pt x="128816" y="4025"/>
                  </a:lnTo>
                  <a:lnTo>
                    <a:pt x="117411" y="1790"/>
                  </a:lnTo>
                  <a:lnTo>
                    <a:pt x="105892" y="457"/>
                  </a:lnTo>
                  <a:lnTo>
                    <a:pt x="94259" y="0"/>
                  </a:lnTo>
                  <a:lnTo>
                    <a:pt x="83324" y="520"/>
                  </a:lnTo>
                  <a:lnTo>
                    <a:pt x="43802" y="17475"/>
                  </a:lnTo>
                  <a:lnTo>
                    <a:pt x="30695" y="56007"/>
                  </a:lnTo>
                  <a:lnTo>
                    <a:pt x="30353" y="68262"/>
                  </a:lnTo>
                  <a:lnTo>
                    <a:pt x="30353" y="83947"/>
                  </a:lnTo>
                  <a:lnTo>
                    <a:pt x="0" y="83947"/>
                  </a:lnTo>
                  <a:lnTo>
                    <a:pt x="0" y="127000"/>
                  </a:lnTo>
                  <a:lnTo>
                    <a:pt x="30353" y="127000"/>
                  </a:lnTo>
                  <a:lnTo>
                    <a:pt x="30353" y="291312"/>
                  </a:lnTo>
                  <a:lnTo>
                    <a:pt x="85331" y="291312"/>
                  </a:lnTo>
                  <a:lnTo>
                    <a:pt x="85331" y="127000"/>
                  </a:lnTo>
                  <a:lnTo>
                    <a:pt x="126403" y="127000"/>
                  </a:lnTo>
                  <a:lnTo>
                    <a:pt x="126403" y="83947"/>
                  </a:lnTo>
                  <a:lnTo>
                    <a:pt x="85331" y="83947"/>
                  </a:lnTo>
                  <a:lnTo>
                    <a:pt x="85331" y="58674"/>
                  </a:lnTo>
                  <a:lnTo>
                    <a:pt x="87045" y="51549"/>
                  </a:lnTo>
                  <a:lnTo>
                    <a:pt x="93929" y="44132"/>
                  </a:lnTo>
                  <a:lnTo>
                    <a:pt x="99618" y="42265"/>
                  </a:lnTo>
                  <a:lnTo>
                    <a:pt x="115620" y="42265"/>
                  </a:lnTo>
                  <a:lnTo>
                    <a:pt x="124015" y="43332"/>
                  </a:lnTo>
                  <a:lnTo>
                    <a:pt x="132753" y="45440"/>
                  </a:lnTo>
                  <a:lnTo>
                    <a:pt x="140093" y="7150"/>
                  </a:lnTo>
                  <a:close/>
                </a:path>
                <a:path w="212090" h="291465">
                  <a:moveTo>
                    <a:pt x="212001" y="83947"/>
                  </a:moveTo>
                  <a:lnTo>
                    <a:pt x="157226" y="83947"/>
                  </a:lnTo>
                  <a:lnTo>
                    <a:pt x="157226" y="291312"/>
                  </a:lnTo>
                  <a:lnTo>
                    <a:pt x="212001" y="291312"/>
                  </a:lnTo>
                  <a:lnTo>
                    <a:pt x="212001" y="83947"/>
                  </a:lnTo>
                  <a:close/>
                </a:path>
                <a:path w="212090" h="291465">
                  <a:moveTo>
                    <a:pt x="212001" y="4965"/>
                  </a:moveTo>
                  <a:lnTo>
                    <a:pt x="157226" y="4965"/>
                  </a:lnTo>
                  <a:lnTo>
                    <a:pt x="157226" y="55765"/>
                  </a:lnTo>
                  <a:lnTo>
                    <a:pt x="212001" y="55765"/>
                  </a:lnTo>
                  <a:lnTo>
                    <a:pt x="212001" y="496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2" name="object 192"/>
          <p:cNvGrpSpPr/>
          <p:nvPr/>
        </p:nvGrpSpPr>
        <p:grpSpPr>
          <a:xfrm>
            <a:off x="10758868" y="7913966"/>
            <a:ext cx="508634" cy="291465"/>
            <a:chOff x="10758868" y="7913966"/>
            <a:chExt cx="508634" cy="291465"/>
          </a:xfrm>
        </p:grpSpPr>
        <p:sp>
          <p:nvSpPr>
            <p:cNvPr id="193" name="object 193"/>
            <p:cNvSpPr/>
            <p:nvPr/>
          </p:nvSpPr>
          <p:spPr>
            <a:xfrm>
              <a:off x="10758868" y="7913966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4">
                  <a:moveTo>
                    <a:pt x="54762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0853941" y="7988185"/>
              <a:ext cx="193675" cy="216890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1073054" y="7988185"/>
              <a:ext cx="193878" cy="216890"/>
            </a:xfrm>
            <a:prstGeom prst="rect">
              <a:avLst/>
            </a:prstGeom>
          </p:spPr>
        </p:pic>
      </p:grpSp>
      <p:grpSp>
        <p:nvGrpSpPr>
          <p:cNvPr id="196" name="object 196"/>
          <p:cNvGrpSpPr/>
          <p:nvPr/>
        </p:nvGrpSpPr>
        <p:grpSpPr>
          <a:xfrm>
            <a:off x="11411648" y="7913966"/>
            <a:ext cx="671830" cy="291465"/>
            <a:chOff x="11411648" y="7913966"/>
            <a:chExt cx="671830" cy="291465"/>
          </a:xfrm>
        </p:grpSpPr>
        <p:pic>
          <p:nvPicPr>
            <p:cNvPr id="197" name="object 197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1411648" y="7988185"/>
              <a:ext cx="194665" cy="216890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1648224" y="7988185"/>
              <a:ext cx="189115" cy="212128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11880788" y="7913966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87412" y="74218"/>
                  </a:moveTo>
                  <a:lnTo>
                    <a:pt x="68372" y="76028"/>
                  </a:lnTo>
                  <a:lnTo>
                    <a:pt x="69002" y="76028"/>
                  </a:lnTo>
                  <a:lnTo>
                    <a:pt x="52779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0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50"/>
                  </a:lnTo>
                  <a:lnTo>
                    <a:pt x="102284" y="247650"/>
                  </a:lnTo>
                  <a:lnTo>
                    <a:pt x="91980" y="246431"/>
                  </a:lnTo>
                  <a:lnTo>
                    <a:pt x="91254" y="246431"/>
                  </a:lnTo>
                  <a:lnTo>
                    <a:pt x="80957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53" y="90511"/>
                  </a:lnTo>
                  <a:lnTo>
                    <a:pt x="119806" y="81459"/>
                  </a:lnTo>
                  <a:lnTo>
                    <a:pt x="104192" y="76028"/>
                  </a:lnTo>
                  <a:lnTo>
                    <a:pt x="87412" y="74218"/>
                  </a:lnTo>
                  <a:close/>
                </a:path>
                <a:path w="202565" h="291465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5" h="291465">
                  <a:moveTo>
                    <a:pt x="202296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9" y="152647"/>
                  </a:lnTo>
                  <a:lnTo>
                    <a:pt x="147737" y="183349"/>
                  </a:lnTo>
                  <a:lnTo>
                    <a:pt x="146906" y="198423"/>
                  </a:lnTo>
                  <a:lnTo>
                    <a:pt x="127444" y="238606"/>
                  </a:lnTo>
                  <a:lnTo>
                    <a:pt x="102284" y="247650"/>
                  </a:lnTo>
                  <a:lnTo>
                    <a:pt x="202296" y="247650"/>
                  </a:lnTo>
                  <a:lnTo>
                    <a:pt x="202296" y="116281"/>
                  </a:lnTo>
                  <a:close/>
                </a:path>
                <a:path w="202565" h="291465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0" name="object 200"/>
          <p:cNvSpPr/>
          <p:nvPr/>
        </p:nvSpPr>
        <p:spPr>
          <a:xfrm>
            <a:off x="12248502" y="7913966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5" h="286384">
                <a:moveTo>
                  <a:pt x="54762" y="78981"/>
                </a:moveTo>
                <a:lnTo>
                  <a:pt x="0" y="78981"/>
                </a:lnTo>
                <a:lnTo>
                  <a:pt x="0" y="286346"/>
                </a:lnTo>
                <a:lnTo>
                  <a:pt x="54762" y="286346"/>
                </a:lnTo>
                <a:lnTo>
                  <a:pt x="54762" y="78981"/>
                </a:lnTo>
                <a:close/>
              </a:path>
              <a:path w="55245" h="286384">
                <a:moveTo>
                  <a:pt x="54762" y="0"/>
                </a:moveTo>
                <a:lnTo>
                  <a:pt x="0" y="0"/>
                </a:lnTo>
                <a:lnTo>
                  <a:pt x="0" y="50800"/>
                </a:lnTo>
                <a:lnTo>
                  <a:pt x="54762" y="50800"/>
                </a:lnTo>
                <a:lnTo>
                  <a:pt x="54762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1" name="object 201"/>
          <p:cNvGrpSpPr/>
          <p:nvPr/>
        </p:nvGrpSpPr>
        <p:grpSpPr>
          <a:xfrm>
            <a:off x="12359246" y="7913966"/>
            <a:ext cx="1878964" cy="291465"/>
            <a:chOff x="12359246" y="7913966"/>
            <a:chExt cx="1878964" cy="291465"/>
          </a:xfrm>
        </p:grpSpPr>
        <p:pic>
          <p:nvPicPr>
            <p:cNvPr id="202" name="object 202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2359246" y="7988185"/>
              <a:ext cx="189115" cy="212128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12581394" y="7919516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4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81" y="280593"/>
                  </a:lnTo>
                  <a:lnTo>
                    <a:pt x="78778" y="285559"/>
                  </a:lnTo>
                  <a:lnTo>
                    <a:pt x="90567" y="285038"/>
                  </a:lnTo>
                  <a:lnTo>
                    <a:pt x="101741" y="283475"/>
                  </a:lnTo>
                  <a:lnTo>
                    <a:pt x="112298" y="280871"/>
                  </a:lnTo>
                  <a:lnTo>
                    <a:pt x="122237" y="277228"/>
                  </a:lnTo>
                  <a:lnTo>
                    <a:pt x="117474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32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2721158" y="7988185"/>
              <a:ext cx="193675" cy="216890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2957340" y="7988185"/>
              <a:ext cx="338239" cy="216890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3325779" y="7988185"/>
              <a:ext cx="195668" cy="216890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13537756" y="7913966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19" h="291465">
                  <a:moveTo>
                    <a:pt x="122237" y="282778"/>
                  </a:moveTo>
                  <a:lnTo>
                    <a:pt x="117475" y="240309"/>
                  </a:lnTo>
                  <a:lnTo>
                    <a:pt x="107823" y="243751"/>
                  </a:lnTo>
                  <a:lnTo>
                    <a:pt x="100469" y="245465"/>
                  </a:lnTo>
                  <a:lnTo>
                    <a:pt x="91744" y="245465"/>
                  </a:lnTo>
                  <a:lnTo>
                    <a:pt x="88633" y="244602"/>
                  </a:lnTo>
                  <a:lnTo>
                    <a:pt x="80162" y="122631"/>
                  </a:lnTo>
                  <a:lnTo>
                    <a:pt x="117678" y="122631"/>
                  </a:lnTo>
                  <a:lnTo>
                    <a:pt x="117678" y="78981"/>
                  </a:lnTo>
                  <a:lnTo>
                    <a:pt x="80162" y="78981"/>
                  </a:lnTo>
                  <a:lnTo>
                    <a:pt x="80162" y="5549"/>
                  </a:lnTo>
                  <a:lnTo>
                    <a:pt x="25196" y="37706"/>
                  </a:lnTo>
                  <a:lnTo>
                    <a:pt x="25196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196" y="122631"/>
                  </a:lnTo>
                  <a:lnTo>
                    <a:pt x="25196" y="213118"/>
                  </a:lnTo>
                  <a:lnTo>
                    <a:pt x="25590" y="237388"/>
                  </a:lnTo>
                  <a:lnTo>
                    <a:pt x="38227" y="278409"/>
                  </a:lnTo>
                  <a:lnTo>
                    <a:pt x="78778" y="291109"/>
                  </a:lnTo>
                  <a:lnTo>
                    <a:pt x="90563" y="290588"/>
                  </a:lnTo>
                  <a:lnTo>
                    <a:pt x="101739" y="289026"/>
                  </a:lnTo>
                  <a:lnTo>
                    <a:pt x="112293" y="286423"/>
                  </a:lnTo>
                  <a:lnTo>
                    <a:pt x="122237" y="282778"/>
                  </a:lnTo>
                  <a:close/>
                </a:path>
                <a:path w="210819" h="291465">
                  <a:moveTo>
                    <a:pt x="210604" y="78981"/>
                  </a:moveTo>
                  <a:lnTo>
                    <a:pt x="155841" y="78981"/>
                  </a:lnTo>
                  <a:lnTo>
                    <a:pt x="155841" y="286346"/>
                  </a:lnTo>
                  <a:lnTo>
                    <a:pt x="210604" y="286346"/>
                  </a:lnTo>
                  <a:lnTo>
                    <a:pt x="210604" y="78981"/>
                  </a:lnTo>
                  <a:close/>
                </a:path>
                <a:path w="210819" h="291465">
                  <a:moveTo>
                    <a:pt x="210604" y="0"/>
                  </a:moveTo>
                  <a:lnTo>
                    <a:pt x="155841" y="0"/>
                  </a:lnTo>
                  <a:lnTo>
                    <a:pt x="155841" y="50800"/>
                  </a:lnTo>
                  <a:lnTo>
                    <a:pt x="210604" y="50800"/>
                  </a:lnTo>
                  <a:lnTo>
                    <a:pt x="21060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8" name="object 208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3792034" y="7988185"/>
              <a:ext cx="214121" cy="216890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4048701" y="7988185"/>
              <a:ext cx="189115" cy="212128"/>
            </a:xfrm>
            <a:prstGeom prst="rect">
              <a:avLst/>
            </a:prstGeom>
          </p:spPr>
        </p:pic>
      </p:grpSp>
      <p:grpSp>
        <p:nvGrpSpPr>
          <p:cNvPr id="210" name="object 210"/>
          <p:cNvGrpSpPr/>
          <p:nvPr/>
        </p:nvGrpSpPr>
        <p:grpSpPr>
          <a:xfrm>
            <a:off x="14392416" y="7913966"/>
            <a:ext cx="889635" cy="291465"/>
            <a:chOff x="14392416" y="7913966"/>
            <a:chExt cx="889635" cy="291465"/>
          </a:xfrm>
        </p:grpSpPr>
        <p:sp>
          <p:nvSpPr>
            <p:cNvPr id="211" name="object 211"/>
            <p:cNvSpPr/>
            <p:nvPr/>
          </p:nvSpPr>
          <p:spPr>
            <a:xfrm>
              <a:off x="14392416" y="7913966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87412" y="74218"/>
                  </a:moveTo>
                  <a:lnTo>
                    <a:pt x="68372" y="76028"/>
                  </a:lnTo>
                  <a:lnTo>
                    <a:pt x="69002" y="76028"/>
                  </a:lnTo>
                  <a:lnTo>
                    <a:pt x="52779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5" y="246431"/>
                  </a:lnTo>
                  <a:lnTo>
                    <a:pt x="53425" y="283916"/>
                  </a:lnTo>
                  <a:lnTo>
                    <a:pt x="86612" y="291109"/>
                  </a:lnTo>
                  <a:lnTo>
                    <a:pt x="95332" y="290563"/>
                  </a:lnTo>
                  <a:lnTo>
                    <a:pt x="137612" y="271362"/>
                  </a:lnTo>
                  <a:lnTo>
                    <a:pt x="151496" y="255790"/>
                  </a:lnTo>
                  <a:lnTo>
                    <a:pt x="202309" y="255790"/>
                  </a:lnTo>
                  <a:lnTo>
                    <a:pt x="202309" y="247650"/>
                  </a:lnTo>
                  <a:lnTo>
                    <a:pt x="102296" y="247650"/>
                  </a:lnTo>
                  <a:lnTo>
                    <a:pt x="91986" y="246431"/>
                  </a:lnTo>
                  <a:lnTo>
                    <a:pt x="91259" y="246431"/>
                  </a:lnTo>
                  <a:lnTo>
                    <a:pt x="80959" y="242289"/>
                  </a:lnTo>
                  <a:lnTo>
                    <a:pt x="58137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75" y="125105"/>
                  </a:lnTo>
                  <a:lnTo>
                    <a:pt x="101890" y="116281"/>
                  </a:lnTo>
                  <a:lnTo>
                    <a:pt x="202309" y="116281"/>
                  </a:lnTo>
                  <a:lnTo>
                    <a:pt x="202309" y="103187"/>
                  </a:lnTo>
                  <a:lnTo>
                    <a:pt x="147534" y="103187"/>
                  </a:lnTo>
                  <a:lnTo>
                    <a:pt x="134253" y="90511"/>
                  </a:lnTo>
                  <a:lnTo>
                    <a:pt x="119806" y="81459"/>
                  </a:lnTo>
                  <a:lnTo>
                    <a:pt x="104192" y="76028"/>
                  </a:lnTo>
                  <a:lnTo>
                    <a:pt x="87412" y="74218"/>
                  </a:lnTo>
                  <a:close/>
                </a:path>
                <a:path w="202565" h="291465">
                  <a:moveTo>
                    <a:pt x="202309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309" y="286346"/>
                  </a:lnTo>
                  <a:lnTo>
                    <a:pt x="202309" y="255790"/>
                  </a:lnTo>
                  <a:close/>
                </a:path>
                <a:path w="202565" h="291465">
                  <a:moveTo>
                    <a:pt x="202309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9" y="152647"/>
                  </a:lnTo>
                  <a:lnTo>
                    <a:pt x="147737" y="183349"/>
                  </a:lnTo>
                  <a:lnTo>
                    <a:pt x="146906" y="198423"/>
                  </a:lnTo>
                  <a:lnTo>
                    <a:pt x="127444" y="238606"/>
                  </a:lnTo>
                  <a:lnTo>
                    <a:pt x="102296" y="247650"/>
                  </a:lnTo>
                  <a:lnTo>
                    <a:pt x="202309" y="247650"/>
                  </a:lnTo>
                  <a:lnTo>
                    <a:pt x="202309" y="116281"/>
                  </a:lnTo>
                  <a:close/>
                </a:path>
                <a:path w="202565" h="291465">
                  <a:moveTo>
                    <a:pt x="202309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309" y="103187"/>
                  </a:lnTo>
                  <a:lnTo>
                    <a:pt x="20230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2" name="object 212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4634488" y="7988185"/>
              <a:ext cx="194678" cy="216890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14848852" y="7919516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5" h="285750">
                  <a:moveTo>
                    <a:pt x="80187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93" y="280593"/>
                  </a:lnTo>
                  <a:lnTo>
                    <a:pt x="78790" y="285559"/>
                  </a:lnTo>
                  <a:lnTo>
                    <a:pt x="90577" y="285038"/>
                  </a:lnTo>
                  <a:lnTo>
                    <a:pt x="101746" y="283475"/>
                  </a:lnTo>
                  <a:lnTo>
                    <a:pt x="112294" y="280871"/>
                  </a:lnTo>
                  <a:lnTo>
                    <a:pt x="122224" y="277228"/>
                  </a:lnTo>
                  <a:lnTo>
                    <a:pt x="117525" y="234759"/>
                  </a:lnTo>
                  <a:lnTo>
                    <a:pt x="107873" y="238201"/>
                  </a:lnTo>
                  <a:lnTo>
                    <a:pt x="100507" y="239915"/>
                  </a:lnTo>
                  <a:lnTo>
                    <a:pt x="91744" y="239915"/>
                  </a:lnTo>
                  <a:lnTo>
                    <a:pt x="88569" y="239052"/>
                  </a:lnTo>
                  <a:lnTo>
                    <a:pt x="80187" y="117081"/>
                  </a:lnTo>
                  <a:lnTo>
                    <a:pt x="117652" y="117081"/>
                  </a:lnTo>
                  <a:lnTo>
                    <a:pt x="117652" y="73431"/>
                  </a:lnTo>
                  <a:lnTo>
                    <a:pt x="80187" y="73431"/>
                  </a:lnTo>
                  <a:lnTo>
                    <a:pt x="8018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4" name="object 214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4990254" y="7988185"/>
              <a:ext cx="194563" cy="216890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15227236" y="8145347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4" h="55245">
                  <a:moveTo>
                    <a:pt x="54737" y="0"/>
                  </a:moveTo>
                  <a:lnTo>
                    <a:pt x="0" y="0"/>
                  </a:lnTo>
                  <a:lnTo>
                    <a:pt x="0" y="54965"/>
                  </a:lnTo>
                  <a:lnTo>
                    <a:pt x="54737" y="54965"/>
                  </a:lnTo>
                  <a:lnTo>
                    <a:pt x="5473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6" name="object 2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40073" y="8573465"/>
            <a:ext cx="99019" cy="99021"/>
          </a:xfrm>
          <a:prstGeom prst="rect">
            <a:avLst/>
          </a:prstGeom>
        </p:spPr>
      </p:pic>
      <p:grpSp>
        <p:nvGrpSpPr>
          <p:cNvPr id="217" name="object 217"/>
          <p:cNvGrpSpPr/>
          <p:nvPr/>
        </p:nvGrpSpPr>
        <p:grpSpPr>
          <a:xfrm>
            <a:off x="2889953" y="8476830"/>
            <a:ext cx="1130300" cy="370840"/>
            <a:chOff x="2889953" y="8476830"/>
            <a:chExt cx="1130300" cy="370840"/>
          </a:xfrm>
        </p:grpSpPr>
        <p:sp>
          <p:nvSpPr>
            <p:cNvPr id="218" name="object 218"/>
            <p:cNvSpPr/>
            <p:nvPr/>
          </p:nvSpPr>
          <p:spPr>
            <a:xfrm>
              <a:off x="2889953" y="8476830"/>
              <a:ext cx="240029" cy="286385"/>
            </a:xfrm>
            <a:custGeom>
              <a:avLst/>
              <a:gdLst/>
              <a:ahLst/>
              <a:cxnLst/>
              <a:rect l="l" t="t" r="r" b="b"/>
              <a:pathLst>
                <a:path w="240030" h="286384">
                  <a:moveTo>
                    <a:pt x="114498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97431" y="286346"/>
                  </a:lnTo>
                  <a:lnTo>
                    <a:pt x="122472" y="286073"/>
                  </a:lnTo>
                  <a:lnTo>
                    <a:pt x="167083" y="284365"/>
                  </a:lnTo>
                  <a:lnTo>
                    <a:pt x="205779" y="270865"/>
                  </a:lnTo>
                  <a:lnTo>
                    <a:pt x="230583" y="241300"/>
                  </a:lnTo>
                  <a:lnTo>
                    <a:pt x="231948" y="238125"/>
                  </a:lnTo>
                  <a:lnTo>
                    <a:pt x="57744" y="238125"/>
                  </a:lnTo>
                  <a:lnTo>
                    <a:pt x="57744" y="161531"/>
                  </a:lnTo>
                  <a:lnTo>
                    <a:pt x="226394" y="161531"/>
                  </a:lnTo>
                  <a:lnTo>
                    <a:pt x="225623" y="160337"/>
                  </a:lnTo>
                  <a:lnTo>
                    <a:pt x="217908" y="151778"/>
                  </a:lnTo>
                  <a:lnTo>
                    <a:pt x="208656" y="144560"/>
                  </a:lnTo>
                  <a:lnTo>
                    <a:pt x="197866" y="138681"/>
                  </a:lnTo>
                  <a:lnTo>
                    <a:pt x="185538" y="134137"/>
                  </a:lnTo>
                  <a:lnTo>
                    <a:pt x="194294" y="129453"/>
                  </a:lnTo>
                  <a:lnTo>
                    <a:pt x="202108" y="123726"/>
                  </a:lnTo>
                  <a:lnTo>
                    <a:pt x="208979" y="116956"/>
                  </a:lnTo>
                  <a:lnTo>
                    <a:pt x="211294" y="113906"/>
                  </a:lnTo>
                  <a:lnTo>
                    <a:pt x="57744" y="113906"/>
                  </a:lnTo>
                  <a:lnTo>
                    <a:pt x="57744" y="47686"/>
                  </a:lnTo>
                  <a:lnTo>
                    <a:pt x="221254" y="47686"/>
                  </a:lnTo>
                  <a:lnTo>
                    <a:pt x="220798" y="46359"/>
                  </a:lnTo>
                  <a:lnTo>
                    <a:pt x="194864" y="14681"/>
                  </a:lnTo>
                  <a:lnTo>
                    <a:pt x="155686" y="1564"/>
                  </a:lnTo>
                  <a:lnTo>
                    <a:pt x="130385" y="173"/>
                  </a:lnTo>
                  <a:lnTo>
                    <a:pt x="114498" y="0"/>
                  </a:lnTo>
                  <a:close/>
                </a:path>
                <a:path w="240030" h="286384">
                  <a:moveTo>
                    <a:pt x="226394" y="161531"/>
                  </a:moveTo>
                  <a:lnTo>
                    <a:pt x="104377" y="161531"/>
                  </a:lnTo>
                  <a:lnTo>
                    <a:pt x="122385" y="161791"/>
                  </a:lnTo>
                  <a:lnTo>
                    <a:pt x="136921" y="162571"/>
                  </a:lnTo>
                  <a:lnTo>
                    <a:pt x="173631" y="178790"/>
                  </a:lnTo>
                  <a:lnTo>
                    <a:pt x="177866" y="184746"/>
                  </a:lnTo>
                  <a:lnTo>
                    <a:pt x="179983" y="192024"/>
                  </a:lnTo>
                  <a:lnTo>
                    <a:pt x="179983" y="200621"/>
                  </a:lnTo>
                  <a:lnTo>
                    <a:pt x="159609" y="234746"/>
                  </a:lnTo>
                  <a:lnTo>
                    <a:pt x="121707" y="238125"/>
                  </a:lnTo>
                  <a:lnTo>
                    <a:pt x="231948" y="238125"/>
                  </a:lnTo>
                  <a:lnTo>
                    <a:pt x="234577" y="232008"/>
                  </a:lnTo>
                  <a:lnTo>
                    <a:pt x="237430" y="222594"/>
                  </a:lnTo>
                  <a:lnTo>
                    <a:pt x="239141" y="213058"/>
                  </a:lnTo>
                  <a:lnTo>
                    <a:pt x="239712" y="203403"/>
                  </a:lnTo>
                  <a:lnTo>
                    <a:pt x="238877" y="192024"/>
                  </a:lnTo>
                  <a:lnTo>
                    <a:pt x="238831" y="191409"/>
                  </a:lnTo>
                  <a:lnTo>
                    <a:pt x="236190" y="180232"/>
                  </a:lnTo>
                  <a:lnTo>
                    <a:pt x="231787" y="169874"/>
                  </a:lnTo>
                  <a:lnTo>
                    <a:pt x="226394" y="161531"/>
                  </a:lnTo>
                  <a:close/>
                </a:path>
                <a:path w="240030" h="286384">
                  <a:moveTo>
                    <a:pt x="221254" y="47686"/>
                  </a:moveTo>
                  <a:lnTo>
                    <a:pt x="109301" y="47686"/>
                  </a:lnTo>
                  <a:lnTo>
                    <a:pt x="123675" y="47872"/>
                  </a:lnTo>
                  <a:lnTo>
                    <a:pt x="134006" y="48182"/>
                  </a:lnTo>
                  <a:lnTo>
                    <a:pt x="169464" y="71437"/>
                  </a:lnTo>
                  <a:lnTo>
                    <a:pt x="169464" y="89433"/>
                  </a:lnTo>
                  <a:lnTo>
                    <a:pt x="137714" y="112915"/>
                  </a:lnTo>
                  <a:lnTo>
                    <a:pt x="106890" y="113906"/>
                  </a:lnTo>
                  <a:lnTo>
                    <a:pt x="211294" y="113906"/>
                  </a:lnTo>
                  <a:lnTo>
                    <a:pt x="225821" y="72034"/>
                  </a:lnTo>
                  <a:lnTo>
                    <a:pt x="225341" y="64287"/>
                  </a:lnTo>
                  <a:lnTo>
                    <a:pt x="225263" y="63028"/>
                  </a:lnTo>
                  <a:lnTo>
                    <a:pt x="223588" y="54470"/>
                  </a:lnTo>
                  <a:lnTo>
                    <a:pt x="221425" y="48182"/>
                  </a:lnTo>
                  <a:lnTo>
                    <a:pt x="221318" y="47872"/>
                  </a:lnTo>
                  <a:lnTo>
                    <a:pt x="221254" y="4768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3163775" y="8551049"/>
              <a:ext cx="194666" cy="216890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3374754" y="8555811"/>
              <a:ext cx="213360" cy="292100"/>
            </a:xfrm>
            <a:custGeom>
              <a:avLst/>
              <a:gdLst/>
              <a:ahLst/>
              <a:cxnLst/>
              <a:rect l="l" t="t" r="r" b="b"/>
              <a:pathLst>
                <a:path w="213360" h="292100">
                  <a:moveTo>
                    <a:pt x="213325" y="0"/>
                  </a:moveTo>
                  <a:lnTo>
                    <a:pt x="156366" y="0"/>
                  </a:lnTo>
                  <a:lnTo>
                    <a:pt x="107953" y="147231"/>
                  </a:lnTo>
                  <a:lnTo>
                    <a:pt x="58339" y="0"/>
                  </a:lnTo>
                  <a:lnTo>
                    <a:pt x="0" y="0"/>
                  </a:lnTo>
                  <a:lnTo>
                    <a:pt x="78781" y="207962"/>
                  </a:lnTo>
                  <a:lnTo>
                    <a:pt x="76114" y="216292"/>
                  </a:lnTo>
                  <a:lnTo>
                    <a:pt x="45417" y="247133"/>
                  </a:lnTo>
                  <a:lnTo>
                    <a:pt x="36512" y="247840"/>
                  </a:lnTo>
                  <a:lnTo>
                    <a:pt x="29632" y="247840"/>
                  </a:lnTo>
                  <a:lnTo>
                    <a:pt x="21893" y="246989"/>
                  </a:lnTo>
                  <a:lnTo>
                    <a:pt x="13294" y="245262"/>
                  </a:lnTo>
                  <a:lnTo>
                    <a:pt x="18056" y="288328"/>
                  </a:lnTo>
                  <a:lnTo>
                    <a:pt x="25734" y="289718"/>
                  </a:lnTo>
                  <a:lnTo>
                    <a:pt x="33485" y="290710"/>
                  </a:lnTo>
                  <a:lnTo>
                    <a:pt x="41311" y="291305"/>
                  </a:lnTo>
                  <a:lnTo>
                    <a:pt x="49212" y="291503"/>
                  </a:lnTo>
                  <a:lnTo>
                    <a:pt x="56839" y="291291"/>
                  </a:lnTo>
                  <a:lnTo>
                    <a:pt x="103712" y="275031"/>
                  </a:lnTo>
                  <a:lnTo>
                    <a:pt x="127003" y="235737"/>
                  </a:lnTo>
                  <a:lnTo>
                    <a:pt x="21332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1" name="object 221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3607168" y="8551049"/>
              <a:ext cx="193675" cy="216890"/>
            </a:xfrm>
            <a:prstGeom prst="rect">
              <a:avLst/>
            </a:prstGeom>
          </p:spPr>
        </p:pic>
        <p:pic>
          <p:nvPicPr>
            <p:cNvPr id="222" name="object 222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826281" y="8551049"/>
              <a:ext cx="193878" cy="216890"/>
            </a:xfrm>
            <a:prstGeom prst="rect">
              <a:avLst/>
            </a:prstGeom>
          </p:spPr>
        </p:pic>
      </p:grpSp>
      <p:grpSp>
        <p:nvGrpSpPr>
          <p:cNvPr id="223" name="object 223"/>
          <p:cNvGrpSpPr/>
          <p:nvPr/>
        </p:nvGrpSpPr>
        <p:grpSpPr>
          <a:xfrm>
            <a:off x="4068216" y="8476830"/>
            <a:ext cx="522605" cy="291465"/>
            <a:chOff x="4068216" y="8476830"/>
            <a:chExt cx="522605" cy="291465"/>
          </a:xfrm>
        </p:grpSpPr>
        <p:sp>
          <p:nvSpPr>
            <p:cNvPr id="224" name="object 224"/>
            <p:cNvSpPr/>
            <p:nvPr/>
          </p:nvSpPr>
          <p:spPr>
            <a:xfrm>
              <a:off x="4068216" y="8476830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4">
                  <a:moveTo>
                    <a:pt x="54762" y="78981"/>
                  </a:moveTo>
                  <a:lnTo>
                    <a:pt x="0" y="78981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78981"/>
                  </a:lnTo>
                  <a:close/>
                </a:path>
                <a:path w="55245" h="286384">
                  <a:moveTo>
                    <a:pt x="54762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762" y="50800"/>
                  </a:lnTo>
                  <a:lnTo>
                    <a:pt x="547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5" name="object 225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4164876" y="8551049"/>
              <a:ext cx="194665" cy="216890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4401451" y="8551049"/>
              <a:ext cx="189115" cy="212128"/>
            </a:xfrm>
            <a:prstGeom prst="rect">
              <a:avLst/>
            </a:prstGeom>
          </p:spPr>
        </p:pic>
      </p:grpSp>
      <p:grpSp>
        <p:nvGrpSpPr>
          <p:cNvPr id="227" name="object 227"/>
          <p:cNvGrpSpPr/>
          <p:nvPr/>
        </p:nvGrpSpPr>
        <p:grpSpPr>
          <a:xfrm>
            <a:off x="4758550" y="8476830"/>
            <a:ext cx="2087880" cy="370840"/>
            <a:chOff x="4758550" y="8476830"/>
            <a:chExt cx="2087880" cy="370840"/>
          </a:xfrm>
        </p:grpSpPr>
        <p:sp>
          <p:nvSpPr>
            <p:cNvPr id="228" name="object 228"/>
            <p:cNvSpPr/>
            <p:nvPr/>
          </p:nvSpPr>
          <p:spPr>
            <a:xfrm>
              <a:off x="4758550" y="8476830"/>
              <a:ext cx="258445" cy="286385"/>
            </a:xfrm>
            <a:custGeom>
              <a:avLst/>
              <a:gdLst/>
              <a:ahLst/>
              <a:cxnLst/>
              <a:rect l="l" t="t" r="r" b="b"/>
              <a:pathLst>
                <a:path w="258445" h="286384">
                  <a:moveTo>
                    <a:pt x="252209" y="0"/>
                  </a:moveTo>
                  <a:lnTo>
                    <a:pt x="174625" y="0"/>
                  </a:lnTo>
                  <a:lnTo>
                    <a:pt x="57746" y="127203"/>
                  </a:lnTo>
                  <a:lnTo>
                    <a:pt x="57746" y="0"/>
                  </a:lnTo>
                  <a:lnTo>
                    <a:pt x="0" y="0"/>
                  </a:lnTo>
                  <a:lnTo>
                    <a:pt x="0" y="286346"/>
                  </a:lnTo>
                  <a:lnTo>
                    <a:pt x="57746" y="286346"/>
                  </a:lnTo>
                  <a:lnTo>
                    <a:pt x="57746" y="199821"/>
                  </a:lnTo>
                  <a:lnTo>
                    <a:pt x="104571" y="152006"/>
                  </a:lnTo>
                  <a:lnTo>
                    <a:pt x="183362" y="286346"/>
                  </a:lnTo>
                  <a:lnTo>
                    <a:pt x="258165" y="286346"/>
                  </a:lnTo>
                  <a:lnTo>
                    <a:pt x="144462" y="111518"/>
                  </a:lnTo>
                  <a:lnTo>
                    <a:pt x="25220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9" name="object 229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5045862" y="8551049"/>
              <a:ext cx="189115" cy="212128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5277929" y="8551049"/>
              <a:ext cx="214109" cy="216890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5508002" y="8476830"/>
              <a:ext cx="393065" cy="286385"/>
            </a:xfrm>
            <a:custGeom>
              <a:avLst/>
              <a:gdLst/>
              <a:ahLst/>
              <a:cxnLst/>
              <a:rect l="l" t="t" r="r" b="b"/>
              <a:pathLst>
                <a:path w="393064" h="286384">
                  <a:moveTo>
                    <a:pt x="309168" y="78981"/>
                  </a:moveTo>
                  <a:lnTo>
                    <a:pt x="254990" y="78981"/>
                  </a:lnTo>
                  <a:lnTo>
                    <a:pt x="215506" y="214909"/>
                  </a:lnTo>
                  <a:lnTo>
                    <a:pt x="180784" y="78981"/>
                  </a:lnTo>
                  <a:lnTo>
                    <a:pt x="127990" y="78981"/>
                  </a:lnTo>
                  <a:lnTo>
                    <a:pt x="92075" y="214909"/>
                  </a:lnTo>
                  <a:lnTo>
                    <a:pt x="53378" y="78981"/>
                  </a:lnTo>
                  <a:lnTo>
                    <a:pt x="0" y="78981"/>
                  </a:lnTo>
                  <a:lnTo>
                    <a:pt x="65684" y="286346"/>
                  </a:lnTo>
                  <a:lnTo>
                    <a:pt x="118872" y="286346"/>
                  </a:lnTo>
                  <a:lnTo>
                    <a:pt x="154190" y="152996"/>
                  </a:lnTo>
                  <a:lnTo>
                    <a:pt x="189903" y="286346"/>
                  </a:lnTo>
                  <a:lnTo>
                    <a:pt x="242493" y="286346"/>
                  </a:lnTo>
                  <a:lnTo>
                    <a:pt x="309168" y="78981"/>
                  </a:lnTo>
                  <a:close/>
                </a:path>
                <a:path w="393064" h="286384">
                  <a:moveTo>
                    <a:pt x="392925" y="0"/>
                  </a:moveTo>
                  <a:lnTo>
                    <a:pt x="338162" y="0"/>
                  </a:lnTo>
                  <a:lnTo>
                    <a:pt x="338162" y="286346"/>
                  </a:lnTo>
                  <a:lnTo>
                    <a:pt x="392925" y="286346"/>
                  </a:lnTo>
                  <a:lnTo>
                    <a:pt x="39292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2" name="object 232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5941237" y="8551049"/>
              <a:ext cx="193675" cy="216890"/>
            </a:xfrm>
            <a:prstGeom prst="rect">
              <a:avLst/>
            </a:prstGeom>
          </p:spPr>
        </p:pic>
        <p:sp>
          <p:nvSpPr>
            <p:cNvPr id="233" name="object 233"/>
            <p:cNvSpPr/>
            <p:nvPr/>
          </p:nvSpPr>
          <p:spPr>
            <a:xfrm>
              <a:off x="6167602" y="8476830"/>
              <a:ext cx="447040" cy="370840"/>
            </a:xfrm>
            <a:custGeom>
              <a:avLst/>
              <a:gdLst/>
              <a:ahLst/>
              <a:cxnLst/>
              <a:rect l="l" t="t" r="r" b="b"/>
              <a:pathLst>
                <a:path w="447040" h="370840">
                  <a:moveTo>
                    <a:pt x="202298" y="0"/>
                  </a:moveTo>
                  <a:lnTo>
                    <a:pt x="147726" y="0"/>
                  </a:lnTo>
                  <a:lnTo>
                    <a:pt x="147726" y="183349"/>
                  </a:lnTo>
                  <a:lnTo>
                    <a:pt x="146888" y="198424"/>
                  </a:lnTo>
                  <a:lnTo>
                    <a:pt x="127431" y="238607"/>
                  </a:lnTo>
                  <a:lnTo>
                    <a:pt x="102285" y="247650"/>
                  </a:lnTo>
                  <a:lnTo>
                    <a:pt x="91973" y="246443"/>
                  </a:lnTo>
                  <a:lnTo>
                    <a:pt x="91249" y="246443"/>
                  </a:lnTo>
                  <a:lnTo>
                    <a:pt x="60985" y="217639"/>
                  </a:lnTo>
                  <a:lnTo>
                    <a:pt x="55854" y="178193"/>
                  </a:lnTo>
                  <a:lnTo>
                    <a:pt x="56667" y="163690"/>
                  </a:lnTo>
                  <a:lnTo>
                    <a:pt x="75869" y="125107"/>
                  </a:lnTo>
                  <a:lnTo>
                    <a:pt x="101892" y="116281"/>
                  </a:lnTo>
                  <a:lnTo>
                    <a:pt x="111455" y="117271"/>
                  </a:lnTo>
                  <a:lnTo>
                    <a:pt x="144500" y="152654"/>
                  </a:lnTo>
                  <a:lnTo>
                    <a:pt x="147637" y="181775"/>
                  </a:lnTo>
                  <a:lnTo>
                    <a:pt x="147726" y="183349"/>
                  </a:lnTo>
                  <a:lnTo>
                    <a:pt x="147726" y="0"/>
                  </a:lnTo>
                  <a:lnTo>
                    <a:pt x="147535" y="0"/>
                  </a:lnTo>
                  <a:lnTo>
                    <a:pt x="147535" y="103187"/>
                  </a:lnTo>
                  <a:lnTo>
                    <a:pt x="134239" y="90512"/>
                  </a:lnTo>
                  <a:lnTo>
                    <a:pt x="119786" y="81470"/>
                  </a:lnTo>
                  <a:lnTo>
                    <a:pt x="104178" y="76034"/>
                  </a:lnTo>
                  <a:lnTo>
                    <a:pt x="87401" y="74218"/>
                  </a:lnTo>
                  <a:lnTo>
                    <a:pt x="68364" y="76034"/>
                  </a:lnTo>
                  <a:lnTo>
                    <a:pt x="68999" y="76034"/>
                  </a:lnTo>
                  <a:lnTo>
                    <a:pt x="52768" y="81114"/>
                  </a:lnTo>
                  <a:lnTo>
                    <a:pt x="13843" y="117068"/>
                  </a:lnTo>
                  <a:lnTo>
                    <a:pt x="1447" y="157060"/>
                  </a:lnTo>
                  <a:lnTo>
                    <a:pt x="0" y="183349"/>
                  </a:lnTo>
                  <a:lnTo>
                    <a:pt x="1473" y="206159"/>
                  </a:lnTo>
                  <a:lnTo>
                    <a:pt x="14173" y="246443"/>
                  </a:lnTo>
                  <a:lnTo>
                    <a:pt x="53416" y="283921"/>
                  </a:lnTo>
                  <a:lnTo>
                    <a:pt x="86614" y="291109"/>
                  </a:lnTo>
                  <a:lnTo>
                    <a:pt x="95326" y="290576"/>
                  </a:lnTo>
                  <a:lnTo>
                    <a:pt x="137604" y="271373"/>
                  </a:lnTo>
                  <a:lnTo>
                    <a:pt x="151498" y="255790"/>
                  </a:lnTo>
                  <a:lnTo>
                    <a:pt x="151498" y="286346"/>
                  </a:lnTo>
                  <a:lnTo>
                    <a:pt x="202298" y="286346"/>
                  </a:lnTo>
                  <a:lnTo>
                    <a:pt x="202298" y="255790"/>
                  </a:lnTo>
                  <a:lnTo>
                    <a:pt x="202298" y="247650"/>
                  </a:lnTo>
                  <a:lnTo>
                    <a:pt x="202298" y="116281"/>
                  </a:lnTo>
                  <a:lnTo>
                    <a:pt x="202298" y="103187"/>
                  </a:lnTo>
                  <a:lnTo>
                    <a:pt x="202298" y="0"/>
                  </a:lnTo>
                  <a:close/>
                </a:path>
                <a:path w="447040" h="370840">
                  <a:moveTo>
                    <a:pt x="446659" y="78981"/>
                  </a:moveTo>
                  <a:lnTo>
                    <a:pt x="395262" y="78981"/>
                  </a:lnTo>
                  <a:lnTo>
                    <a:pt x="395262" y="107950"/>
                  </a:lnTo>
                  <a:lnTo>
                    <a:pt x="392607" y="105016"/>
                  </a:lnTo>
                  <a:lnTo>
                    <a:pt x="392607" y="178396"/>
                  </a:lnTo>
                  <a:lnTo>
                    <a:pt x="392582" y="181368"/>
                  </a:lnTo>
                  <a:lnTo>
                    <a:pt x="391833" y="193776"/>
                  </a:lnTo>
                  <a:lnTo>
                    <a:pt x="391807" y="194233"/>
                  </a:lnTo>
                  <a:lnTo>
                    <a:pt x="371462" y="233286"/>
                  </a:lnTo>
                  <a:lnTo>
                    <a:pt x="363207" y="238277"/>
                  </a:lnTo>
                  <a:lnTo>
                    <a:pt x="363067" y="238277"/>
                  </a:lnTo>
                  <a:lnTo>
                    <a:pt x="354418" y="241134"/>
                  </a:lnTo>
                  <a:lnTo>
                    <a:pt x="354266" y="241134"/>
                  </a:lnTo>
                  <a:lnTo>
                    <a:pt x="344868" y="242087"/>
                  </a:lnTo>
                  <a:lnTo>
                    <a:pt x="335800" y="241134"/>
                  </a:lnTo>
                  <a:lnTo>
                    <a:pt x="303580" y="206971"/>
                  </a:lnTo>
                  <a:lnTo>
                    <a:pt x="300570" y="181368"/>
                  </a:lnTo>
                  <a:lnTo>
                    <a:pt x="300482" y="179781"/>
                  </a:lnTo>
                  <a:lnTo>
                    <a:pt x="300418" y="178396"/>
                  </a:lnTo>
                  <a:lnTo>
                    <a:pt x="301155" y="164668"/>
                  </a:lnTo>
                  <a:lnTo>
                    <a:pt x="301205" y="163639"/>
                  </a:lnTo>
                  <a:lnTo>
                    <a:pt x="319989" y="124879"/>
                  </a:lnTo>
                  <a:lnTo>
                    <a:pt x="327571" y="120205"/>
                  </a:lnTo>
                  <a:lnTo>
                    <a:pt x="327431" y="120205"/>
                  </a:lnTo>
                  <a:lnTo>
                    <a:pt x="336283" y="117271"/>
                  </a:lnTo>
                  <a:lnTo>
                    <a:pt x="336105" y="117271"/>
                  </a:lnTo>
                  <a:lnTo>
                    <a:pt x="345859" y="116281"/>
                  </a:lnTo>
                  <a:lnTo>
                    <a:pt x="385203" y="140766"/>
                  </a:lnTo>
                  <a:lnTo>
                    <a:pt x="392607" y="178396"/>
                  </a:lnTo>
                  <a:lnTo>
                    <a:pt x="392607" y="105016"/>
                  </a:lnTo>
                  <a:lnTo>
                    <a:pt x="381914" y="93192"/>
                  </a:lnTo>
                  <a:lnTo>
                    <a:pt x="366877" y="82651"/>
                  </a:lnTo>
                  <a:lnTo>
                    <a:pt x="350164" y="76327"/>
                  </a:lnTo>
                  <a:lnTo>
                    <a:pt x="331762" y="74218"/>
                  </a:lnTo>
                  <a:lnTo>
                    <a:pt x="313867" y="75946"/>
                  </a:lnTo>
                  <a:lnTo>
                    <a:pt x="269265" y="101803"/>
                  </a:lnTo>
                  <a:lnTo>
                    <a:pt x="250507" y="135496"/>
                  </a:lnTo>
                  <a:lnTo>
                    <a:pt x="244436" y="178396"/>
                  </a:lnTo>
                  <a:lnTo>
                    <a:pt x="244259" y="181368"/>
                  </a:lnTo>
                  <a:lnTo>
                    <a:pt x="245440" y="201358"/>
                  </a:lnTo>
                  <a:lnTo>
                    <a:pt x="263309" y="251028"/>
                  </a:lnTo>
                  <a:lnTo>
                    <a:pt x="292074" y="277520"/>
                  </a:lnTo>
                  <a:lnTo>
                    <a:pt x="310032" y="284251"/>
                  </a:lnTo>
                  <a:lnTo>
                    <a:pt x="310743" y="284251"/>
                  </a:lnTo>
                  <a:lnTo>
                    <a:pt x="329590" y="286346"/>
                  </a:lnTo>
                  <a:lnTo>
                    <a:pt x="347522" y="284251"/>
                  </a:lnTo>
                  <a:lnTo>
                    <a:pt x="363855" y="277964"/>
                  </a:lnTo>
                  <a:lnTo>
                    <a:pt x="378587" y="267487"/>
                  </a:lnTo>
                  <a:lnTo>
                    <a:pt x="391693" y="252806"/>
                  </a:lnTo>
                  <a:lnTo>
                    <a:pt x="391693" y="295275"/>
                  </a:lnTo>
                  <a:lnTo>
                    <a:pt x="390931" y="302679"/>
                  </a:lnTo>
                  <a:lnTo>
                    <a:pt x="390842" y="303669"/>
                  </a:lnTo>
                  <a:lnTo>
                    <a:pt x="389115" y="308178"/>
                  </a:lnTo>
                  <a:lnTo>
                    <a:pt x="356095" y="328206"/>
                  </a:lnTo>
                  <a:lnTo>
                    <a:pt x="346049" y="328612"/>
                  </a:lnTo>
                  <a:lnTo>
                    <a:pt x="334810" y="328612"/>
                  </a:lnTo>
                  <a:lnTo>
                    <a:pt x="326605" y="326631"/>
                  </a:lnTo>
                  <a:lnTo>
                    <a:pt x="321449" y="322656"/>
                  </a:lnTo>
                  <a:lnTo>
                    <a:pt x="317614" y="319874"/>
                  </a:lnTo>
                  <a:lnTo>
                    <a:pt x="315163" y="314858"/>
                  </a:lnTo>
                  <a:lnTo>
                    <a:pt x="314185" y="308178"/>
                  </a:lnTo>
                  <a:lnTo>
                    <a:pt x="314109" y="307581"/>
                  </a:lnTo>
                  <a:lnTo>
                    <a:pt x="251396" y="300037"/>
                  </a:lnTo>
                  <a:lnTo>
                    <a:pt x="263601" y="342811"/>
                  </a:lnTo>
                  <a:lnTo>
                    <a:pt x="303034" y="365975"/>
                  </a:lnTo>
                  <a:lnTo>
                    <a:pt x="348043" y="370484"/>
                  </a:lnTo>
                  <a:lnTo>
                    <a:pt x="361416" y="370116"/>
                  </a:lnTo>
                  <a:lnTo>
                    <a:pt x="402932" y="361365"/>
                  </a:lnTo>
                  <a:lnTo>
                    <a:pt x="433158" y="336156"/>
                  </a:lnTo>
                  <a:lnTo>
                    <a:pt x="437083" y="328612"/>
                  </a:lnTo>
                  <a:lnTo>
                    <a:pt x="446265" y="282308"/>
                  </a:lnTo>
                  <a:lnTo>
                    <a:pt x="446659" y="252806"/>
                  </a:lnTo>
                  <a:lnTo>
                    <a:pt x="446659" y="242087"/>
                  </a:lnTo>
                  <a:lnTo>
                    <a:pt x="446659" y="116281"/>
                  </a:lnTo>
                  <a:lnTo>
                    <a:pt x="446659" y="107950"/>
                  </a:lnTo>
                  <a:lnTo>
                    <a:pt x="446659" y="78981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4" name="object 234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6652450" y="8551049"/>
              <a:ext cx="193675" cy="216890"/>
            </a:xfrm>
            <a:prstGeom prst="rect">
              <a:avLst/>
            </a:prstGeom>
          </p:spPr>
        </p:pic>
      </p:grpSp>
      <p:grpSp>
        <p:nvGrpSpPr>
          <p:cNvPr id="235" name="object 235"/>
          <p:cNvGrpSpPr/>
          <p:nvPr/>
        </p:nvGrpSpPr>
        <p:grpSpPr>
          <a:xfrm>
            <a:off x="6981926" y="8476830"/>
            <a:ext cx="920115" cy="291465"/>
            <a:chOff x="6981926" y="8476830"/>
            <a:chExt cx="920115" cy="291465"/>
          </a:xfrm>
        </p:grpSpPr>
        <p:sp>
          <p:nvSpPr>
            <p:cNvPr id="236" name="object 236"/>
            <p:cNvSpPr/>
            <p:nvPr/>
          </p:nvSpPr>
          <p:spPr>
            <a:xfrm>
              <a:off x="6981926" y="8477249"/>
              <a:ext cx="227965" cy="285750"/>
            </a:xfrm>
            <a:custGeom>
              <a:avLst/>
              <a:gdLst/>
              <a:ahLst/>
              <a:cxnLst/>
              <a:rect l="l" t="t" r="r" b="b"/>
              <a:pathLst>
                <a:path w="227965" h="285750">
                  <a:moveTo>
                    <a:pt x="227596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85128" y="48260"/>
                  </a:lnTo>
                  <a:lnTo>
                    <a:pt x="85128" y="285750"/>
                  </a:lnTo>
                  <a:lnTo>
                    <a:pt x="142875" y="285750"/>
                  </a:lnTo>
                  <a:lnTo>
                    <a:pt x="142875" y="48260"/>
                  </a:lnTo>
                  <a:lnTo>
                    <a:pt x="227596" y="48260"/>
                  </a:lnTo>
                  <a:lnTo>
                    <a:pt x="2275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7" name="object 237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7244143" y="8551049"/>
              <a:ext cx="338251" cy="216890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7612595" y="8551049"/>
              <a:ext cx="195656" cy="216890"/>
            </a:xfrm>
            <a:prstGeom prst="rect">
              <a:avLst/>
            </a:prstGeom>
          </p:spPr>
        </p:pic>
        <p:sp>
          <p:nvSpPr>
            <p:cNvPr id="239" name="object 239"/>
            <p:cNvSpPr/>
            <p:nvPr/>
          </p:nvSpPr>
          <p:spPr>
            <a:xfrm>
              <a:off x="7847190" y="8476830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4">
                  <a:moveTo>
                    <a:pt x="54762" y="78981"/>
                  </a:moveTo>
                  <a:lnTo>
                    <a:pt x="0" y="78981"/>
                  </a:lnTo>
                  <a:lnTo>
                    <a:pt x="0" y="286346"/>
                  </a:lnTo>
                  <a:lnTo>
                    <a:pt x="54762" y="286346"/>
                  </a:lnTo>
                  <a:lnTo>
                    <a:pt x="54762" y="78981"/>
                  </a:lnTo>
                  <a:close/>
                </a:path>
                <a:path w="55245" h="286384">
                  <a:moveTo>
                    <a:pt x="54762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762" y="50800"/>
                  </a:lnTo>
                  <a:lnTo>
                    <a:pt x="547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0" name="object 240"/>
          <p:cNvGrpSpPr/>
          <p:nvPr/>
        </p:nvGrpSpPr>
        <p:grpSpPr>
          <a:xfrm>
            <a:off x="7957934" y="8551049"/>
            <a:ext cx="434975" cy="296545"/>
            <a:chOff x="7957934" y="8551049"/>
            <a:chExt cx="434975" cy="296545"/>
          </a:xfrm>
        </p:grpSpPr>
        <p:pic>
          <p:nvPicPr>
            <p:cNvPr id="241" name="object 241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957934" y="8551049"/>
              <a:ext cx="189115" cy="212128"/>
            </a:xfrm>
            <a:prstGeom prst="rect">
              <a:avLst/>
            </a:prstGeom>
          </p:spPr>
        </p:pic>
        <p:sp>
          <p:nvSpPr>
            <p:cNvPr id="242" name="object 242"/>
            <p:cNvSpPr/>
            <p:nvPr/>
          </p:nvSpPr>
          <p:spPr>
            <a:xfrm>
              <a:off x="8190395" y="8551049"/>
              <a:ext cx="202565" cy="296545"/>
            </a:xfrm>
            <a:custGeom>
              <a:avLst/>
              <a:gdLst/>
              <a:ahLst/>
              <a:cxnLst/>
              <a:rect l="l" t="t" r="r" b="b"/>
              <a:pathLst>
                <a:path w="202565" h="296545">
                  <a:moveTo>
                    <a:pt x="7137" y="225818"/>
                  </a:moveTo>
                  <a:lnTo>
                    <a:pt x="19345" y="268580"/>
                  </a:lnTo>
                  <a:lnTo>
                    <a:pt x="58785" y="291750"/>
                  </a:lnTo>
                  <a:lnTo>
                    <a:pt x="103784" y="296265"/>
                  </a:lnTo>
                  <a:lnTo>
                    <a:pt x="117167" y="295893"/>
                  </a:lnTo>
                  <a:lnTo>
                    <a:pt x="158685" y="287146"/>
                  </a:lnTo>
                  <a:lnTo>
                    <a:pt x="188909" y="261934"/>
                  </a:lnTo>
                  <a:lnTo>
                    <a:pt x="192826" y="254393"/>
                  </a:lnTo>
                  <a:lnTo>
                    <a:pt x="90550" y="254393"/>
                  </a:lnTo>
                  <a:lnTo>
                    <a:pt x="82346" y="252412"/>
                  </a:lnTo>
                  <a:lnTo>
                    <a:pt x="77190" y="248437"/>
                  </a:lnTo>
                  <a:lnTo>
                    <a:pt x="73355" y="245656"/>
                  </a:lnTo>
                  <a:lnTo>
                    <a:pt x="70904" y="240639"/>
                  </a:lnTo>
                  <a:lnTo>
                    <a:pt x="69936" y="233959"/>
                  </a:lnTo>
                  <a:lnTo>
                    <a:pt x="69850" y="233362"/>
                  </a:lnTo>
                  <a:lnTo>
                    <a:pt x="7137" y="225818"/>
                  </a:lnTo>
                  <a:close/>
                </a:path>
                <a:path w="202565" h="296545">
                  <a:moveTo>
                    <a:pt x="202399" y="178587"/>
                  </a:moveTo>
                  <a:lnTo>
                    <a:pt x="147434" y="178587"/>
                  </a:lnTo>
                  <a:lnTo>
                    <a:pt x="147434" y="221056"/>
                  </a:lnTo>
                  <a:lnTo>
                    <a:pt x="146683" y="228460"/>
                  </a:lnTo>
                  <a:lnTo>
                    <a:pt x="111847" y="253984"/>
                  </a:lnTo>
                  <a:lnTo>
                    <a:pt x="101803" y="254393"/>
                  </a:lnTo>
                  <a:lnTo>
                    <a:pt x="192839" y="254393"/>
                  </a:lnTo>
                  <a:lnTo>
                    <a:pt x="202016" y="208083"/>
                  </a:lnTo>
                  <a:lnTo>
                    <a:pt x="202347" y="193263"/>
                  </a:lnTo>
                  <a:lnTo>
                    <a:pt x="202399" y="178587"/>
                  </a:lnTo>
                  <a:close/>
                </a:path>
                <a:path w="202565" h="296545">
                  <a:moveTo>
                    <a:pt x="87515" y="0"/>
                  </a:moveTo>
                  <a:lnTo>
                    <a:pt x="38363" y="15516"/>
                  </a:lnTo>
                  <a:lnTo>
                    <a:pt x="6249" y="61266"/>
                  </a:lnTo>
                  <a:lnTo>
                    <a:pt x="189" y="104178"/>
                  </a:lnTo>
                  <a:lnTo>
                    <a:pt x="101" y="105562"/>
                  </a:lnTo>
                  <a:lnTo>
                    <a:pt x="4762" y="145403"/>
                  </a:lnTo>
                  <a:lnTo>
                    <a:pt x="32344" y="192261"/>
                  </a:lnTo>
                  <a:lnTo>
                    <a:pt x="65784" y="210032"/>
                  </a:lnTo>
                  <a:lnTo>
                    <a:pt x="66490" y="210032"/>
                  </a:lnTo>
                  <a:lnTo>
                    <a:pt x="85331" y="212128"/>
                  </a:lnTo>
                  <a:lnTo>
                    <a:pt x="103273" y="210032"/>
                  </a:lnTo>
                  <a:lnTo>
                    <a:pt x="119607" y="203744"/>
                  </a:lnTo>
                  <a:lnTo>
                    <a:pt x="134328" y="193263"/>
                  </a:lnTo>
                  <a:lnTo>
                    <a:pt x="147434" y="178587"/>
                  </a:lnTo>
                  <a:lnTo>
                    <a:pt x="202399" y="178587"/>
                  </a:lnTo>
                  <a:lnTo>
                    <a:pt x="202399" y="167868"/>
                  </a:lnTo>
                  <a:lnTo>
                    <a:pt x="100609" y="167868"/>
                  </a:lnTo>
                  <a:lnTo>
                    <a:pt x="91553" y="166913"/>
                  </a:lnTo>
                  <a:lnTo>
                    <a:pt x="59332" y="132751"/>
                  </a:lnTo>
                  <a:lnTo>
                    <a:pt x="57035" y="120014"/>
                  </a:lnTo>
                  <a:lnTo>
                    <a:pt x="56952" y="119556"/>
                  </a:lnTo>
                  <a:lnTo>
                    <a:pt x="56312" y="107149"/>
                  </a:lnTo>
                  <a:lnTo>
                    <a:pt x="56230" y="105562"/>
                  </a:lnTo>
                  <a:lnTo>
                    <a:pt x="56159" y="104178"/>
                  </a:lnTo>
                  <a:lnTo>
                    <a:pt x="63301" y="65998"/>
                  </a:lnTo>
                  <a:lnTo>
                    <a:pt x="83323" y="45985"/>
                  </a:lnTo>
                  <a:lnTo>
                    <a:pt x="83180" y="45985"/>
                  </a:lnTo>
                  <a:lnTo>
                    <a:pt x="92032" y="43043"/>
                  </a:lnTo>
                  <a:lnTo>
                    <a:pt x="91852" y="43043"/>
                  </a:lnTo>
                  <a:lnTo>
                    <a:pt x="101600" y="42062"/>
                  </a:lnTo>
                  <a:lnTo>
                    <a:pt x="202399" y="42062"/>
                  </a:lnTo>
                  <a:lnTo>
                    <a:pt x="202399" y="33731"/>
                  </a:lnTo>
                  <a:lnTo>
                    <a:pt x="151015" y="33731"/>
                  </a:lnTo>
                  <a:lnTo>
                    <a:pt x="137666" y="18972"/>
                  </a:lnTo>
                  <a:lnTo>
                    <a:pt x="122632" y="8431"/>
                  </a:lnTo>
                  <a:lnTo>
                    <a:pt x="105915" y="2107"/>
                  </a:lnTo>
                  <a:lnTo>
                    <a:pt x="87515" y="0"/>
                  </a:lnTo>
                  <a:close/>
                </a:path>
                <a:path w="202565" h="296545">
                  <a:moveTo>
                    <a:pt x="202399" y="42062"/>
                  </a:moveTo>
                  <a:lnTo>
                    <a:pt x="101600" y="42062"/>
                  </a:lnTo>
                  <a:lnTo>
                    <a:pt x="111284" y="43043"/>
                  </a:lnTo>
                  <a:lnTo>
                    <a:pt x="120103" y="45985"/>
                  </a:lnTo>
                  <a:lnTo>
                    <a:pt x="145102" y="77435"/>
                  </a:lnTo>
                  <a:lnTo>
                    <a:pt x="148348" y="104178"/>
                  </a:lnTo>
                  <a:lnTo>
                    <a:pt x="148329" y="107149"/>
                  </a:lnTo>
                  <a:lnTo>
                    <a:pt x="147585" y="119556"/>
                  </a:lnTo>
                  <a:lnTo>
                    <a:pt x="147557" y="120014"/>
                  </a:lnTo>
                  <a:lnTo>
                    <a:pt x="127214" y="159054"/>
                  </a:lnTo>
                  <a:lnTo>
                    <a:pt x="118954" y="164049"/>
                  </a:lnTo>
                  <a:lnTo>
                    <a:pt x="118822" y="164049"/>
                  </a:lnTo>
                  <a:lnTo>
                    <a:pt x="110173" y="166913"/>
                  </a:lnTo>
                  <a:lnTo>
                    <a:pt x="110009" y="166913"/>
                  </a:lnTo>
                  <a:lnTo>
                    <a:pt x="100609" y="167868"/>
                  </a:lnTo>
                  <a:lnTo>
                    <a:pt x="202399" y="167868"/>
                  </a:lnTo>
                  <a:lnTo>
                    <a:pt x="202399" y="42062"/>
                  </a:lnTo>
                  <a:close/>
                </a:path>
                <a:path w="202565" h="296545">
                  <a:moveTo>
                    <a:pt x="202399" y="4762"/>
                  </a:moveTo>
                  <a:lnTo>
                    <a:pt x="151015" y="4762"/>
                  </a:lnTo>
                  <a:lnTo>
                    <a:pt x="151015" y="33731"/>
                  </a:lnTo>
                  <a:lnTo>
                    <a:pt x="202399" y="33731"/>
                  </a:lnTo>
                  <a:lnTo>
                    <a:pt x="202399" y="4762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3" name="object 243"/>
          <p:cNvGrpSpPr/>
          <p:nvPr/>
        </p:nvGrpSpPr>
        <p:grpSpPr>
          <a:xfrm>
            <a:off x="8557806" y="8476830"/>
            <a:ext cx="1000125" cy="291465"/>
            <a:chOff x="8557806" y="8476830"/>
            <a:chExt cx="1000125" cy="291465"/>
          </a:xfrm>
        </p:grpSpPr>
        <p:sp>
          <p:nvSpPr>
            <p:cNvPr id="244" name="object 244"/>
            <p:cNvSpPr/>
            <p:nvPr/>
          </p:nvSpPr>
          <p:spPr>
            <a:xfrm>
              <a:off x="8557806" y="8476830"/>
              <a:ext cx="276860" cy="286385"/>
            </a:xfrm>
            <a:custGeom>
              <a:avLst/>
              <a:gdLst/>
              <a:ahLst/>
              <a:cxnLst/>
              <a:rect l="l" t="t" r="r" b="b"/>
              <a:pathLst>
                <a:path w="276859" h="286384">
                  <a:moveTo>
                    <a:pt x="276631" y="0"/>
                  </a:moveTo>
                  <a:lnTo>
                    <a:pt x="189915" y="0"/>
                  </a:lnTo>
                  <a:lnTo>
                    <a:pt x="138518" y="195262"/>
                  </a:lnTo>
                  <a:lnTo>
                    <a:pt x="86525" y="0"/>
                  </a:lnTo>
                  <a:lnTo>
                    <a:pt x="0" y="0"/>
                  </a:lnTo>
                  <a:lnTo>
                    <a:pt x="0" y="286346"/>
                  </a:lnTo>
                  <a:lnTo>
                    <a:pt x="53581" y="286346"/>
                  </a:lnTo>
                  <a:lnTo>
                    <a:pt x="53581" y="60921"/>
                  </a:lnTo>
                  <a:lnTo>
                    <a:pt x="110337" y="286346"/>
                  </a:lnTo>
                  <a:lnTo>
                    <a:pt x="165900" y="286346"/>
                  </a:lnTo>
                  <a:lnTo>
                    <a:pt x="222846" y="60921"/>
                  </a:lnTo>
                  <a:lnTo>
                    <a:pt x="222846" y="286346"/>
                  </a:lnTo>
                  <a:lnTo>
                    <a:pt x="276631" y="286346"/>
                  </a:lnTo>
                  <a:lnTo>
                    <a:pt x="27663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5" name="object 245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8878748" y="8551049"/>
              <a:ext cx="214121" cy="216890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9123617" y="8476830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87413" y="74218"/>
                  </a:moveTo>
                  <a:lnTo>
                    <a:pt x="68373" y="76028"/>
                  </a:lnTo>
                  <a:lnTo>
                    <a:pt x="69003" y="76028"/>
                  </a:lnTo>
                  <a:lnTo>
                    <a:pt x="52780" y="81114"/>
                  </a:lnTo>
                  <a:lnTo>
                    <a:pt x="13849" y="117067"/>
                  </a:lnTo>
                  <a:lnTo>
                    <a:pt x="1447" y="157052"/>
                  </a:lnTo>
                  <a:lnTo>
                    <a:pt x="0" y="183349"/>
                  </a:lnTo>
                  <a:lnTo>
                    <a:pt x="1485" y="206154"/>
                  </a:lnTo>
                  <a:lnTo>
                    <a:pt x="14186" y="246431"/>
                  </a:lnTo>
                  <a:lnTo>
                    <a:pt x="53426" y="283916"/>
                  </a:lnTo>
                  <a:lnTo>
                    <a:pt x="86613" y="291109"/>
                  </a:lnTo>
                  <a:lnTo>
                    <a:pt x="95333" y="290563"/>
                  </a:lnTo>
                  <a:lnTo>
                    <a:pt x="137611" y="271362"/>
                  </a:lnTo>
                  <a:lnTo>
                    <a:pt x="151497" y="255790"/>
                  </a:lnTo>
                  <a:lnTo>
                    <a:pt x="202297" y="255790"/>
                  </a:lnTo>
                  <a:lnTo>
                    <a:pt x="202297" y="247650"/>
                  </a:lnTo>
                  <a:lnTo>
                    <a:pt x="102284" y="247650"/>
                  </a:lnTo>
                  <a:lnTo>
                    <a:pt x="91982" y="246431"/>
                  </a:lnTo>
                  <a:lnTo>
                    <a:pt x="91255" y="246431"/>
                  </a:lnTo>
                  <a:lnTo>
                    <a:pt x="80958" y="242289"/>
                  </a:lnTo>
                  <a:lnTo>
                    <a:pt x="58138" y="206770"/>
                  </a:lnTo>
                  <a:lnTo>
                    <a:pt x="55853" y="178193"/>
                  </a:lnTo>
                  <a:lnTo>
                    <a:pt x="56672" y="163684"/>
                  </a:lnTo>
                  <a:lnTo>
                    <a:pt x="75870" y="125105"/>
                  </a:lnTo>
                  <a:lnTo>
                    <a:pt x="101891" y="116281"/>
                  </a:lnTo>
                  <a:lnTo>
                    <a:pt x="202297" y="116281"/>
                  </a:lnTo>
                  <a:lnTo>
                    <a:pt x="202297" y="103187"/>
                  </a:lnTo>
                  <a:lnTo>
                    <a:pt x="147534" y="103187"/>
                  </a:lnTo>
                  <a:lnTo>
                    <a:pt x="134254" y="90511"/>
                  </a:lnTo>
                  <a:lnTo>
                    <a:pt x="119807" y="81459"/>
                  </a:lnTo>
                  <a:lnTo>
                    <a:pt x="104193" y="76028"/>
                  </a:lnTo>
                  <a:lnTo>
                    <a:pt x="87413" y="74218"/>
                  </a:lnTo>
                  <a:close/>
                </a:path>
                <a:path w="202565" h="291465">
                  <a:moveTo>
                    <a:pt x="202297" y="255790"/>
                  </a:moveTo>
                  <a:lnTo>
                    <a:pt x="151497" y="255790"/>
                  </a:lnTo>
                  <a:lnTo>
                    <a:pt x="151497" y="286346"/>
                  </a:lnTo>
                  <a:lnTo>
                    <a:pt x="202297" y="286346"/>
                  </a:lnTo>
                  <a:lnTo>
                    <a:pt x="202297" y="255790"/>
                  </a:lnTo>
                  <a:close/>
                </a:path>
                <a:path w="202565" h="291465">
                  <a:moveTo>
                    <a:pt x="202297" y="116281"/>
                  </a:moveTo>
                  <a:lnTo>
                    <a:pt x="101891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10" y="152647"/>
                  </a:lnTo>
                  <a:lnTo>
                    <a:pt x="147738" y="183349"/>
                  </a:lnTo>
                  <a:lnTo>
                    <a:pt x="146907" y="198423"/>
                  </a:lnTo>
                  <a:lnTo>
                    <a:pt x="127445" y="238606"/>
                  </a:lnTo>
                  <a:lnTo>
                    <a:pt x="102284" y="247650"/>
                  </a:lnTo>
                  <a:lnTo>
                    <a:pt x="202297" y="247650"/>
                  </a:lnTo>
                  <a:lnTo>
                    <a:pt x="202297" y="116281"/>
                  </a:lnTo>
                  <a:close/>
                </a:path>
                <a:path w="202565" h="291465">
                  <a:moveTo>
                    <a:pt x="202297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7" y="103187"/>
                  </a:lnTo>
                  <a:lnTo>
                    <a:pt x="20229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7" name="object 247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9364103" y="8551049"/>
              <a:ext cx="193675" cy="216890"/>
            </a:xfrm>
            <a:prstGeom prst="rect">
              <a:avLst/>
            </a:prstGeom>
          </p:spPr>
        </p:pic>
      </p:grpSp>
      <p:sp>
        <p:nvSpPr>
          <p:cNvPr id="248" name="object 248"/>
          <p:cNvSpPr/>
          <p:nvPr/>
        </p:nvSpPr>
        <p:spPr>
          <a:xfrm>
            <a:off x="9602673" y="8476830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5" h="286384">
                <a:moveTo>
                  <a:pt x="54762" y="0"/>
                </a:moveTo>
                <a:lnTo>
                  <a:pt x="0" y="0"/>
                </a:lnTo>
                <a:lnTo>
                  <a:pt x="0" y="286346"/>
                </a:lnTo>
                <a:lnTo>
                  <a:pt x="54762" y="286346"/>
                </a:lnTo>
                <a:lnTo>
                  <a:pt x="54762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9795395" y="8638958"/>
            <a:ext cx="222885" cy="41275"/>
          </a:xfrm>
          <a:custGeom>
            <a:avLst/>
            <a:gdLst/>
            <a:ahLst/>
            <a:cxnLst/>
            <a:rect l="l" t="t" r="r" b="b"/>
            <a:pathLst>
              <a:path w="222884" h="41275">
                <a:moveTo>
                  <a:pt x="222453" y="0"/>
                </a:moveTo>
                <a:lnTo>
                  <a:pt x="0" y="0"/>
                </a:lnTo>
                <a:lnTo>
                  <a:pt x="0" y="41071"/>
                </a:lnTo>
                <a:lnTo>
                  <a:pt x="222453" y="41071"/>
                </a:lnTo>
                <a:lnTo>
                  <a:pt x="222453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0" name="object 250"/>
          <p:cNvGrpSpPr/>
          <p:nvPr/>
        </p:nvGrpSpPr>
        <p:grpSpPr>
          <a:xfrm>
            <a:off x="10157409" y="8476830"/>
            <a:ext cx="880744" cy="291465"/>
            <a:chOff x="10157409" y="8476830"/>
            <a:chExt cx="880744" cy="291465"/>
          </a:xfrm>
        </p:grpSpPr>
        <p:pic>
          <p:nvPicPr>
            <p:cNvPr id="251" name="object 251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0157409" y="8555811"/>
              <a:ext cx="188709" cy="212128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0383520" y="8551049"/>
              <a:ext cx="193865" cy="216890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0609377" y="8551049"/>
              <a:ext cx="193675" cy="216890"/>
            </a:xfrm>
            <a:prstGeom prst="rect">
              <a:avLst/>
            </a:prstGeom>
          </p:spPr>
        </p:pic>
        <p:sp>
          <p:nvSpPr>
            <p:cNvPr id="254" name="object 254"/>
            <p:cNvSpPr/>
            <p:nvPr/>
          </p:nvSpPr>
          <p:spPr>
            <a:xfrm>
              <a:off x="10835742" y="8476830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5" h="291465">
                  <a:moveTo>
                    <a:pt x="87400" y="74218"/>
                  </a:moveTo>
                  <a:lnTo>
                    <a:pt x="68368" y="76028"/>
                  </a:lnTo>
                  <a:lnTo>
                    <a:pt x="68998" y="76028"/>
                  </a:lnTo>
                  <a:lnTo>
                    <a:pt x="52778" y="81114"/>
                  </a:lnTo>
                  <a:lnTo>
                    <a:pt x="13849" y="117067"/>
                  </a:lnTo>
                  <a:lnTo>
                    <a:pt x="1447" y="157052"/>
                  </a:lnTo>
                  <a:lnTo>
                    <a:pt x="0" y="183349"/>
                  </a:lnTo>
                  <a:lnTo>
                    <a:pt x="1483" y="206154"/>
                  </a:lnTo>
                  <a:lnTo>
                    <a:pt x="14181" y="246431"/>
                  </a:lnTo>
                  <a:lnTo>
                    <a:pt x="53421" y="283916"/>
                  </a:lnTo>
                  <a:lnTo>
                    <a:pt x="86613" y="291109"/>
                  </a:lnTo>
                  <a:lnTo>
                    <a:pt x="95333" y="290563"/>
                  </a:lnTo>
                  <a:lnTo>
                    <a:pt x="137611" y="271362"/>
                  </a:lnTo>
                  <a:lnTo>
                    <a:pt x="151497" y="255790"/>
                  </a:lnTo>
                  <a:lnTo>
                    <a:pt x="202297" y="255790"/>
                  </a:lnTo>
                  <a:lnTo>
                    <a:pt x="202297" y="247650"/>
                  </a:lnTo>
                  <a:lnTo>
                    <a:pt x="102284" y="247650"/>
                  </a:lnTo>
                  <a:lnTo>
                    <a:pt x="91982" y="246431"/>
                  </a:lnTo>
                  <a:lnTo>
                    <a:pt x="91255" y="246431"/>
                  </a:lnTo>
                  <a:lnTo>
                    <a:pt x="80958" y="242289"/>
                  </a:lnTo>
                  <a:lnTo>
                    <a:pt x="58138" y="206770"/>
                  </a:lnTo>
                  <a:lnTo>
                    <a:pt x="55853" y="178193"/>
                  </a:lnTo>
                  <a:lnTo>
                    <a:pt x="56672" y="163684"/>
                  </a:lnTo>
                  <a:lnTo>
                    <a:pt x="75870" y="125105"/>
                  </a:lnTo>
                  <a:lnTo>
                    <a:pt x="101891" y="116281"/>
                  </a:lnTo>
                  <a:lnTo>
                    <a:pt x="202297" y="116281"/>
                  </a:lnTo>
                  <a:lnTo>
                    <a:pt x="202297" y="103187"/>
                  </a:lnTo>
                  <a:lnTo>
                    <a:pt x="147535" y="103187"/>
                  </a:lnTo>
                  <a:lnTo>
                    <a:pt x="134247" y="90511"/>
                  </a:lnTo>
                  <a:lnTo>
                    <a:pt x="119796" y="81459"/>
                  </a:lnTo>
                  <a:lnTo>
                    <a:pt x="104181" y="76028"/>
                  </a:lnTo>
                  <a:lnTo>
                    <a:pt x="87400" y="74218"/>
                  </a:lnTo>
                  <a:close/>
                </a:path>
                <a:path w="202565" h="291465">
                  <a:moveTo>
                    <a:pt x="202297" y="255790"/>
                  </a:moveTo>
                  <a:lnTo>
                    <a:pt x="151497" y="255790"/>
                  </a:lnTo>
                  <a:lnTo>
                    <a:pt x="151497" y="286346"/>
                  </a:lnTo>
                  <a:lnTo>
                    <a:pt x="202297" y="286346"/>
                  </a:lnTo>
                  <a:lnTo>
                    <a:pt x="202297" y="255790"/>
                  </a:lnTo>
                  <a:close/>
                </a:path>
                <a:path w="202565" h="291465">
                  <a:moveTo>
                    <a:pt x="202297" y="116281"/>
                  </a:moveTo>
                  <a:lnTo>
                    <a:pt x="101891" y="116281"/>
                  </a:lnTo>
                  <a:lnTo>
                    <a:pt x="111466" y="117262"/>
                  </a:lnTo>
                  <a:lnTo>
                    <a:pt x="120149" y="120203"/>
                  </a:lnTo>
                  <a:lnTo>
                    <a:pt x="144504" y="152647"/>
                  </a:lnTo>
                  <a:lnTo>
                    <a:pt x="147725" y="183349"/>
                  </a:lnTo>
                  <a:lnTo>
                    <a:pt x="146894" y="198423"/>
                  </a:lnTo>
                  <a:lnTo>
                    <a:pt x="127439" y="238606"/>
                  </a:lnTo>
                  <a:lnTo>
                    <a:pt x="102284" y="247650"/>
                  </a:lnTo>
                  <a:lnTo>
                    <a:pt x="202297" y="247650"/>
                  </a:lnTo>
                  <a:lnTo>
                    <a:pt x="202297" y="116281"/>
                  </a:lnTo>
                  <a:close/>
                </a:path>
                <a:path w="202565" h="291465">
                  <a:moveTo>
                    <a:pt x="202297" y="0"/>
                  </a:moveTo>
                  <a:lnTo>
                    <a:pt x="147535" y="0"/>
                  </a:lnTo>
                  <a:lnTo>
                    <a:pt x="147535" y="103187"/>
                  </a:lnTo>
                  <a:lnTo>
                    <a:pt x="202297" y="103187"/>
                  </a:lnTo>
                  <a:lnTo>
                    <a:pt x="20229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5" name="object 255"/>
          <p:cNvGrpSpPr/>
          <p:nvPr/>
        </p:nvGrpSpPr>
        <p:grpSpPr>
          <a:xfrm>
            <a:off x="11179441" y="8471865"/>
            <a:ext cx="534035" cy="296545"/>
            <a:chOff x="11179441" y="8471865"/>
            <a:chExt cx="534035" cy="296545"/>
          </a:xfrm>
        </p:grpSpPr>
        <p:sp>
          <p:nvSpPr>
            <p:cNvPr id="256" name="object 256"/>
            <p:cNvSpPr/>
            <p:nvPr/>
          </p:nvSpPr>
          <p:spPr>
            <a:xfrm>
              <a:off x="11179441" y="8471865"/>
              <a:ext cx="140335" cy="291465"/>
            </a:xfrm>
            <a:custGeom>
              <a:avLst/>
              <a:gdLst/>
              <a:ahLst/>
              <a:cxnLst/>
              <a:rect l="l" t="t" r="r" b="b"/>
              <a:pathLst>
                <a:path w="140334" h="291465">
                  <a:moveTo>
                    <a:pt x="94259" y="0"/>
                  </a:moveTo>
                  <a:lnTo>
                    <a:pt x="56349" y="8140"/>
                  </a:lnTo>
                  <a:lnTo>
                    <a:pt x="31743" y="45392"/>
                  </a:lnTo>
                  <a:lnTo>
                    <a:pt x="30352" y="68262"/>
                  </a:lnTo>
                  <a:lnTo>
                    <a:pt x="30352" y="83946"/>
                  </a:lnTo>
                  <a:lnTo>
                    <a:pt x="0" y="83946"/>
                  </a:lnTo>
                  <a:lnTo>
                    <a:pt x="0" y="126999"/>
                  </a:lnTo>
                  <a:lnTo>
                    <a:pt x="30352" y="126999"/>
                  </a:lnTo>
                  <a:lnTo>
                    <a:pt x="30352" y="291312"/>
                  </a:lnTo>
                  <a:lnTo>
                    <a:pt x="85331" y="291312"/>
                  </a:lnTo>
                  <a:lnTo>
                    <a:pt x="85331" y="126999"/>
                  </a:lnTo>
                  <a:lnTo>
                    <a:pt x="126403" y="126999"/>
                  </a:lnTo>
                  <a:lnTo>
                    <a:pt x="126403" y="83946"/>
                  </a:lnTo>
                  <a:lnTo>
                    <a:pt x="85331" y="83946"/>
                  </a:lnTo>
                  <a:lnTo>
                    <a:pt x="85331" y="58673"/>
                  </a:lnTo>
                  <a:lnTo>
                    <a:pt x="87045" y="51536"/>
                  </a:lnTo>
                  <a:lnTo>
                    <a:pt x="93929" y="44119"/>
                  </a:lnTo>
                  <a:lnTo>
                    <a:pt x="99618" y="42265"/>
                  </a:lnTo>
                  <a:lnTo>
                    <a:pt x="115620" y="42265"/>
                  </a:lnTo>
                  <a:lnTo>
                    <a:pt x="124015" y="43332"/>
                  </a:lnTo>
                  <a:lnTo>
                    <a:pt x="132753" y="45440"/>
                  </a:lnTo>
                  <a:lnTo>
                    <a:pt x="140093" y="7150"/>
                  </a:lnTo>
                  <a:lnTo>
                    <a:pt x="128820" y="4023"/>
                  </a:lnTo>
                  <a:lnTo>
                    <a:pt x="117424" y="1789"/>
                  </a:lnTo>
                  <a:lnTo>
                    <a:pt x="105903" y="447"/>
                  </a:lnTo>
                  <a:lnTo>
                    <a:pt x="942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7" name="object 257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1323967" y="8551049"/>
              <a:ext cx="214109" cy="216890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1578653" y="8551049"/>
              <a:ext cx="134340" cy="212128"/>
            </a:xfrm>
            <a:prstGeom prst="rect">
              <a:avLst/>
            </a:prstGeom>
          </p:spPr>
        </p:pic>
      </p:grpSp>
      <p:pic>
        <p:nvPicPr>
          <p:cNvPr id="259" name="object 259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11828411" y="8551049"/>
            <a:ext cx="193878" cy="216890"/>
          </a:xfrm>
          <a:prstGeom prst="rect">
            <a:avLst/>
          </a:prstGeom>
        </p:spPr>
      </p:pic>
      <p:sp>
        <p:nvSpPr>
          <p:cNvPr id="260" name="object 260"/>
          <p:cNvSpPr/>
          <p:nvPr/>
        </p:nvSpPr>
        <p:spPr>
          <a:xfrm>
            <a:off x="12068365" y="8476830"/>
            <a:ext cx="279400" cy="286385"/>
          </a:xfrm>
          <a:custGeom>
            <a:avLst/>
            <a:gdLst/>
            <a:ahLst/>
            <a:cxnLst/>
            <a:rect l="l" t="t" r="r" b="b"/>
            <a:pathLst>
              <a:path w="279400" h="286384">
                <a:moveTo>
                  <a:pt x="191884" y="286346"/>
                </a:moveTo>
                <a:lnTo>
                  <a:pt x="115887" y="154774"/>
                </a:lnTo>
                <a:lnTo>
                  <a:pt x="186728" y="78981"/>
                </a:lnTo>
                <a:lnTo>
                  <a:pt x="119062" y="78981"/>
                </a:lnTo>
                <a:lnTo>
                  <a:pt x="54775" y="152006"/>
                </a:lnTo>
                <a:lnTo>
                  <a:pt x="54775" y="0"/>
                </a:lnTo>
                <a:lnTo>
                  <a:pt x="0" y="0"/>
                </a:lnTo>
                <a:lnTo>
                  <a:pt x="0" y="286346"/>
                </a:lnTo>
                <a:lnTo>
                  <a:pt x="54775" y="286346"/>
                </a:lnTo>
                <a:lnTo>
                  <a:pt x="54775" y="219862"/>
                </a:lnTo>
                <a:lnTo>
                  <a:pt x="80365" y="193078"/>
                </a:lnTo>
                <a:lnTo>
                  <a:pt x="132562" y="286346"/>
                </a:lnTo>
                <a:lnTo>
                  <a:pt x="191884" y="286346"/>
                </a:lnTo>
                <a:close/>
              </a:path>
              <a:path w="279400" h="286384">
                <a:moveTo>
                  <a:pt x="279247" y="78981"/>
                </a:moveTo>
                <a:lnTo>
                  <a:pt x="224472" y="78981"/>
                </a:lnTo>
                <a:lnTo>
                  <a:pt x="224472" y="286346"/>
                </a:lnTo>
                <a:lnTo>
                  <a:pt x="279247" y="286346"/>
                </a:lnTo>
                <a:lnTo>
                  <a:pt x="279247" y="78981"/>
                </a:lnTo>
                <a:close/>
              </a:path>
              <a:path w="279400" h="286384">
                <a:moveTo>
                  <a:pt x="279247" y="0"/>
                </a:moveTo>
                <a:lnTo>
                  <a:pt x="224472" y="0"/>
                </a:lnTo>
                <a:lnTo>
                  <a:pt x="224472" y="50800"/>
                </a:lnTo>
                <a:lnTo>
                  <a:pt x="279247" y="50800"/>
                </a:lnTo>
                <a:lnTo>
                  <a:pt x="279247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12403988" y="8476830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5" h="286384">
                <a:moveTo>
                  <a:pt x="54762" y="0"/>
                </a:moveTo>
                <a:lnTo>
                  <a:pt x="0" y="0"/>
                </a:lnTo>
                <a:lnTo>
                  <a:pt x="0" y="286346"/>
                </a:lnTo>
                <a:lnTo>
                  <a:pt x="54762" y="286346"/>
                </a:lnTo>
                <a:lnTo>
                  <a:pt x="54762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12515138" y="8476830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5" h="286384">
                <a:moveTo>
                  <a:pt x="54762" y="0"/>
                </a:moveTo>
                <a:lnTo>
                  <a:pt x="0" y="0"/>
                </a:lnTo>
                <a:lnTo>
                  <a:pt x="0" y="286346"/>
                </a:lnTo>
                <a:lnTo>
                  <a:pt x="54762" y="286346"/>
                </a:lnTo>
                <a:lnTo>
                  <a:pt x="54762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3" name="object 263"/>
          <p:cNvGrpSpPr/>
          <p:nvPr/>
        </p:nvGrpSpPr>
        <p:grpSpPr>
          <a:xfrm>
            <a:off x="12733261" y="8482380"/>
            <a:ext cx="1503680" cy="365125"/>
            <a:chOff x="12733261" y="8482380"/>
            <a:chExt cx="1503680" cy="365125"/>
          </a:xfrm>
        </p:grpSpPr>
        <p:sp>
          <p:nvSpPr>
            <p:cNvPr id="264" name="object 264"/>
            <p:cNvSpPr/>
            <p:nvPr/>
          </p:nvSpPr>
          <p:spPr>
            <a:xfrm>
              <a:off x="12733261" y="8551049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4" h="212725">
                  <a:moveTo>
                    <a:pt x="237134" y="0"/>
                  </a:moveTo>
                  <a:lnTo>
                    <a:pt x="195591" y="12919"/>
                  </a:lnTo>
                  <a:lnTo>
                    <a:pt x="173824" y="32943"/>
                  </a:lnTo>
                  <a:lnTo>
                    <a:pt x="168831" y="25226"/>
                  </a:lnTo>
                  <a:lnTo>
                    <a:pt x="133846" y="2079"/>
                  </a:lnTo>
                  <a:lnTo>
                    <a:pt x="115290" y="0"/>
                  </a:lnTo>
                  <a:lnTo>
                    <a:pt x="97181" y="2057"/>
                  </a:lnTo>
                  <a:lnTo>
                    <a:pt x="80362" y="8232"/>
                  </a:lnTo>
                  <a:lnTo>
                    <a:pt x="64834" y="18527"/>
                  </a:lnTo>
                  <a:lnTo>
                    <a:pt x="50596" y="32943"/>
                  </a:lnTo>
                  <a:lnTo>
                    <a:pt x="50596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965" y="212128"/>
                  </a:lnTo>
                  <a:lnTo>
                    <a:pt x="54965" y="111315"/>
                  </a:lnTo>
                  <a:lnTo>
                    <a:pt x="55239" y="97413"/>
                  </a:lnTo>
                  <a:lnTo>
                    <a:pt x="67068" y="53505"/>
                  </a:lnTo>
                  <a:lnTo>
                    <a:pt x="88176" y="42062"/>
                  </a:lnTo>
                  <a:lnTo>
                    <a:pt x="103644" y="42062"/>
                  </a:lnTo>
                  <a:lnTo>
                    <a:pt x="125226" y="84679"/>
                  </a:lnTo>
                  <a:lnTo>
                    <a:pt x="125412" y="98424"/>
                  </a:lnTo>
                  <a:lnTo>
                    <a:pt x="125412" y="212128"/>
                  </a:lnTo>
                  <a:lnTo>
                    <a:pt x="180378" y="212128"/>
                  </a:lnTo>
                  <a:lnTo>
                    <a:pt x="180378" y="112509"/>
                  </a:lnTo>
                  <a:lnTo>
                    <a:pt x="180651" y="98814"/>
                  </a:lnTo>
                  <a:lnTo>
                    <a:pt x="187782" y="60515"/>
                  </a:lnTo>
                  <a:lnTo>
                    <a:pt x="213385" y="42062"/>
                  </a:lnTo>
                  <a:lnTo>
                    <a:pt x="221056" y="42062"/>
                  </a:lnTo>
                  <a:lnTo>
                    <a:pt x="249868" y="79448"/>
                  </a:lnTo>
                  <a:lnTo>
                    <a:pt x="250228" y="93459"/>
                  </a:lnTo>
                  <a:lnTo>
                    <a:pt x="250228" y="212128"/>
                  </a:lnTo>
                  <a:lnTo>
                    <a:pt x="305193" y="212128"/>
                  </a:lnTo>
                  <a:lnTo>
                    <a:pt x="305193" y="79565"/>
                  </a:lnTo>
                  <a:lnTo>
                    <a:pt x="304834" y="65716"/>
                  </a:lnTo>
                  <a:lnTo>
                    <a:pt x="295064" y="28040"/>
                  </a:lnTo>
                  <a:lnTo>
                    <a:pt x="258216" y="2332"/>
                  </a:lnTo>
                  <a:lnTo>
                    <a:pt x="248109" y="583"/>
                  </a:lnTo>
                  <a:lnTo>
                    <a:pt x="23713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3078650" y="8551049"/>
              <a:ext cx="194665" cy="216890"/>
            </a:xfrm>
            <a:prstGeom prst="rect">
              <a:avLst/>
            </a:prstGeom>
          </p:spPr>
        </p:pic>
        <p:pic>
          <p:nvPicPr>
            <p:cNvPr id="266" name="object 266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3296176" y="8551049"/>
              <a:ext cx="193865" cy="216890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13515492" y="8482380"/>
              <a:ext cx="122555" cy="285750"/>
            </a:xfrm>
            <a:custGeom>
              <a:avLst/>
              <a:gdLst/>
              <a:ahLst/>
              <a:cxnLst/>
              <a:rect l="l" t="t" r="r" b="b"/>
              <a:pathLst>
                <a:path w="122555" h="285750">
                  <a:moveTo>
                    <a:pt x="80162" y="0"/>
                  </a:moveTo>
                  <a:lnTo>
                    <a:pt x="25196" y="32156"/>
                  </a:lnTo>
                  <a:lnTo>
                    <a:pt x="25196" y="73431"/>
                  </a:lnTo>
                  <a:lnTo>
                    <a:pt x="0" y="73431"/>
                  </a:lnTo>
                  <a:lnTo>
                    <a:pt x="0" y="117081"/>
                  </a:lnTo>
                  <a:lnTo>
                    <a:pt x="25196" y="117081"/>
                  </a:lnTo>
                  <a:lnTo>
                    <a:pt x="25196" y="207568"/>
                  </a:lnTo>
                  <a:lnTo>
                    <a:pt x="26784" y="246265"/>
                  </a:lnTo>
                  <a:lnTo>
                    <a:pt x="51981" y="280593"/>
                  </a:lnTo>
                  <a:lnTo>
                    <a:pt x="78778" y="285559"/>
                  </a:lnTo>
                  <a:lnTo>
                    <a:pt x="90572" y="285038"/>
                  </a:lnTo>
                  <a:lnTo>
                    <a:pt x="101746" y="283475"/>
                  </a:lnTo>
                  <a:lnTo>
                    <a:pt x="112300" y="280871"/>
                  </a:lnTo>
                  <a:lnTo>
                    <a:pt x="122237" y="277228"/>
                  </a:lnTo>
                  <a:lnTo>
                    <a:pt x="117475" y="234759"/>
                  </a:lnTo>
                  <a:lnTo>
                    <a:pt x="107810" y="238201"/>
                  </a:lnTo>
                  <a:lnTo>
                    <a:pt x="100469" y="239915"/>
                  </a:lnTo>
                  <a:lnTo>
                    <a:pt x="91744" y="239915"/>
                  </a:lnTo>
                  <a:lnTo>
                    <a:pt x="88633" y="239052"/>
                  </a:lnTo>
                  <a:lnTo>
                    <a:pt x="80162" y="117081"/>
                  </a:lnTo>
                  <a:lnTo>
                    <a:pt x="117665" y="117081"/>
                  </a:lnTo>
                  <a:lnTo>
                    <a:pt x="117665" y="73431"/>
                  </a:lnTo>
                  <a:lnTo>
                    <a:pt x="80162" y="73431"/>
                  </a:lnTo>
                  <a:lnTo>
                    <a:pt x="8016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3655256" y="8551049"/>
              <a:ext cx="193675" cy="216890"/>
            </a:xfrm>
            <a:prstGeom prst="rect">
              <a:avLst/>
            </a:prstGeom>
          </p:spPr>
        </p:pic>
        <p:pic>
          <p:nvPicPr>
            <p:cNvPr id="269" name="object 269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3891438" y="8551049"/>
              <a:ext cx="134340" cy="212128"/>
            </a:xfrm>
            <a:prstGeom prst="rect">
              <a:avLst/>
            </a:prstGeom>
          </p:spPr>
        </p:pic>
        <p:sp>
          <p:nvSpPr>
            <p:cNvPr id="270" name="object 270"/>
            <p:cNvSpPr/>
            <p:nvPr/>
          </p:nvSpPr>
          <p:spPr>
            <a:xfrm>
              <a:off x="14023505" y="8555812"/>
              <a:ext cx="213360" cy="292100"/>
            </a:xfrm>
            <a:custGeom>
              <a:avLst/>
              <a:gdLst/>
              <a:ahLst/>
              <a:cxnLst/>
              <a:rect l="l" t="t" r="r" b="b"/>
              <a:pathLst>
                <a:path w="213359" h="292100">
                  <a:moveTo>
                    <a:pt x="213321" y="0"/>
                  </a:moveTo>
                  <a:lnTo>
                    <a:pt x="156362" y="0"/>
                  </a:lnTo>
                  <a:lnTo>
                    <a:pt x="107950" y="147231"/>
                  </a:lnTo>
                  <a:lnTo>
                    <a:pt x="58343" y="0"/>
                  </a:lnTo>
                  <a:lnTo>
                    <a:pt x="0" y="0"/>
                  </a:lnTo>
                  <a:lnTo>
                    <a:pt x="78778" y="207962"/>
                  </a:lnTo>
                  <a:lnTo>
                    <a:pt x="76111" y="216292"/>
                  </a:lnTo>
                  <a:lnTo>
                    <a:pt x="45416" y="247133"/>
                  </a:lnTo>
                  <a:lnTo>
                    <a:pt x="36512" y="247840"/>
                  </a:lnTo>
                  <a:lnTo>
                    <a:pt x="29629" y="247840"/>
                  </a:lnTo>
                  <a:lnTo>
                    <a:pt x="21894" y="246989"/>
                  </a:lnTo>
                  <a:lnTo>
                    <a:pt x="13296" y="245262"/>
                  </a:lnTo>
                  <a:lnTo>
                    <a:pt x="18059" y="288328"/>
                  </a:lnTo>
                  <a:lnTo>
                    <a:pt x="25736" y="289718"/>
                  </a:lnTo>
                  <a:lnTo>
                    <a:pt x="33488" y="290710"/>
                  </a:lnTo>
                  <a:lnTo>
                    <a:pt x="41314" y="291305"/>
                  </a:lnTo>
                  <a:lnTo>
                    <a:pt x="49212" y="291503"/>
                  </a:lnTo>
                  <a:lnTo>
                    <a:pt x="56839" y="291291"/>
                  </a:lnTo>
                  <a:lnTo>
                    <a:pt x="103720" y="275031"/>
                  </a:lnTo>
                  <a:lnTo>
                    <a:pt x="127000" y="235737"/>
                  </a:lnTo>
                  <a:lnTo>
                    <a:pt x="21332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1" name="object 271"/>
          <p:cNvGrpSpPr/>
          <p:nvPr/>
        </p:nvGrpSpPr>
        <p:grpSpPr>
          <a:xfrm>
            <a:off x="14367065" y="8476830"/>
            <a:ext cx="648970" cy="291465"/>
            <a:chOff x="14367065" y="8476830"/>
            <a:chExt cx="648970" cy="291465"/>
          </a:xfrm>
        </p:grpSpPr>
        <p:pic>
          <p:nvPicPr>
            <p:cNvPr id="272" name="object 272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4367065" y="8551049"/>
              <a:ext cx="193675" cy="216890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14586178" y="8551049"/>
              <a:ext cx="193865" cy="216890"/>
            </a:xfrm>
            <a:prstGeom prst="rect">
              <a:avLst/>
            </a:prstGeom>
          </p:spPr>
        </p:pic>
        <p:sp>
          <p:nvSpPr>
            <p:cNvPr id="274" name="object 274"/>
            <p:cNvSpPr/>
            <p:nvPr/>
          </p:nvSpPr>
          <p:spPr>
            <a:xfrm>
              <a:off x="14805495" y="8476830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19" h="291465">
                  <a:moveTo>
                    <a:pt x="122275" y="282778"/>
                  </a:moveTo>
                  <a:lnTo>
                    <a:pt x="117449" y="240309"/>
                  </a:lnTo>
                  <a:lnTo>
                    <a:pt x="107797" y="243751"/>
                  </a:lnTo>
                  <a:lnTo>
                    <a:pt x="100431" y="245465"/>
                  </a:lnTo>
                  <a:lnTo>
                    <a:pt x="91795" y="245465"/>
                  </a:lnTo>
                  <a:lnTo>
                    <a:pt x="88620" y="244602"/>
                  </a:lnTo>
                  <a:lnTo>
                    <a:pt x="80111" y="122631"/>
                  </a:lnTo>
                  <a:lnTo>
                    <a:pt x="117703" y="122631"/>
                  </a:lnTo>
                  <a:lnTo>
                    <a:pt x="117703" y="78981"/>
                  </a:lnTo>
                  <a:lnTo>
                    <a:pt x="80111" y="78981"/>
                  </a:lnTo>
                  <a:lnTo>
                    <a:pt x="80111" y="5549"/>
                  </a:lnTo>
                  <a:lnTo>
                    <a:pt x="25196" y="37706"/>
                  </a:lnTo>
                  <a:lnTo>
                    <a:pt x="25196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196" y="122631"/>
                  </a:lnTo>
                  <a:lnTo>
                    <a:pt x="25196" y="213118"/>
                  </a:lnTo>
                  <a:lnTo>
                    <a:pt x="25590" y="237388"/>
                  </a:lnTo>
                  <a:lnTo>
                    <a:pt x="38227" y="278409"/>
                  </a:lnTo>
                  <a:lnTo>
                    <a:pt x="78714" y="291109"/>
                  </a:lnTo>
                  <a:lnTo>
                    <a:pt x="90563" y="290588"/>
                  </a:lnTo>
                  <a:lnTo>
                    <a:pt x="101777" y="289026"/>
                  </a:lnTo>
                  <a:lnTo>
                    <a:pt x="112331" y="286423"/>
                  </a:lnTo>
                  <a:lnTo>
                    <a:pt x="122275" y="282778"/>
                  </a:lnTo>
                  <a:close/>
                </a:path>
                <a:path w="210819" h="291465">
                  <a:moveTo>
                    <a:pt x="210540" y="78981"/>
                  </a:moveTo>
                  <a:lnTo>
                    <a:pt x="155803" y="78981"/>
                  </a:lnTo>
                  <a:lnTo>
                    <a:pt x="155803" y="286346"/>
                  </a:lnTo>
                  <a:lnTo>
                    <a:pt x="210540" y="286346"/>
                  </a:lnTo>
                  <a:lnTo>
                    <a:pt x="210540" y="78981"/>
                  </a:lnTo>
                  <a:close/>
                </a:path>
                <a:path w="210819" h="291465">
                  <a:moveTo>
                    <a:pt x="210540" y="0"/>
                  </a:moveTo>
                  <a:lnTo>
                    <a:pt x="155803" y="0"/>
                  </a:lnTo>
                  <a:lnTo>
                    <a:pt x="155803" y="50800"/>
                  </a:lnTo>
                  <a:lnTo>
                    <a:pt x="210540" y="50800"/>
                  </a:lnTo>
                  <a:lnTo>
                    <a:pt x="210540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5" name="object 275"/>
          <p:cNvGrpSpPr/>
          <p:nvPr/>
        </p:nvGrpSpPr>
        <p:grpSpPr>
          <a:xfrm>
            <a:off x="15068359" y="8476830"/>
            <a:ext cx="1259840" cy="291465"/>
            <a:chOff x="15068359" y="8476830"/>
            <a:chExt cx="1259840" cy="291465"/>
          </a:xfrm>
        </p:grpSpPr>
        <p:sp>
          <p:nvSpPr>
            <p:cNvPr id="276" name="object 276"/>
            <p:cNvSpPr/>
            <p:nvPr/>
          </p:nvSpPr>
          <p:spPr>
            <a:xfrm>
              <a:off x="15068359" y="8551049"/>
              <a:ext cx="305435" cy="212725"/>
            </a:xfrm>
            <a:custGeom>
              <a:avLst/>
              <a:gdLst/>
              <a:ahLst/>
              <a:cxnLst/>
              <a:rect l="l" t="t" r="r" b="b"/>
              <a:pathLst>
                <a:path w="305434" h="212725">
                  <a:moveTo>
                    <a:pt x="237109" y="0"/>
                  </a:moveTo>
                  <a:lnTo>
                    <a:pt x="195542" y="12919"/>
                  </a:lnTo>
                  <a:lnTo>
                    <a:pt x="173736" y="32943"/>
                  </a:lnTo>
                  <a:lnTo>
                    <a:pt x="168735" y="25226"/>
                  </a:lnTo>
                  <a:lnTo>
                    <a:pt x="133794" y="2079"/>
                  </a:lnTo>
                  <a:lnTo>
                    <a:pt x="115189" y="0"/>
                  </a:lnTo>
                  <a:lnTo>
                    <a:pt x="97141" y="2057"/>
                  </a:lnTo>
                  <a:lnTo>
                    <a:pt x="80343" y="8232"/>
                  </a:lnTo>
                  <a:lnTo>
                    <a:pt x="64807" y="18527"/>
                  </a:lnTo>
                  <a:lnTo>
                    <a:pt x="50546" y="32943"/>
                  </a:lnTo>
                  <a:lnTo>
                    <a:pt x="50546" y="4762"/>
                  </a:lnTo>
                  <a:lnTo>
                    <a:pt x="0" y="4762"/>
                  </a:lnTo>
                  <a:lnTo>
                    <a:pt x="0" y="212128"/>
                  </a:lnTo>
                  <a:lnTo>
                    <a:pt x="54864" y="212128"/>
                  </a:lnTo>
                  <a:lnTo>
                    <a:pt x="54864" y="111315"/>
                  </a:lnTo>
                  <a:lnTo>
                    <a:pt x="55147" y="97413"/>
                  </a:lnTo>
                  <a:lnTo>
                    <a:pt x="67056" y="53505"/>
                  </a:lnTo>
                  <a:lnTo>
                    <a:pt x="88138" y="42062"/>
                  </a:lnTo>
                  <a:lnTo>
                    <a:pt x="103632" y="42062"/>
                  </a:lnTo>
                  <a:lnTo>
                    <a:pt x="125160" y="84679"/>
                  </a:lnTo>
                  <a:lnTo>
                    <a:pt x="125349" y="98424"/>
                  </a:lnTo>
                  <a:lnTo>
                    <a:pt x="125349" y="212128"/>
                  </a:lnTo>
                  <a:lnTo>
                    <a:pt x="180340" y="212128"/>
                  </a:lnTo>
                  <a:lnTo>
                    <a:pt x="180340" y="112509"/>
                  </a:lnTo>
                  <a:lnTo>
                    <a:pt x="180603" y="98814"/>
                  </a:lnTo>
                  <a:lnTo>
                    <a:pt x="187705" y="60515"/>
                  </a:lnTo>
                  <a:lnTo>
                    <a:pt x="213359" y="42062"/>
                  </a:lnTo>
                  <a:lnTo>
                    <a:pt x="220980" y="42062"/>
                  </a:lnTo>
                  <a:lnTo>
                    <a:pt x="248761" y="68162"/>
                  </a:lnTo>
                  <a:lnTo>
                    <a:pt x="250190" y="93459"/>
                  </a:lnTo>
                  <a:lnTo>
                    <a:pt x="250190" y="212128"/>
                  </a:lnTo>
                  <a:lnTo>
                    <a:pt x="305180" y="212128"/>
                  </a:lnTo>
                  <a:lnTo>
                    <a:pt x="305180" y="79565"/>
                  </a:lnTo>
                  <a:lnTo>
                    <a:pt x="304821" y="65716"/>
                  </a:lnTo>
                  <a:lnTo>
                    <a:pt x="295005" y="28040"/>
                  </a:lnTo>
                  <a:lnTo>
                    <a:pt x="258175" y="2332"/>
                  </a:lnTo>
                  <a:lnTo>
                    <a:pt x="248088" y="583"/>
                  </a:lnTo>
                  <a:lnTo>
                    <a:pt x="23710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7" name="object 277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5413672" y="8551049"/>
              <a:ext cx="194690" cy="216890"/>
            </a:xfrm>
            <a:prstGeom prst="rect">
              <a:avLst/>
            </a:prstGeom>
          </p:spPr>
        </p:pic>
        <p:sp>
          <p:nvSpPr>
            <p:cNvPr id="278" name="object 278"/>
            <p:cNvSpPr/>
            <p:nvPr/>
          </p:nvSpPr>
          <p:spPr>
            <a:xfrm>
              <a:off x="15628049" y="8476830"/>
              <a:ext cx="210820" cy="291465"/>
            </a:xfrm>
            <a:custGeom>
              <a:avLst/>
              <a:gdLst/>
              <a:ahLst/>
              <a:cxnLst/>
              <a:rect l="l" t="t" r="r" b="b"/>
              <a:pathLst>
                <a:path w="210819" h="291465">
                  <a:moveTo>
                    <a:pt x="122301" y="282778"/>
                  </a:moveTo>
                  <a:lnTo>
                    <a:pt x="117475" y="240309"/>
                  </a:lnTo>
                  <a:lnTo>
                    <a:pt x="107823" y="243751"/>
                  </a:lnTo>
                  <a:lnTo>
                    <a:pt x="100457" y="245465"/>
                  </a:lnTo>
                  <a:lnTo>
                    <a:pt x="91694" y="245465"/>
                  </a:lnTo>
                  <a:lnTo>
                    <a:pt x="88646" y="244602"/>
                  </a:lnTo>
                  <a:lnTo>
                    <a:pt x="80137" y="122631"/>
                  </a:lnTo>
                  <a:lnTo>
                    <a:pt x="117729" y="122631"/>
                  </a:lnTo>
                  <a:lnTo>
                    <a:pt x="117729" y="78981"/>
                  </a:lnTo>
                  <a:lnTo>
                    <a:pt x="80137" y="78981"/>
                  </a:lnTo>
                  <a:lnTo>
                    <a:pt x="80137" y="5549"/>
                  </a:lnTo>
                  <a:lnTo>
                    <a:pt x="25146" y="37706"/>
                  </a:lnTo>
                  <a:lnTo>
                    <a:pt x="25146" y="78981"/>
                  </a:lnTo>
                  <a:lnTo>
                    <a:pt x="0" y="78981"/>
                  </a:lnTo>
                  <a:lnTo>
                    <a:pt x="0" y="122631"/>
                  </a:lnTo>
                  <a:lnTo>
                    <a:pt x="25146" y="122631"/>
                  </a:lnTo>
                  <a:lnTo>
                    <a:pt x="25260" y="226491"/>
                  </a:lnTo>
                  <a:lnTo>
                    <a:pt x="25590" y="237388"/>
                  </a:lnTo>
                  <a:lnTo>
                    <a:pt x="38227" y="278409"/>
                  </a:lnTo>
                  <a:lnTo>
                    <a:pt x="78740" y="291109"/>
                  </a:lnTo>
                  <a:lnTo>
                    <a:pt x="90525" y="290588"/>
                  </a:lnTo>
                  <a:lnTo>
                    <a:pt x="101701" y="289026"/>
                  </a:lnTo>
                  <a:lnTo>
                    <a:pt x="112293" y="286423"/>
                  </a:lnTo>
                  <a:lnTo>
                    <a:pt x="122301" y="282778"/>
                  </a:lnTo>
                  <a:close/>
                </a:path>
                <a:path w="210819" h="291465">
                  <a:moveTo>
                    <a:pt x="210566" y="78981"/>
                  </a:moveTo>
                  <a:lnTo>
                    <a:pt x="155829" y="78981"/>
                  </a:lnTo>
                  <a:lnTo>
                    <a:pt x="155829" y="286346"/>
                  </a:lnTo>
                  <a:lnTo>
                    <a:pt x="210566" y="286346"/>
                  </a:lnTo>
                  <a:lnTo>
                    <a:pt x="210566" y="78981"/>
                  </a:lnTo>
                  <a:close/>
                </a:path>
                <a:path w="210819" h="291465">
                  <a:moveTo>
                    <a:pt x="210566" y="0"/>
                  </a:moveTo>
                  <a:lnTo>
                    <a:pt x="155829" y="0"/>
                  </a:lnTo>
                  <a:lnTo>
                    <a:pt x="155829" y="50800"/>
                  </a:lnTo>
                  <a:lnTo>
                    <a:pt x="210566" y="50800"/>
                  </a:lnTo>
                  <a:lnTo>
                    <a:pt x="21056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9" name="object 279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5882302" y="8551049"/>
              <a:ext cx="214121" cy="216890"/>
            </a:xfrm>
            <a:prstGeom prst="rect">
              <a:avLst/>
            </a:prstGeom>
          </p:spPr>
        </p:pic>
        <p:pic>
          <p:nvPicPr>
            <p:cNvPr id="280" name="object 280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6138969" y="8551049"/>
              <a:ext cx="189103" cy="212128"/>
            </a:xfrm>
            <a:prstGeom prst="rect">
              <a:avLst/>
            </a:prstGeom>
          </p:spPr>
        </p:pic>
      </p:grpSp>
      <p:grpSp>
        <p:nvGrpSpPr>
          <p:cNvPr id="281" name="object 281"/>
          <p:cNvGrpSpPr/>
          <p:nvPr/>
        </p:nvGrpSpPr>
        <p:grpSpPr>
          <a:xfrm>
            <a:off x="2874872" y="9039694"/>
            <a:ext cx="671830" cy="291465"/>
            <a:chOff x="2874872" y="9039694"/>
            <a:chExt cx="671830" cy="291465"/>
          </a:xfrm>
        </p:grpSpPr>
        <p:pic>
          <p:nvPicPr>
            <p:cNvPr id="282" name="object 282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2874872" y="9113913"/>
              <a:ext cx="194666" cy="216890"/>
            </a:xfrm>
            <a:prstGeom prst="rect">
              <a:avLst/>
            </a:prstGeom>
          </p:spPr>
        </p:pic>
        <p:pic>
          <p:nvPicPr>
            <p:cNvPr id="283" name="object 283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3111449" y="9113913"/>
              <a:ext cx="189110" cy="212128"/>
            </a:xfrm>
            <a:prstGeom prst="rect">
              <a:avLst/>
            </a:prstGeom>
          </p:spPr>
        </p:pic>
        <p:sp>
          <p:nvSpPr>
            <p:cNvPr id="284" name="object 284"/>
            <p:cNvSpPr/>
            <p:nvPr/>
          </p:nvSpPr>
          <p:spPr>
            <a:xfrm>
              <a:off x="3344010" y="9039694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4" h="291465">
                  <a:moveTo>
                    <a:pt x="87407" y="74218"/>
                  </a:moveTo>
                  <a:lnTo>
                    <a:pt x="68371" y="76028"/>
                  </a:lnTo>
                  <a:lnTo>
                    <a:pt x="69001" y="76028"/>
                  </a:lnTo>
                  <a:lnTo>
                    <a:pt x="52780" y="81114"/>
                  </a:lnTo>
                  <a:lnTo>
                    <a:pt x="13849" y="117066"/>
                  </a:lnTo>
                  <a:lnTo>
                    <a:pt x="1447" y="157047"/>
                  </a:lnTo>
                  <a:lnTo>
                    <a:pt x="0" y="183349"/>
                  </a:lnTo>
                  <a:lnTo>
                    <a:pt x="1484" y="206149"/>
                  </a:lnTo>
                  <a:lnTo>
                    <a:pt x="14184" y="246431"/>
                  </a:lnTo>
                  <a:lnTo>
                    <a:pt x="53425" y="283916"/>
                  </a:lnTo>
                  <a:lnTo>
                    <a:pt x="86613" y="291109"/>
                  </a:lnTo>
                  <a:lnTo>
                    <a:pt x="95332" y="290563"/>
                  </a:lnTo>
                  <a:lnTo>
                    <a:pt x="137613" y="271362"/>
                  </a:lnTo>
                  <a:lnTo>
                    <a:pt x="151499" y="255790"/>
                  </a:lnTo>
                  <a:lnTo>
                    <a:pt x="202299" y="255790"/>
                  </a:lnTo>
                  <a:lnTo>
                    <a:pt x="202299" y="247649"/>
                  </a:lnTo>
                  <a:lnTo>
                    <a:pt x="102290" y="247649"/>
                  </a:lnTo>
                  <a:lnTo>
                    <a:pt x="91983" y="246431"/>
                  </a:lnTo>
                  <a:lnTo>
                    <a:pt x="91257" y="246431"/>
                  </a:lnTo>
                  <a:lnTo>
                    <a:pt x="80958" y="242289"/>
                  </a:lnTo>
                  <a:lnTo>
                    <a:pt x="58138" y="206770"/>
                  </a:lnTo>
                  <a:lnTo>
                    <a:pt x="55856" y="178193"/>
                  </a:lnTo>
                  <a:lnTo>
                    <a:pt x="56675" y="163682"/>
                  </a:lnTo>
                  <a:lnTo>
                    <a:pt x="75874" y="125105"/>
                  </a:lnTo>
                  <a:lnTo>
                    <a:pt x="101894" y="116281"/>
                  </a:lnTo>
                  <a:lnTo>
                    <a:pt x="202299" y="116281"/>
                  </a:lnTo>
                  <a:lnTo>
                    <a:pt x="202299" y="103187"/>
                  </a:lnTo>
                  <a:lnTo>
                    <a:pt x="147536" y="103187"/>
                  </a:lnTo>
                  <a:lnTo>
                    <a:pt x="134249" y="90511"/>
                  </a:lnTo>
                  <a:lnTo>
                    <a:pt x="119798" y="81459"/>
                  </a:lnTo>
                  <a:lnTo>
                    <a:pt x="104185" y="76028"/>
                  </a:lnTo>
                  <a:lnTo>
                    <a:pt x="87407" y="74218"/>
                  </a:lnTo>
                  <a:close/>
                </a:path>
                <a:path w="202564" h="291465">
                  <a:moveTo>
                    <a:pt x="202299" y="255790"/>
                  </a:moveTo>
                  <a:lnTo>
                    <a:pt x="151499" y="255790"/>
                  </a:lnTo>
                  <a:lnTo>
                    <a:pt x="151499" y="286346"/>
                  </a:lnTo>
                  <a:lnTo>
                    <a:pt x="202299" y="286346"/>
                  </a:lnTo>
                  <a:lnTo>
                    <a:pt x="202299" y="255790"/>
                  </a:lnTo>
                  <a:close/>
                </a:path>
                <a:path w="202564" h="291465">
                  <a:moveTo>
                    <a:pt x="202299" y="116281"/>
                  </a:moveTo>
                  <a:lnTo>
                    <a:pt x="101894" y="116281"/>
                  </a:lnTo>
                  <a:lnTo>
                    <a:pt x="111468" y="117262"/>
                  </a:lnTo>
                  <a:lnTo>
                    <a:pt x="120150" y="120203"/>
                  </a:lnTo>
                  <a:lnTo>
                    <a:pt x="144506" y="152647"/>
                  </a:lnTo>
                  <a:lnTo>
                    <a:pt x="147727" y="183349"/>
                  </a:lnTo>
                  <a:lnTo>
                    <a:pt x="146896" y="198423"/>
                  </a:lnTo>
                  <a:lnTo>
                    <a:pt x="127446" y="238606"/>
                  </a:lnTo>
                  <a:lnTo>
                    <a:pt x="102290" y="247649"/>
                  </a:lnTo>
                  <a:lnTo>
                    <a:pt x="202299" y="247649"/>
                  </a:lnTo>
                  <a:lnTo>
                    <a:pt x="202299" y="116281"/>
                  </a:lnTo>
                  <a:close/>
                </a:path>
                <a:path w="202564" h="291465">
                  <a:moveTo>
                    <a:pt x="202299" y="0"/>
                  </a:moveTo>
                  <a:lnTo>
                    <a:pt x="147536" y="0"/>
                  </a:lnTo>
                  <a:lnTo>
                    <a:pt x="147536" y="103187"/>
                  </a:lnTo>
                  <a:lnTo>
                    <a:pt x="202299" y="103187"/>
                  </a:lnTo>
                  <a:lnTo>
                    <a:pt x="20229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5" name="object 285"/>
          <p:cNvGrpSpPr/>
          <p:nvPr/>
        </p:nvGrpSpPr>
        <p:grpSpPr>
          <a:xfrm>
            <a:off x="3697236" y="9039694"/>
            <a:ext cx="1593215" cy="365760"/>
            <a:chOff x="3697236" y="9039694"/>
            <a:chExt cx="1593215" cy="365760"/>
          </a:xfrm>
        </p:grpSpPr>
        <p:pic>
          <p:nvPicPr>
            <p:cNvPr id="286" name="object 286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3697236" y="9113913"/>
              <a:ext cx="194665" cy="216890"/>
            </a:xfrm>
            <a:prstGeom prst="rect">
              <a:avLst/>
            </a:prstGeom>
          </p:spPr>
        </p:pic>
        <p:sp>
          <p:nvSpPr>
            <p:cNvPr id="287" name="object 287"/>
            <p:cNvSpPr/>
            <p:nvPr/>
          </p:nvSpPr>
          <p:spPr>
            <a:xfrm>
              <a:off x="3922015" y="9039694"/>
              <a:ext cx="202565" cy="291465"/>
            </a:xfrm>
            <a:custGeom>
              <a:avLst/>
              <a:gdLst/>
              <a:ahLst/>
              <a:cxnLst/>
              <a:rect l="l" t="t" r="r" b="b"/>
              <a:pathLst>
                <a:path w="202564" h="291465">
                  <a:moveTo>
                    <a:pt x="87399" y="74218"/>
                  </a:moveTo>
                  <a:lnTo>
                    <a:pt x="68367" y="76028"/>
                  </a:lnTo>
                  <a:lnTo>
                    <a:pt x="68997" y="76028"/>
                  </a:lnTo>
                  <a:lnTo>
                    <a:pt x="52777" y="81114"/>
                  </a:lnTo>
                  <a:lnTo>
                    <a:pt x="13848" y="117066"/>
                  </a:lnTo>
                  <a:lnTo>
                    <a:pt x="1446" y="157047"/>
                  </a:lnTo>
                  <a:lnTo>
                    <a:pt x="0" y="183349"/>
                  </a:lnTo>
                  <a:lnTo>
                    <a:pt x="1483" y="206149"/>
                  </a:lnTo>
                  <a:lnTo>
                    <a:pt x="14180" y="246431"/>
                  </a:lnTo>
                  <a:lnTo>
                    <a:pt x="53420" y="283916"/>
                  </a:lnTo>
                  <a:lnTo>
                    <a:pt x="86612" y="291109"/>
                  </a:lnTo>
                  <a:lnTo>
                    <a:pt x="95327" y="290563"/>
                  </a:lnTo>
                  <a:lnTo>
                    <a:pt x="137606" y="271362"/>
                  </a:lnTo>
                  <a:lnTo>
                    <a:pt x="151496" y="255790"/>
                  </a:lnTo>
                  <a:lnTo>
                    <a:pt x="202296" y="255790"/>
                  </a:lnTo>
                  <a:lnTo>
                    <a:pt x="202296" y="247649"/>
                  </a:lnTo>
                  <a:lnTo>
                    <a:pt x="102284" y="247649"/>
                  </a:lnTo>
                  <a:lnTo>
                    <a:pt x="91980" y="246431"/>
                  </a:lnTo>
                  <a:lnTo>
                    <a:pt x="91254" y="246431"/>
                  </a:lnTo>
                  <a:lnTo>
                    <a:pt x="80957" y="242289"/>
                  </a:lnTo>
                  <a:lnTo>
                    <a:pt x="58132" y="206770"/>
                  </a:lnTo>
                  <a:lnTo>
                    <a:pt x="55852" y="178193"/>
                  </a:lnTo>
                  <a:lnTo>
                    <a:pt x="56671" y="163682"/>
                  </a:lnTo>
                  <a:lnTo>
                    <a:pt x="75869" y="125105"/>
                  </a:lnTo>
                  <a:lnTo>
                    <a:pt x="101890" y="116281"/>
                  </a:lnTo>
                  <a:lnTo>
                    <a:pt x="202296" y="116281"/>
                  </a:lnTo>
                  <a:lnTo>
                    <a:pt x="202296" y="103187"/>
                  </a:lnTo>
                  <a:lnTo>
                    <a:pt x="147534" y="103187"/>
                  </a:lnTo>
                  <a:lnTo>
                    <a:pt x="134246" y="90511"/>
                  </a:lnTo>
                  <a:lnTo>
                    <a:pt x="119795" y="81459"/>
                  </a:lnTo>
                  <a:lnTo>
                    <a:pt x="104180" y="76028"/>
                  </a:lnTo>
                  <a:lnTo>
                    <a:pt x="87399" y="74218"/>
                  </a:lnTo>
                  <a:close/>
                </a:path>
                <a:path w="202564" h="291465">
                  <a:moveTo>
                    <a:pt x="202296" y="255790"/>
                  </a:moveTo>
                  <a:lnTo>
                    <a:pt x="151496" y="255790"/>
                  </a:lnTo>
                  <a:lnTo>
                    <a:pt x="151496" y="286346"/>
                  </a:lnTo>
                  <a:lnTo>
                    <a:pt x="202296" y="286346"/>
                  </a:lnTo>
                  <a:lnTo>
                    <a:pt x="202296" y="255790"/>
                  </a:lnTo>
                  <a:close/>
                </a:path>
                <a:path w="202564" h="291465">
                  <a:moveTo>
                    <a:pt x="202296" y="116281"/>
                  </a:moveTo>
                  <a:lnTo>
                    <a:pt x="101890" y="116281"/>
                  </a:lnTo>
                  <a:lnTo>
                    <a:pt x="111465" y="117262"/>
                  </a:lnTo>
                  <a:lnTo>
                    <a:pt x="120148" y="120203"/>
                  </a:lnTo>
                  <a:lnTo>
                    <a:pt x="144503" y="152647"/>
                  </a:lnTo>
                  <a:lnTo>
                    <a:pt x="147647" y="181762"/>
                  </a:lnTo>
                  <a:lnTo>
                    <a:pt x="147724" y="183349"/>
                  </a:lnTo>
                  <a:lnTo>
                    <a:pt x="140245" y="222535"/>
                  </a:lnTo>
                  <a:lnTo>
                    <a:pt x="102284" y="247649"/>
                  </a:lnTo>
                  <a:lnTo>
                    <a:pt x="202296" y="247649"/>
                  </a:lnTo>
                  <a:lnTo>
                    <a:pt x="202296" y="116281"/>
                  </a:lnTo>
                  <a:close/>
                </a:path>
                <a:path w="202564" h="291465">
                  <a:moveTo>
                    <a:pt x="202296" y="0"/>
                  </a:moveTo>
                  <a:lnTo>
                    <a:pt x="147534" y="0"/>
                  </a:lnTo>
                  <a:lnTo>
                    <a:pt x="147534" y="103187"/>
                  </a:lnTo>
                  <a:lnTo>
                    <a:pt x="202296" y="103187"/>
                  </a:lnTo>
                  <a:lnTo>
                    <a:pt x="2022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8" name="object 288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4164088" y="9113913"/>
              <a:ext cx="194665" cy="216890"/>
            </a:xfrm>
            <a:prstGeom prst="rect">
              <a:avLst/>
            </a:prstGeom>
          </p:spPr>
        </p:pic>
        <p:sp>
          <p:nvSpPr>
            <p:cNvPr id="289" name="object 289"/>
            <p:cNvSpPr/>
            <p:nvPr/>
          </p:nvSpPr>
          <p:spPr>
            <a:xfrm>
              <a:off x="4399470" y="9039694"/>
              <a:ext cx="434340" cy="365760"/>
            </a:xfrm>
            <a:custGeom>
              <a:avLst/>
              <a:gdLst/>
              <a:ahLst/>
              <a:cxnLst/>
              <a:rect l="l" t="t" r="r" b="b"/>
              <a:pathLst>
                <a:path w="434339" h="365759">
                  <a:moveTo>
                    <a:pt x="202412" y="181368"/>
                  </a:moveTo>
                  <a:lnTo>
                    <a:pt x="196100" y="136385"/>
                  </a:lnTo>
                  <a:lnTo>
                    <a:pt x="182003" y="109334"/>
                  </a:lnTo>
                  <a:lnTo>
                    <a:pt x="177215" y="102590"/>
                  </a:lnTo>
                  <a:lnTo>
                    <a:pt x="163918" y="90182"/>
                  </a:lnTo>
                  <a:lnTo>
                    <a:pt x="149275" y="81318"/>
                  </a:lnTo>
                  <a:lnTo>
                    <a:pt x="146456" y="80391"/>
                  </a:lnTo>
                  <a:lnTo>
                    <a:pt x="146456" y="181762"/>
                  </a:lnTo>
                  <a:lnTo>
                    <a:pt x="145783" y="195516"/>
                  </a:lnTo>
                  <a:lnTo>
                    <a:pt x="133756" y="232168"/>
                  </a:lnTo>
                  <a:lnTo>
                    <a:pt x="102006" y="247446"/>
                  </a:lnTo>
                  <a:lnTo>
                    <a:pt x="93154" y="246494"/>
                  </a:lnTo>
                  <a:lnTo>
                    <a:pt x="92608" y="246494"/>
                  </a:lnTo>
                  <a:lnTo>
                    <a:pt x="61988" y="221310"/>
                  </a:lnTo>
                  <a:lnTo>
                    <a:pt x="54305" y="181762"/>
                  </a:lnTo>
                  <a:lnTo>
                    <a:pt x="54292" y="181368"/>
                  </a:lnTo>
                  <a:lnTo>
                    <a:pt x="54178" y="179184"/>
                  </a:lnTo>
                  <a:lnTo>
                    <a:pt x="67475" y="133146"/>
                  </a:lnTo>
                  <a:lnTo>
                    <a:pt x="101015" y="117475"/>
                  </a:lnTo>
                  <a:lnTo>
                    <a:pt x="110248" y="118478"/>
                  </a:lnTo>
                  <a:lnTo>
                    <a:pt x="143179" y="153390"/>
                  </a:lnTo>
                  <a:lnTo>
                    <a:pt x="146431" y="181368"/>
                  </a:lnTo>
                  <a:lnTo>
                    <a:pt x="146456" y="181762"/>
                  </a:lnTo>
                  <a:lnTo>
                    <a:pt x="146456" y="80391"/>
                  </a:lnTo>
                  <a:lnTo>
                    <a:pt x="133261" y="75996"/>
                  </a:lnTo>
                  <a:lnTo>
                    <a:pt x="115887" y="74218"/>
                  </a:lnTo>
                  <a:lnTo>
                    <a:pt x="105702" y="74828"/>
                  </a:lnTo>
                  <a:lnTo>
                    <a:pt x="69989" y="89179"/>
                  </a:lnTo>
                  <a:lnTo>
                    <a:pt x="51206" y="109334"/>
                  </a:lnTo>
                  <a:lnTo>
                    <a:pt x="51206" y="78981"/>
                  </a:lnTo>
                  <a:lnTo>
                    <a:pt x="0" y="78981"/>
                  </a:lnTo>
                  <a:lnTo>
                    <a:pt x="0" y="365328"/>
                  </a:lnTo>
                  <a:lnTo>
                    <a:pt x="54775" y="365328"/>
                  </a:lnTo>
                  <a:lnTo>
                    <a:pt x="54775" y="260743"/>
                  </a:lnTo>
                  <a:lnTo>
                    <a:pt x="62407" y="268478"/>
                  </a:lnTo>
                  <a:lnTo>
                    <a:pt x="99021" y="289433"/>
                  </a:lnTo>
                  <a:lnTo>
                    <a:pt x="115493" y="291109"/>
                  </a:lnTo>
                  <a:lnTo>
                    <a:pt x="131787" y="289433"/>
                  </a:lnTo>
                  <a:lnTo>
                    <a:pt x="132549" y="289433"/>
                  </a:lnTo>
                  <a:lnTo>
                    <a:pt x="148932" y="283921"/>
                  </a:lnTo>
                  <a:lnTo>
                    <a:pt x="163537" y="274993"/>
                  </a:lnTo>
                  <a:lnTo>
                    <a:pt x="177012" y="262331"/>
                  </a:lnTo>
                  <a:lnTo>
                    <a:pt x="178117" y="260743"/>
                  </a:lnTo>
                  <a:lnTo>
                    <a:pt x="187388" y="247446"/>
                  </a:lnTo>
                  <a:lnTo>
                    <a:pt x="200812" y="205930"/>
                  </a:lnTo>
                  <a:lnTo>
                    <a:pt x="202374" y="181762"/>
                  </a:lnTo>
                  <a:lnTo>
                    <a:pt x="202412" y="181368"/>
                  </a:lnTo>
                  <a:close/>
                </a:path>
                <a:path w="434339" h="365759">
                  <a:moveTo>
                    <a:pt x="345567" y="282778"/>
                  </a:moveTo>
                  <a:lnTo>
                    <a:pt x="340804" y="240309"/>
                  </a:lnTo>
                  <a:lnTo>
                    <a:pt x="331152" y="243751"/>
                  </a:lnTo>
                  <a:lnTo>
                    <a:pt x="323811" y="245465"/>
                  </a:lnTo>
                  <a:lnTo>
                    <a:pt x="315074" y="245465"/>
                  </a:lnTo>
                  <a:lnTo>
                    <a:pt x="311975" y="244602"/>
                  </a:lnTo>
                  <a:lnTo>
                    <a:pt x="303504" y="122631"/>
                  </a:lnTo>
                  <a:lnTo>
                    <a:pt x="341007" y="122631"/>
                  </a:lnTo>
                  <a:lnTo>
                    <a:pt x="341007" y="78981"/>
                  </a:lnTo>
                  <a:lnTo>
                    <a:pt x="303504" y="78981"/>
                  </a:lnTo>
                  <a:lnTo>
                    <a:pt x="303504" y="5549"/>
                  </a:lnTo>
                  <a:lnTo>
                    <a:pt x="248539" y="37706"/>
                  </a:lnTo>
                  <a:lnTo>
                    <a:pt x="248539" y="78981"/>
                  </a:lnTo>
                  <a:lnTo>
                    <a:pt x="223329" y="78981"/>
                  </a:lnTo>
                  <a:lnTo>
                    <a:pt x="223329" y="122631"/>
                  </a:lnTo>
                  <a:lnTo>
                    <a:pt x="248539" y="122631"/>
                  </a:lnTo>
                  <a:lnTo>
                    <a:pt x="248539" y="213118"/>
                  </a:lnTo>
                  <a:lnTo>
                    <a:pt x="248932" y="237388"/>
                  </a:lnTo>
                  <a:lnTo>
                    <a:pt x="261569" y="278409"/>
                  </a:lnTo>
                  <a:lnTo>
                    <a:pt x="302120" y="291109"/>
                  </a:lnTo>
                  <a:lnTo>
                    <a:pt x="313905" y="290588"/>
                  </a:lnTo>
                  <a:lnTo>
                    <a:pt x="325081" y="289026"/>
                  </a:lnTo>
                  <a:lnTo>
                    <a:pt x="335622" y="286423"/>
                  </a:lnTo>
                  <a:lnTo>
                    <a:pt x="345567" y="282778"/>
                  </a:lnTo>
                  <a:close/>
                </a:path>
                <a:path w="434339" h="365759">
                  <a:moveTo>
                    <a:pt x="433946" y="78981"/>
                  </a:moveTo>
                  <a:lnTo>
                    <a:pt x="379171" y="78981"/>
                  </a:lnTo>
                  <a:lnTo>
                    <a:pt x="379171" y="286346"/>
                  </a:lnTo>
                  <a:lnTo>
                    <a:pt x="433946" y="286346"/>
                  </a:lnTo>
                  <a:lnTo>
                    <a:pt x="433946" y="78981"/>
                  </a:lnTo>
                  <a:close/>
                </a:path>
                <a:path w="434339" h="365759">
                  <a:moveTo>
                    <a:pt x="433946" y="0"/>
                  </a:moveTo>
                  <a:lnTo>
                    <a:pt x="379171" y="0"/>
                  </a:lnTo>
                  <a:lnTo>
                    <a:pt x="379171" y="50800"/>
                  </a:lnTo>
                  <a:lnTo>
                    <a:pt x="433946" y="50800"/>
                  </a:lnTo>
                  <a:lnTo>
                    <a:pt x="4339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0" name="object 290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4863198" y="9113913"/>
              <a:ext cx="426681" cy="216890"/>
            </a:xfrm>
            <a:prstGeom prst="rect">
              <a:avLst/>
            </a:prstGeom>
          </p:spPr>
        </p:pic>
      </p:grpSp>
      <p:grpSp>
        <p:nvGrpSpPr>
          <p:cNvPr id="291" name="object 291"/>
          <p:cNvGrpSpPr/>
          <p:nvPr/>
        </p:nvGrpSpPr>
        <p:grpSpPr>
          <a:xfrm>
            <a:off x="5445912" y="9039694"/>
            <a:ext cx="901065" cy="291465"/>
            <a:chOff x="5445912" y="9039694"/>
            <a:chExt cx="901065" cy="291465"/>
          </a:xfrm>
        </p:grpSpPr>
        <p:sp>
          <p:nvSpPr>
            <p:cNvPr id="292" name="object 292"/>
            <p:cNvSpPr/>
            <p:nvPr/>
          </p:nvSpPr>
          <p:spPr>
            <a:xfrm>
              <a:off x="5445912" y="9039694"/>
              <a:ext cx="55244" cy="286385"/>
            </a:xfrm>
            <a:custGeom>
              <a:avLst/>
              <a:gdLst/>
              <a:ahLst/>
              <a:cxnLst/>
              <a:rect l="l" t="t" r="r" b="b"/>
              <a:pathLst>
                <a:path w="55245" h="286384">
                  <a:moveTo>
                    <a:pt x="54775" y="0"/>
                  </a:moveTo>
                  <a:lnTo>
                    <a:pt x="0" y="0"/>
                  </a:lnTo>
                  <a:lnTo>
                    <a:pt x="0" y="286346"/>
                  </a:lnTo>
                  <a:lnTo>
                    <a:pt x="54775" y="286346"/>
                  </a:lnTo>
                  <a:lnTo>
                    <a:pt x="5477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3" name="object 293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5540984" y="9113913"/>
              <a:ext cx="193675" cy="216890"/>
            </a:xfrm>
            <a:prstGeom prst="rect">
              <a:avLst/>
            </a:prstGeom>
          </p:spPr>
        </p:pic>
        <p:pic>
          <p:nvPicPr>
            <p:cNvPr id="294" name="object 29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765063" y="9113913"/>
              <a:ext cx="194665" cy="216890"/>
            </a:xfrm>
            <a:prstGeom prst="rect">
              <a:avLst/>
            </a:prstGeom>
          </p:spPr>
        </p:pic>
        <p:pic>
          <p:nvPicPr>
            <p:cNvPr id="295" name="object 295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5999657" y="9113913"/>
              <a:ext cx="134340" cy="212128"/>
            </a:xfrm>
            <a:prstGeom prst="rect">
              <a:avLst/>
            </a:prstGeom>
          </p:spPr>
        </p:pic>
        <p:pic>
          <p:nvPicPr>
            <p:cNvPr id="296" name="object 296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6157328" y="9113913"/>
              <a:ext cx="189102" cy="212128"/>
            </a:xfrm>
            <a:prstGeom prst="rect">
              <a:avLst/>
            </a:prstGeom>
          </p:spPr>
        </p:pic>
      </p:grpSp>
      <p:sp>
        <p:nvSpPr>
          <p:cNvPr id="297" name="object 297"/>
          <p:cNvSpPr/>
          <p:nvPr/>
        </p:nvSpPr>
        <p:spPr>
          <a:xfrm>
            <a:off x="6402082" y="9039694"/>
            <a:ext cx="55244" cy="286385"/>
          </a:xfrm>
          <a:custGeom>
            <a:avLst/>
            <a:gdLst/>
            <a:ahLst/>
            <a:cxnLst/>
            <a:rect l="l" t="t" r="r" b="b"/>
            <a:pathLst>
              <a:path w="55245" h="286384">
                <a:moveTo>
                  <a:pt x="54775" y="78981"/>
                </a:moveTo>
                <a:lnTo>
                  <a:pt x="0" y="78981"/>
                </a:lnTo>
                <a:lnTo>
                  <a:pt x="0" y="286346"/>
                </a:lnTo>
                <a:lnTo>
                  <a:pt x="54775" y="286346"/>
                </a:lnTo>
                <a:lnTo>
                  <a:pt x="54775" y="78981"/>
                </a:lnTo>
                <a:close/>
              </a:path>
              <a:path w="55245" h="286384">
                <a:moveTo>
                  <a:pt x="54775" y="0"/>
                </a:moveTo>
                <a:lnTo>
                  <a:pt x="0" y="0"/>
                </a:lnTo>
                <a:lnTo>
                  <a:pt x="0" y="50800"/>
                </a:lnTo>
                <a:lnTo>
                  <a:pt x="54775" y="50800"/>
                </a:lnTo>
                <a:lnTo>
                  <a:pt x="54775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8" name="object 298"/>
          <p:cNvGrpSpPr/>
          <p:nvPr/>
        </p:nvGrpSpPr>
        <p:grpSpPr>
          <a:xfrm>
            <a:off x="6512839" y="9113913"/>
            <a:ext cx="434975" cy="296545"/>
            <a:chOff x="6512839" y="9113913"/>
            <a:chExt cx="434975" cy="296545"/>
          </a:xfrm>
        </p:grpSpPr>
        <p:pic>
          <p:nvPicPr>
            <p:cNvPr id="299" name="object 299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6512839" y="9113913"/>
              <a:ext cx="189102" cy="212128"/>
            </a:xfrm>
            <a:prstGeom prst="rect">
              <a:avLst/>
            </a:prstGeom>
          </p:spPr>
        </p:pic>
        <p:sp>
          <p:nvSpPr>
            <p:cNvPr id="300" name="object 300"/>
            <p:cNvSpPr/>
            <p:nvPr/>
          </p:nvSpPr>
          <p:spPr>
            <a:xfrm>
              <a:off x="6745300" y="9113913"/>
              <a:ext cx="202565" cy="296545"/>
            </a:xfrm>
            <a:custGeom>
              <a:avLst/>
              <a:gdLst/>
              <a:ahLst/>
              <a:cxnLst/>
              <a:rect l="l" t="t" r="r" b="b"/>
              <a:pathLst>
                <a:path w="202565" h="296545">
                  <a:moveTo>
                    <a:pt x="7137" y="225818"/>
                  </a:moveTo>
                  <a:lnTo>
                    <a:pt x="19343" y="268580"/>
                  </a:lnTo>
                  <a:lnTo>
                    <a:pt x="58778" y="291750"/>
                  </a:lnTo>
                  <a:lnTo>
                    <a:pt x="103771" y="296265"/>
                  </a:lnTo>
                  <a:lnTo>
                    <a:pt x="117156" y="295893"/>
                  </a:lnTo>
                  <a:lnTo>
                    <a:pt x="158679" y="287147"/>
                  </a:lnTo>
                  <a:lnTo>
                    <a:pt x="188909" y="261934"/>
                  </a:lnTo>
                  <a:lnTo>
                    <a:pt x="192826" y="254393"/>
                  </a:lnTo>
                  <a:lnTo>
                    <a:pt x="90551" y="254393"/>
                  </a:lnTo>
                  <a:lnTo>
                    <a:pt x="82346" y="252412"/>
                  </a:lnTo>
                  <a:lnTo>
                    <a:pt x="77190" y="248437"/>
                  </a:lnTo>
                  <a:lnTo>
                    <a:pt x="73355" y="245656"/>
                  </a:lnTo>
                  <a:lnTo>
                    <a:pt x="70904" y="240639"/>
                  </a:lnTo>
                  <a:lnTo>
                    <a:pt x="69936" y="233959"/>
                  </a:lnTo>
                  <a:lnTo>
                    <a:pt x="69850" y="233362"/>
                  </a:lnTo>
                  <a:lnTo>
                    <a:pt x="7137" y="225818"/>
                  </a:lnTo>
                  <a:close/>
                </a:path>
                <a:path w="202565" h="296545">
                  <a:moveTo>
                    <a:pt x="202399" y="178587"/>
                  </a:moveTo>
                  <a:lnTo>
                    <a:pt x="147434" y="178587"/>
                  </a:lnTo>
                  <a:lnTo>
                    <a:pt x="147434" y="221056"/>
                  </a:lnTo>
                  <a:lnTo>
                    <a:pt x="146672" y="228460"/>
                  </a:lnTo>
                  <a:lnTo>
                    <a:pt x="111836" y="253984"/>
                  </a:lnTo>
                  <a:lnTo>
                    <a:pt x="101790" y="254393"/>
                  </a:lnTo>
                  <a:lnTo>
                    <a:pt x="192839" y="254393"/>
                  </a:lnTo>
                  <a:lnTo>
                    <a:pt x="202016" y="208083"/>
                  </a:lnTo>
                  <a:lnTo>
                    <a:pt x="202347" y="193263"/>
                  </a:lnTo>
                  <a:lnTo>
                    <a:pt x="202399" y="178587"/>
                  </a:lnTo>
                  <a:close/>
                </a:path>
                <a:path w="202565" h="296545">
                  <a:moveTo>
                    <a:pt x="87503" y="0"/>
                  </a:moveTo>
                  <a:lnTo>
                    <a:pt x="38352" y="15516"/>
                  </a:lnTo>
                  <a:lnTo>
                    <a:pt x="6248" y="61266"/>
                  </a:lnTo>
                  <a:lnTo>
                    <a:pt x="189" y="104178"/>
                  </a:lnTo>
                  <a:lnTo>
                    <a:pt x="101" y="105562"/>
                  </a:lnTo>
                  <a:lnTo>
                    <a:pt x="0" y="107149"/>
                  </a:lnTo>
                  <a:lnTo>
                    <a:pt x="4762" y="145403"/>
                  </a:lnTo>
                  <a:lnTo>
                    <a:pt x="32342" y="192261"/>
                  </a:lnTo>
                  <a:lnTo>
                    <a:pt x="65773" y="210032"/>
                  </a:lnTo>
                  <a:lnTo>
                    <a:pt x="66479" y="210032"/>
                  </a:lnTo>
                  <a:lnTo>
                    <a:pt x="85318" y="212128"/>
                  </a:lnTo>
                  <a:lnTo>
                    <a:pt x="103266" y="210032"/>
                  </a:lnTo>
                  <a:lnTo>
                    <a:pt x="119600" y="203744"/>
                  </a:lnTo>
                  <a:lnTo>
                    <a:pt x="134322" y="193263"/>
                  </a:lnTo>
                  <a:lnTo>
                    <a:pt x="147434" y="178587"/>
                  </a:lnTo>
                  <a:lnTo>
                    <a:pt x="202399" y="178587"/>
                  </a:lnTo>
                  <a:lnTo>
                    <a:pt x="202399" y="167868"/>
                  </a:lnTo>
                  <a:lnTo>
                    <a:pt x="100596" y="167868"/>
                  </a:lnTo>
                  <a:lnTo>
                    <a:pt x="91547" y="166913"/>
                  </a:lnTo>
                  <a:lnTo>
                    <a:pt x="59324" y="132751"/>
                  </a:lnTo>
                  <a:lnTo>
                    <a:pt x="57024" y="120014"/>
                  </a:lnTo>
                  <a:lnTo>
                    <a:pt x="56941" y="119556"/>
                  </a:lnTo>
                  <a:lnTo>
                    <a:pt x="56300" y="107149"/>
                  </a:lnTo>
                  <a:lnTo>
                    <a:pt x="56218" y="105562"/>
                  </a:lnTo>
                  <a:lnTo>
                    <a:pt x="56146" y="104178"/>
                  </a:lnTo>
                  <a:lnTo>
                    <a:pt x="63294" y="65998"/>
                  </a:lnTo>
                  <a:lnTo>
                    <a:pt x="83322" y="45985"/>
                  </a:lnTo>
                  <a:lnTo>
                    <a:pt x="83179" y="45985"/>
                  </a:lnTo>
                  <a:lnTo>
                    <a:pt x="92032" y="43043"/>
                  </a:lnTo>
                  <a:lnTo>
                    <a:pt x="91851" y="43043"/>
                  </a:lnTo>
                  <a:lnTo>
                    <a:pt x="101600" y="42062"/>
                  </a:lnTo>
                  <a:lnTo>
                    <a:pt x="202399" y="42062"/>
                  </a:lnTo>
                  <a:lnTo>
                    <a:pt x="202399" y="33731"/>
                  </a:lnTo>
                  <a:lnTo>
                    <a:pt x="151003" y="33731"/>
                  </a:lnTo>
                  <a:lnTo>
                    <a:pt x="137661" y="18972"/>
                  </a:lnTo>
                  <a:lnTo>
                    <a:pt x="122629" y="8431"/>
                  </a:lnTo>
                  <a:lnTo>
                    <a:pt x="105909" y="2107"/>
                  </a:lnTo>
                  <a:lnTo>
                    <a:pt x="87503" y="0"/>
                  </a:lnTo>
                  <a:close/>
                </a:path>
                <a:path w="202565" h="296545">
                  <a:moveTo>
                    <a:pt x="202399" y="42062"/>
                  </a:moveTo>
                  <a:lnTo>
                    <a:pt x="101600" y="42062"/>
                  </a:lnTo>
                  <a:lnTo>
                    <a:pt x="111282" y="43043"/>
                  </a:lnTo>
                  <a:lnTo>
                    <a:pt x="120097" y="45985"/>
                  </a:lnTo>
                  <a:lnTo>
                    <a:pt x="145100" y="77435"/>
                  </a:lnTo>
                  <a:lnTo>
                    <a:pt x="148348" y="104178"/>
                  </a:lnTo>
                  <a:lnTo>
                    <a:pt x="148329" y="107149"/>
                  </a:lnTo>
                  <a:lnTo>
                    <a:pt x="134531" y="152196"/>
                  </a:lnTo>
                  <a:lnTo>
                    <a:pt x="118946" y="164049"/>
                  </a:lnTo>
                  <a:lnTo>
                    <a:pt x="118814" y="164049"/>
                  </a:lnTo>
                  <a:lnTo>
                    <a:pt x="110166" y="166913"/>
                  </a:lnTo>
                  <a:lnTo>
                    <a:pt x="110002" y="166913"/>
                  </a:lnTo>
                  <a:lnTo>
                    <a:pt x="100596" y="167868"/>
                  </a:lnTo>
                  <a:lnTo>
                    <a:pt x="202399" y="167868"/>
                  </a:lnTo>
                  <a:lnTo>
                    <a:pt x="202399" y="42062"/>
                  </a:lnTo>
                  <a:close/>
                </a:path>
                <a:path w="202565" h="296545">
                  <a:moveTo>
                    <a:pt x="202399" y="4762"/>
                  </a:moveTo>
                  <a:lnTo>
                    <a:pt x="151003" y="4762"/>
                  </a:lnTo>
                  <a:lnTo>
                    <a:pt x="151003" y="33731"/>
                  </a:lnTo>
                  <a:lnTo>
                    <a:pt x="202399" y="33731"/>
                  </a:lnTo>
                  <a:lnTo>
                    <a:pt x="202399" y="4762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1" name="object 301"/>
          <p:cNvSpPr/>
          <p:nvPr/>
        </p:nvSpPr>
        <p:spPr>
          <a:xfrm>
            <a:off x="7001967" y="9271075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762" y="0"/>
                </a:moveTo>
                <a:lnTo>
                  <a:pt x="0" y="0"/>
                </a:lnTo>
                <a:lnTo>
                  <a:pt x="0" y="54965"/>
                </a:lnTo>
                <a:lnTo>
                  <a:pt x="54762" y="54965"/>
                </a:lnTo>
                <a:lnTo>
                  <a:pt x="54762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 txBox="1"/>
          <p:nvPr/>
        </p:nvSpPr>
        <p:spPr>
          <a:xfrm>
            <a:off x="5433728" y="9105354"/>
            <a:ext cx="844994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92705" algn="l"/>
              </a:tabLst>
            </a:pPr>
            <a:r>
              <a:rPr dirty="0" sz="3150" b="1">
                <a:latin typeface="Arial"/>
                <a:cs typeface="Arial"/>
              </a:rPr>
              <a:t>IT22224316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spc="-50" b="1">
                <a:latin typeface="Arial"/>
                <a:cs typeface="Arial"/>
              </a:rPr>
              <a:t>|</a:t>
            </a:r>
            <a:r>
              <a:rPr dirty="0" sz="3150" b="1">
                <a:latin typeface="Arial"/>
                <a:cs typeface="Arial"/>
              </a:rPr>
              <a:t>	Dhananjani</a:t>
            </a:r>
            <a:r>
              <a:rPr dirty="0" sz="3150" spc="-2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G.A.U.</a:t>
            </a:r>
            <a:r>
              <a:rPr dirty="0" sz="3150" spc="-2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|</a:t>
            </a:r>
            <a:r>
              <a:rPr dirty="0" sz="3150" spc="-20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R26-IT-</a:t>
            </a:r>
            <a:r>
              <a:rPr dirty="0" sz="3150" spc="-25" b="1">
                <a:latin typeface="Arial"/>
                <a:cs typeface="Arial"/>
              </a:rPr>
              <a:t>138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54452" y="0"/>
            <a:ext cx="2733547" cy="337419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95448" y="3533063"/>
            <a:ext cx="16094075" cy="1313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8450" b="0">
                <a:latin typeface="Times New Roman"/>
                <a:cs typeface="Times New Roman"/>
              </a:rPr>
              <a:t>IT22136206</a:t>
            </a:r>
            <a:r>
              <a:rPr dirty="0" u="none" sz="8450" spc="-5" b="0">
                <a:latin typeface="Times New Roman"/>
                <a:cs typeface="Times New Roman"/>
              </a:rPr>
              <a:t> </a:t>
            </a:r>
            <a:r>
              <a:rPr dirty="0" u="none" sz="8450" b="0">
                <a:latin typeface="Times New Roman"/>
                <a:cs typeface="Times New Roman"/>
              </a:rPr>
              <a:t>|NAVODYA</a:t>
            </a:r>
            <a:r>
              <a:rPr dirty="0" u="none" sz="8450" spc="-5" b="0">
                <a:latin typeface="Times New Roman"/>
                <a:cs typeface="Times New Roman"/>
              </a:rPr>
              <a:t> </a:t>
            </a:r>
            <a:r>
              <a:rPr dirty="0" u="none" sz="8450" spc="-10" b="0">
                <a:latin typeface="Times New Roman"/>
                <a:cs typeface="Times New Roman"/>
              </a:rPr>
              <a:t>K.M.I.G.T</a:t>
            </a:r>
            <a:endParaRPr sz="845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042695"/>
            <a:ext cx="1880146" cy="32443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31026" y="4947602"/>
            <a:ext cx="14253210" cy="4998085"/>
          </a:xfrm>
          <a:prstGeom prst="rect">
            <a:avLst/>
          </a:prstGeom>
        </p:spPr>
        <p:txBody>
          <a:bodyPr wrap="square" lIns="0" tIns="212725" rIns="0" bIns="0" rtlCol="0" vert="horz">
            <a:spAutoFit/>
          </a:bodyPr>
          <a:lstStyle/>
          <a:p>
            <a:pPr algn="ctr" marL="22860">
              <a:lnSpc>
                <a:spcPct val="100000"/>
              </a:lnSpc>
              <a:spcBef>
                <a:spcPts val="1675"/>
              </a:spcBef>
            </a:pPr>
            <a:r>
              <a:rPr dirty="0" sz="3150">
                <a:latin typeface="Arial"/>
                <a:cs typeface="Arial"/>
              </a:rPr>
              <a:t>Personalized</a:t>
            </a:r>
            <a:r>
              <a:rPr dirty="0" sz="3150" spc="-25">
                <a:latin typeface="Arial"/>
                <a:cs typeface="Arial"/>
              </a:rPr>
              <a:t> </a:t>
            </a:r>
            <a:r>
              <a:rPr dirty="0" sz="3150">
                <a:latin typeface="Arial"/>
                <a:cs typeface="Arial"/>
              </a:rPr>
              <a:t>Hint</a:t>
            </a:r>
            <a:r>
              <a:rPr dirty="0" sz="3150" spc="-20">
                <a:latin typeface="Arial"/>
                <a:cs typeface="Arial"/>
              </a:rPr>
              <a:t> </a:t>
            </a:r>
            <a:r>
              <a:rPr dirty="0" sz="3150">
                <a:latin typeface="Arial"/>
                <a:cs typeface="Arial"/>
              </a:rPr>
              <a:t>&amp;</a:t>
            </a:r>
            <a:r>
              <a:rPr dirty="0" sz="3150" spc="-20">
                <a:latin typeface="Arial"/>
                <a:cs typeface="Arial"/>
              </a:rPr>
              <a:t> </a:t>
            </a:r>
            <a:r>
              <a:rPr dirty="0" sz="3150">
                <a:latin typeface="Arial"/>
                <a:cs typeface="Arial"/>
              </a:rPr>
              <a:t>Feedback</a:t>
            </a:r>
            <a:r>
              <a:rPr dirty="0" sz="3150" spc="-20">
                <a:latin typeface="Arial"/>
                <a:cs typeface="Arial"/>
              </a:rPr>
              <a:t> </a:t>
            </a:r>
            <a:r>
              <a:rPr dirty="0" sz="3150" spc="-10">
                <a:latin typeface="Arial"/>
                <a:cs typeface="Arial"/>
              </a:rPr>
              <a:t>Engine</a:t>
            </a:r>
            <a:endParaRPr sz="3150">
              <a:latin typeface="Arial"/>
              <a:cs typeface="Arial"/>
            </a:endParaRPr>
          </a:p>
          <a:p>
            <a:pPr algn="ctr" marR="4112260">
              <a:lnSpc>
                <a:spcPct val="100000"/>
              </a:lnSpc>
              <a:spcBef>
                <a:spcPts val="1580"/>
              </a:spcBef>
            </a:pPr>
            <a:r>
              <a:rPr dirty="0" sz="3150" b="1">
                <a:latin typeface="Arial"/>
                <a:cs typeface="Arial"/>
              </a:rPr>
              <a:t>Contribution</a:t>
            </a:r>
            <a:r>
              <a:rPr dirty="0" sz="3150" spc="-6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of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my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component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to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the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overall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solution</a:t>
            </a:r>
            <a:endParaRPr sz="3150">
              <a:latin typeface="Arial"/>
              <a:cs typeface="Arial"/>
            </a:endParaRPr>
          </a:p>
          <a:p>
            <a:pPr marL="857250" indent="-27813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85725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Focuses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on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Hint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&amp;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Feedback</a:t>
            </a:r>
            <a:r>
              <a:rPr dirty="0" sz="25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Engine</a:t>
            </a:r>
            <a:endParaRPr sz="2550">
              <a:latin typeface="Arial"/>
              <a:cs typeface="Arial"/>
            </a:endParaRPr>
          </a:p>
          <a:p>
            <a:pPr marL="857250" indent="-27813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85725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Analyzes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errors</a:t>
            </a:r>
            <a:r>
              <a:rPr dirty="0" sz="25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problem-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solving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steps</a:t>
            </a:r>
            <a:endParaRPr sz="2550">
              <a:latin typeface="Arial"/>
              <a:cs typeface="Arial"/>
            </a:endParaRPr>
          </a:p>
          <a:p>
            <a:pPr marL="857250" indent="-27813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85725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Identifies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misconceptions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such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as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place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value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or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operation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mistakes</a:t>
            </a:r>
            <a:endParaRPr sz="2550">
              <a:latin typeface="Arial"/>
              <a:cs typeface="Arial"/>
            </a:endParaRPr>
          </a:p>
          <a:p>
            <a:pPr marL="857250" indent="-278130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85725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Generates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hints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based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on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needs</a:t>
            </a:r>
            <a:endParaRPr sz="2550">
              <a:latin typeface="Arial"/>
              <a:cs typeface="Arial"/>
            </a:endParaRPr>
          </a:p>
          <a:p>
            <a:pPr marL="857250" indent="-27813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85725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Provides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real-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time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feedback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during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problem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solving</a:t>
            </a:r>
            <a:endParaRPr sz="2550">
              <a:latin typeface="Arial"/>
              <a:cs typeface="Arial"/>
            </a:endParaRPr>
          </a:p>
          <a:p>
            <a:pPr marL="857250" indent="-278130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85725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Helps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students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understand</a:t>
            </a:r>
            <a:r>
              <a:rPr dirty="0" sz="25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mistakes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5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improve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step-by-</a:t>
            </a:r>
            <a:r>
              <a:rPr dirty="0" sz="2550" spc="-20" b="1">
                <a:solidFill>
                  <a:srgbClr val="050E9B"/>
                </a:solidFill>
                <a:latin typeface="Arial"/>
                <a:cs typeface="Arial"/>
              </a:rPr>
              <a:t>step</a:t>
            </a:r>
            <a:endParaRPr sz="2550">
              <a:latin typeface="Arial"/>
              <a:cs typeface="Arial"/>
            </a:endParaRPr>
          </a:p>
          <a:p>
            <a:pPr marL="857250" marR="5080" indent="-278130">
              <a:lnSpc>
                <a:spcPct val="117700"/>
              </a:lnSpc>
              <a:spcBef>
                <a:spcPts val="5"/>
              </a:spcBef>
              <a:buFont typeface="Arial"/>
              <a:buChar char="•"/>
              <a:tabLst>
                <a:tab pos="85725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Supports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by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enhancing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accuracy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confidence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students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20" b="1">
                <a:solidFill>
                  <a:srgbClr val="050E9B"/>
                </a:solidFill>
                <a:latin typeface="Arial"/>
                <a:cs typeface="Arial"/>
              </a:rPr>
              <a:t>with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dyscalculia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9331" y="0"/>
            <a:ext cx="2558669" cy="33741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547622"/>
            <a:ext cx="2127669" cy="27393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14969" y="671260"/>
            <a:ext cx="15744825" cy="893572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2750" b="1">
                <a:latin typeface="Arial"/>
                <a:cs typeface="Arial"/>
              </a:rPr>
              <a:t>Problem</a:t>
            </a:r>
            <a:r>
              <a:rPr dirty="0" sz="2750" spc="-70" b="1">
                <a:latin typeface="Arial"/>
                <a:cs typeface="Arial"/>
              </a:rPr>
              <a:t> </a:t>
            </a:r>
            <a:r>
              <a:rPr dirty="0" sz="2750" spc="-10" b="1">
                <a:latin typeface="Arial"/>
                <a:cs typeface="Arial"/>
              </a:rPr>
              <a:t>Definition</a:t>
            </a:r>
            <a:endParaRPr sz="2750">
              <a:latin typeface="Arial"/>
              <a:cs typeface="Arial"/>
            </a:endParaRPr>
          </a:p>
          <a:p>
            <a:pPr marL="231775" indent="-219075">
              <a:lnSpc>
                <a:spcPct val="100000"/>
              </a:lnSpc>
              <a:spcBef>
                <a:spcPts val="825"/>
              </a:spcBef>
              <a:buChar char="•"/>
              <a:tabLst>
                <a:tab pos="231775" algn="l"/>
              </a:tabLst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Some</a:t>
            </a:r>
            <a:r>
              <a:rPr dirty="0" sz="27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students</a:t>
            </a:r>
            <a:r>
              <a:rPr dirty="0" sz="27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dyscalculia</a:t>
            </a:r>
            <a:r>
              <a:rPr dirty="0" sz="27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struggle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7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number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7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arithmetic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concepts.</a:t>
            </a:r>
            <a:endParaRPr sz="2750">
              <a:latin typeface="Arial"/>
              <a:cs typeface="Arial"/>
            </a:endParaRPr>
          </a:p>
          <a:p>
            <a:pPr marL="231775" indent="-219075">
              <a:lnSpc>
                <a:spcPct val="100000"/>
              </a:lnSpc>
              <a:spcBef>
                <a:spcPts val="830"/>
              </a:spcBef>
              <a:buChar char="•"/>
              <a:tabLst>
                <a:tab pos="231775" algn="l"/>
              </a:tabLst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Traditional</a:t>
            </a:r>
            <a:r>
              <a:rPr dirty="0" sz="27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systems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do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not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analyze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reasons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behind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mistakes.</a:t>
            </a:r>
            <a:endParaRPr sz="2750">
              <a:latin typeface="Arial"/>
              <a:cs typeface="Arial"/>
            </a:endParaRPr>
          </a:p>
          <a:p>
            <a:pPr marL="231775" indent="-219075">
              <a:lnSpc>
                <a:spcPct val="100000"/>
              </a:lnSpc>
              <a:spcBef>
                <a:spcPts val="825"/>
              </a:spcBef>
              <a:buChar char="•"/>
              <a:tabLst>
                <a:tab pos="231775" algn="l"/>
              </a:tabLst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Most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apps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only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mark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answers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as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right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or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wrong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without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explaining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misconceptions.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89"/>
              </a:spcBef>
              <a:buFont typeface="Arial"/>
              <a:buChar char="•"/>
            </a:pP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50" b="1">
                <a:latin typeface="Arial"/>
                <a:cs typeface="Arial"/>
              </a:rPr>
              <a:t>Research</a:t>
            </a:r>
            <a:r>
              <a:rPr dirty="0" sz="2750" spc="-35" b="1">
                <a:latin typeface="Arial"/>
                <a:cs typeface="Arial"/>
              </a:rPr>
              <a:t> </a:t>
            </a:r>
            <a:r>
              <a:rPr dirty="0" sz="2750" spc="-10" b="1">
                <a:latin typeface="Arial"/>
                <a:cs typeface="Arial"/>
              </a:rPr>
              <a:t>Objective</a:t>
            </a:r>
            <a:endParaRPr sz="2750">
              <a:latin typeface="Arial"/>
              <a:cs typeface="Arial"/>
            </a:endParaRPr>
          </a:p>
          <a:p>
            <a:pPr marL="231140" marR="5080" indent="-219075">
              <a:lnSpc>
                <a:spcPts val="4130"/>
              </a:lnSpc>
              <a:spcBef>
                <a:spcPts val="270"/>
              </a:spcBef>
              <a:buChar char="•"/>
              <a:tabLst>
                <a:tab pos="303530" algn="l"/>
              </a:tabLst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Develop</a:t>
            </a:r>
            <a:r>
              <a:rPr dirty="0" sz="27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Hint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&amp;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Feedback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Engine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that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analyzes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mistakes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provides 	real-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time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hints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to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improve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conceptual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understanding.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15"/>
              </a:spcBef>
              <a:buFont typeface="Arial"/>
              <a:buChar char="•"/>
            </a:pP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750" spc="-10" b="1">
                <a:latin typeface="Arial"/>
                <a:cs typeface="Arial"/>
              </a:rPr>
              <a:t>Sub-Objectives</a:t>
            </a:r>
            <a:endParaRPr sz="2750">
              <a:latin typeface="Arial"/>
              <a:cs typeface="Arial"/>
            </a:endParaRPr>
          </a:p>
          <a:p>
            <a:pPr marL="231775" indent="-219075">
              <a:lnSpc>
                <a:spcPct val="100000"/>
              </a:lnSpc>
              <a:spcBef>
                <a:spcPts val="825"/>
              </a:spcBef>
              <a:buChar char="•"/>
              <a:tabLst>
                <a:tab pos="231775" algn="l"/>
              </a:tabLst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Analyze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interaction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(answers,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response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time,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attempts).</a:t>
            </a:r>
            <a:endParaRPr sz="2750">
              <a:latin typeface="Arial"/>
              <a:cs typeface="Arial"/>
            </a:endParaRPr>
          </a:p>
          <a:p>
            <a:pPr marL="231775" indent="-219075">
              <a:lnSpc>
                <a:spcPct val="100000"/>
              </a:lnSpc>
              <a:spcBef>
                <a:spcPts val="830"/>
              </a:spcBef>
              <a:buChar char="•"/>
              <a:tabLst>
                <a:tab pos="231775" algn="l"/>
              </a:tabLst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Use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machine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(Decision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Tree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/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Random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Forest)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to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detect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misconceptions.</a:t>
            </a:r>
            <a:endParaRPr sz="2750">
              <a:latin typeface="Arial"/>
              <a:cs typeface="Arial"/>
            </a:endParaRPr>
          </a:p>
          <a:p>
            <a:pPr marL="231775" indent="-219075">
              <a:lnSpc>
                <a:spcPct val="100000"/>
              </a:lnSpc>
              <a:spcBef>
                <a:spcPts val="825"/>
              </a:spcBef>
              <a:buChar char="•"/>
              <a:tabLst>
                <a:tab pos="231775" algn="l"/>
              </a:tabLst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Provide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real-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time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hints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visual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audio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feedback.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89"/>
              </a:spcBef>
              <a:buFont typeface="Arial"/>
              <a:buChar char="•"/>
            </a:pP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750" spc="-10" b="1">
                <a:latin typeface="Arial"/>
                <a:cs typeface="Arial"/>
              </a:rPr>
              <a:t>Novelty</a:t>
            </a:r>
            <a:endParaRPr sz="2750">
              <a:latin typeface="Arial"/>
              <a:cs typeface="Arial"/>
            </a:endParaRPr>
          </a:p>
          <a:p>
            <a:pPr marL="231775" indent="-219075">
              <a:lnSpc>
                <a:spcPct val="100000"/>
              </a:lnSpc>
              <a:spcBef>
                <a:spcPts val="830"/>
              </a:spcBef>
              <a:buClr>
                <a:srgbClr val="000000"/>
              </a:buClr>
              <a:buChar char="•"/>
              <a:tabLst>
                <a:tab pos="231775" algn="l"/>
              </a:tabLst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Uses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machine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to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detect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misconceptions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error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patterns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in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real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time.</a:t>
            </a:r>
            <a:endParaRPr sz="2750">
              <a:latin typeface="Arial"/>
              <a:cs typeface="Arial"/>
            </a:endParaRPr>
          </a:p>
          <a:p>
            <a:pPr marL="231775" indent="-219075">
              <a:lnSpc>
                <a:spcPct val="100000"/>
              </a:lnSpc>
              <a:spcBef>
                <a:spcPts val="825"/>
              </a:spcBef>
              <a:buChar char="•"/>
              <a:tabLst>
                <a:tab pos="231775" algn="l"/>
              </a:tabLst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Provides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multimodal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hints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(visual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+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audio)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students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dyscalculia.</a:t>
            </a:r>
            <a:endParaRPr sz="27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69305" y="262751"/>
            <a:ext cx="7635240" cy="5359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/>
              <a:t>Personalized</a:t>
            </a:r>
            <a:r>
              <a:rPr dirty="0" sz="3350" spc="-70"/>
              <a:t> </a:t>
            </a:r>
            <a:r>
              <a:rPr dirty="0" sz="3350"/>
              <a:t>Hint</a:t>
            </a:r>
            <a:r>
              <a:rPr dirty="0" sz="3350" spc="-65"/>
              <a:t> </a:t>
            </a:r>
            <a:r>
              <a:rPr dirty="0" sz="3350"/>
              <a:t>&amp;</a:t>
            </a:r>
            <a:r>
              <a:rPr dirty="0" sz="3350" spc="-65"/>
              <a:t> </a:t>
            </a:r>
            <a:r>
              <a:rPr dirty="0" sz="3350"/>
              <a:t>Feedback</a:t>
            </a:r>
            <a:r>
              <a:rPr dirty="0" sz="3350" spc="-65"/>
              <a:t> </a:t>
            </a:r>
            <a:r>
              <a:rPr dirty="0" sz="3350" spc="-10"/>
              <a:t>Engine</a:t>
            </a:r>
            <a:endParaRPr sz="3350"/>
          </a:p>
        </p:txBody>
      </p:sp>
      <p:sp>
        <p:nvSpPr>
          <p:cNvPr id="6" name="object 6"/>
          <p:cNvSpPr txBox="1"/>
          <p:nvPr/>
        </p:nvSpPr>
        <p:spPr>
          <a:xfrm>
            <a:off x="5716220" y="9731495"/>
            <a:ext cx="583438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b="1">
                <a:latin typeface="Arial"/>
                <a:cs typeface="Arial"/>
              </a:rPr>
              <a:t>IT22136206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|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Navodya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K.M.I.G.T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spc="-50" b="1">
                <a:latin typeface="Arial"/>
                <a:cs typeface="Arial"/>
              </a:rPr>
              <a:t>|</a:t>
            </a:r>
            <a:endParaRPr sz="2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33273" y="9731495"/>
            <a:ext cx="191897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spc="-10" b="1">
                <a:latin typeface="Arial"/>
                <a:cs typeface="Arial"/>
              </a:rPr>
              <a:t>R26-IT-</a:t>
            </a:r>
            <a:r>
              <a:rPr dirty="0" sz="2950" spc="-25" b="1">
                <a:latin typeface="Arial"/>
                <a:cs typeface="Arial"/>
              </a:rPr>
              <a:t>138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613317" cy="3086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451204"/>
            <a:ext cx="1529956" cy="28357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5305" y="709609"/>
            <a:ext cx="12839065" cy="903160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3150" b="1">
                <a:latin typeface="Arial"/>
                <a:cs typeface="Arial"/>
              </a:rPr>
              <a:t>Knowledge</a:t>
            </a:r>
            <a:r>
              <a:rPr dirty="0" sz="3150" spc="-9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Domain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Educational</a:t>
            </a:r>
            <a:r>
              <a:rPr dirty="0" sz="31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Mining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Machine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Error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Pattern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Detection</a:t>
            </a:r>
            <a:endParaRPr sz="3150">
              <a:latin typeface="Arial"/>
              <a:cs typeface="Arial"/>
            </a:endParaRPr>
          </a:p>
          <a:p>
            <a:pPr marL="12700" marR="2180590" indent="682625">
              <a:lnSpc>
                <a:spcPct val="117200"/>
              </a:lnSpc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Intelligent</a:t>
            </a:r>
            <a:r>
              <a:rPr dirty="0" sz="31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Tutoring</a:t>
            </a:r>
            <a:r>
              <a:rPr dirty="0" sz="31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Systems</a:t>
            </a:r>
            <a:r>
              <a:rPr dirty="0" sz="31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1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Adaptive</a:t>
            </a:r>
            <a:r>
              <a:rPr dirty="0" sz="31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Feedback </a:t>
            </a:r>
            <a:r>
              <a:rPr dirty="0" sz="3150" b="1">
                <a:latin typeface="Arial"/>
                <a:cs typeface="Arial"/>
              </a:rPr>
              <a:t>Research</a:t>
            </a:r>
            <a:r>
              <a:rPr dirty="0" sz="3150" spc="-4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Methodology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31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development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evaluation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approach</a:t>
            </a:r>
            <a:endParaRPr sz="3150">
              <a:latin typeface="Arial"/>
              <a:cs typeface="Arial"/>
            </a:endParaRPr>
          </a:p>
          <a:p>
            <a:pPr marL="457200" marR="4093845" indent="-102870">
              <a:lnSpc>
                <a:spcPct val="117200"/>
              </a:lnSpc>
              <a:buFont typeface="Arial"/>
              <a:buChar char="•"/>
              <a:tabLst>
                <a:tab pos="457200" algn="l"/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Collect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interaction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from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math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1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activities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Analyze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error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patterns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using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machine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models</a:t>
            </a:r>
            <a:endParaRPr sz="3150">
              <a:latin typeface="Arial"/>
              <a:cs typeface="Arial"/>
            </a:endParaRPr>
          </a:p>
          <a:p>
            <a:pPr marL="12700" marR="5080" indent="682625">
              <a:lnSpc>
                <a:spcPct val="117200"/>
              </a:lnSpc>
              <a:spcBef>
                <a:spcPts val="5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Generate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hints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based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on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detected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misconceptions </a:t>
            </a:r>
            <a:r>
              <a:rPr dirty="0" sz="3150" b="1">
                <a:latin typeface="Arial"/>
                <a:cs typeface="Arial"/>
              </a:rPr>
              <a:t>Latest</a:t>
            </a:r>
            <a:r>
              <a:rPr dirty="0" sz="3150" spc="-7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Technologies</a:t>
            </a:r>
            <a:r>
              <a:rPr dirty="0" sz="3150" spc="-65" b="1">
                <a:latin typeface="Arial"/>
                <a:cs typeface="Arial"/>
              </a:rPr>
              <a:t> </a:t>
            </a:r>
            <a:r>
              <a:rPr dirty="0" sz="3150" spc="-20" b="1">
                <a:latin typeface="Arial"/>
                <a:cs typeface="Arial"/>
              </a:rPr>
              <a:t>Used</a:t>
            </a:r>
            <a:endParaRPr sz="3150">
              <a:latin typeface="Arial"/>
              <a:cs typeface="Arial"/>
            </a:endParaRPr>
          </a:p>
          <a:p>
            <a:pPr marL="694690" marR="625475" indent="-340995">
              <a:lnSpc>
                <a:spcPct val="117200"/>
              </a:lnSpc>
              <a:buFont typeface="Arial"/>
              <a:buChar char="•"/>
              <a:tabLst>
                <a:tab pos="695960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Decision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Tree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/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Random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Forest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31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classify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dyscalculia-related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error</a:t>
            </a:r>
            <a:r>
              <a:rPr dirty="0" sz="31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patterns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MongoDB</a:t>
            </a:r>
            <a:r>
              <a:rPr dirty="0" sz="31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store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learner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interaction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feedback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history</a:t>
            </a:r>
            <a:endParaRPr sz="3150">
              <a:latin typeface="Arial"/>
              <a:cs typeface="Arial"/>
            </a:endParaRPr>
          </a:p>
          <a:p>
            <a:pPr marL="694690" marR="4113529" indent="-340995">
              <a:lnSpc>
                <a:spcPct val="117200"/>
              </a:lnSpc>
              <a:buFont typeface="Arial"/>
              <a:buChar char="•"/>
              <a:tabLst>
                <a:tab pos="695960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React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Native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mobile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application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Spring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Boot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backend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services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APIs</a:t>
            </a:r>
            <a:endParaRPr sz="31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80915" y="0"/>
            <a:ext cx="7107085" cy="5044694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526851" y="305870"/>
            <a:ext cx="7635240" cy="5359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/>
              <a:t>Personalized</a:t>
            </a:r>
            <a:r>
              <a:rPr dirty="0" sz="3350" spc="-70"/>
              <a:t> </a:t>
            </a:r>
            <a:r>
              <a:rPr dirty="0" sz="3350"/>
              <a:t>Hint</a:t>
            </a:r>
            <a:r>
              <a:rPr dirty="0" sz="3350" spc="-65"/>
              <a:t> </a:t>
            </a:r>
            <a:r>
              <a:rPr dirty="0" sz="3350"/>
              <a:t>&amp;</a:t>
            </a:r>
            <a:r>
              <a:rPr dirty="0" sz="3350" spc="-65"/>
              <a:t> </a:t>
            </a:r>
            <a:r>
              <a:rPr dirty="0" sz="3350"/>
              <a:t>Feedback</a:t>
            </a:r>
            <a:r>
              <a:rPr dirty="0" sz="3350" spc="-65"/>
              <a:t> </a:t>
            </a:r>
            <a:r>
              <a:rPr dirty="0" sz="3350" spc="-10"/>
              <a:t>Engine</a:t>
            </a:r>
            <a:endParaRPr sz="3350"/>
          </a:p>
        </p:txBody>
      </p:sp>
      <p:sp>
        <p:nvSpPr>
          <p:cNvPr id="8" name="object 8"/>
          <p:cNvSpPr txBox="1"/>
          <p:nvPr/>
        </p:nvSpPr>
        <p:spPr>
          <a:xfrm>
            <a:off x="5174527" y="9731495"/>
            <a:ext cx="583438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b="1">
                <a:latin typeface="Arial"/>
                <a:cs typeface="Arial"/>
              </a:rPr>
              <a:t>IT22136206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|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Navodya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K.M.I.G.T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spc="-50" b="1">
                <a:latin typeface="Arial"/>
                <a:cs typeface="Arial"/>
              </a:rPr>
              <a:t>|</a:t>
            </a:r>
            <a:endParaRPr sz="2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91580" y="9731495"/>
            <a:ext cx="191897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spc="-10" b="1">
                <a:latin typeface="Arial"/>
                <a:cs typeface="Arial"/>
              </a:rPr>
              <a:t>R26-IT-</a:t>
            </a:r>
            <a:r>
              <a:rPr dirty="0" sz="2950" spc="-25" b="1">
                <a:latin typeface="Arial"/>
                <a:cs typeface="Arial"/>
              </a:rPr>
              <a:t>138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22894" y="7200900"/>
            <a:ext cx="3065106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42017" cy="3374193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5491" rIns="0" bIns="0" rtlCol="0" vert="horz">
            <a:spAutoFit/>
          </a:bodyPr>
          <a:lstStyle/>
          <a:p>
            <a:pPr marL="1898650">
              <a:lnSpc>
                <a:spcPct val="100000"/>
              </a:lnSpc>
              <a:spcBef>
                <a:spcPts val="100"/>
              </a:spcBef>
            </a:pPr>
            <a:r>
              <a:rPr dirty="0" sz="3350"/>
              <a:t>Personalized</a:t>
            </a:r>
            <a:r>
              <a:rPr dirty="0" sz="3350" spc="-70"/>
              <a:t> </a:t>
            </a:r>
            <a:r>
              <a:rPr dirty="0" sz="3350"/>
              <a:t>Hint</a:t>
            </a:r>
            <a:r>
              <a:rPr dirty="0" sz="3350" spc="-65"/>
              <a:t> </a:t>
            </a:r>
            <a:r>
              <a:rPr dirty="0" sz="3350"/>
              <a:t>&amp;</a:t>
            </a:r>
            <a:r>
              <a:rPr dirty="0" sz="3350" spc="-65"/>
              <a:t> </a:t>
            </a:r>
            <a:r>
              <a:rPr dirty="0" sz="3350"/>
              <a:t>Feedback</a:t>
            </a:r>
            <a:r>
              <a:rPr dirty="0" sz="3350" spc="-65"/>
              <a:t> </a:t>
            </a:r>
            <a:r>
              <a:rPr dirty="0" sz="3350" spc="-10"/>
              <a:t>Engine</a:t>
            </a:r>
            <a:endParaRPr sz="3350"/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878537"/>
            <a:ext cx="2558656" cy="44084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21726" y="1384845"/>
            <a:ext cx="8218805" cy="677989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3150" b="1">
                <a:latin typeface="Arial"/>
                <a:cs typeface="Arial"/>
              </a:rPr>
              <a:t>Validation</a:t>
            </a:r>
            <a:r>
              <a:rPr dirty="0" sz="3150" spc="-5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and</a:t>
            </a:r>
            <a:r>
              <a:rPr dirty="0" sz="3150" spc="-50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Evaluation</a:t>
            </a:r>
            <a:endParaRPr sz="3150">
              <a:latin typeface="Arial"/>
              <a:cs typeface="Arial"/>
            </a:endParaRPr>
          </a:p>
          <a:p>
            <a:pPr marL="679450" marR="1250315" indent="-325755">
              <a:lnSpc>
                <a:spcPct val="117200"/>
              </a:lnSpc>
              <a:buFont typeface="Arial"/>
              <a:buChar char="•"/>
              <a:tabLst>
                <a:tab pos="679450" algn="l"/>
                <a:tab pos="694690" algn="l"/>
              </a:tabLst>
            </a:pPr>
            <a:r>
              <a:rPr dirty="0" sz="3150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Measure</a:t>
            </a:r>
            <a:r>
              <a:rPr dirty="0" sz="31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improvement</a:t>
            </a:r>
            <a:r>
              <a:rPr dirty="0" sz="31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in</a:t>
            </a:r>
            <a:r>
              <a:rPr dirty="0" sz="31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student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accuracy</a:t>
            </a:r>
            <a:r>
              <a:rPr dirty="0" sz="31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after</a:t>
            </a:r>
            <a:r>
              <a:rPr dirty="0" sz="31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hints</a:t>
            </a:r>
            <a:endParaRPr sz="3150">
              <a:latin typeface="Arial"/>
              <a:cs typeface="Arial"/>
            </a:endParaRPr>
          </a:p>
          <a:p>
            <a:pPr marL="694690" marR="760730" indent="-340995">
              <a:lnSpc>
                <a:spcPct val="117200"/>
              </a:lnSpc>
              <a:spcBef>
                <a:spcPts val="5"/>
              </a:spcBef>
              <a:buFont typeface="Arial"/>
              <a:buChar char="•"/>
              <a:tabLst>
                <a:tab pos="695960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Evaluate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ML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model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using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accuracy,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precision,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recall,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F1-score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Analyze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reduction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in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repeated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mistakes</a:t>
            </a:r>
            <a:endParaRPr sz="3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60"/>
              </a:spcBef>
              <a:buClr>
                <a:srgbClr val="050E9B"/>
              </a:buClr>
              <a:buFont typeface="Arial"/>
              <a:buChar char="•"/>
            </a:pPr>
            <a:endParaRPr sz="3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150" b="1">
                <a:latin typeface="Arial"/>
                <a:cs typeface="Arial"/>
              </a:rPr>
              <a:t>Data</a:t>
            </a:r>
            <a:r>
              <a:rPr dirty="0" sz="3150" spc="-1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Availability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answers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to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math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questions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Response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time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each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activity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Number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of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attempts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per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question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Error</a:t>
            </a:r>
            <a:r>
              <a:rPr dirty="0" sz="31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31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feedback</a:t>
            </a:r>
            <a:r>
              <a:rPr dirty="0" sz="31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records</a:t>
            </a:r>
            <a:endParaRPr sz="3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96728" y="1990305"/>
            <a:ext cx="160337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-10" b="1">
                <a:latin typeface="Arial"/>
                <a:cs typeface="Arial"/>
              </a:rPr>
              <a:t>Security</a:t>
            </a:r>
            <a:endParaRPr sz="31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196728" y="2470365"/>
            <a:ext cx="7475220" cy="509143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695325" indent="-34099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HTTPS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secure</a:t>
            </a:r>
            <a:r>
              <a:rPr dirty="0" sz="31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communication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Role-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based</a:t>
            </a:r>
            <a:r>
              <a:rPr dirty="0" sz="31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user</a:t>
            </a:r>
            <a:r>
              <a:rPr dirty="0" sz="3150" spc="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authentication</a:t>
            </a:r>
            <a:endParaRPr sz="3150">
              <a:latin typeface="Arial"/>
              <a:cs typeface="Arial"/>
            </a:endParaRPr>
          </a:p>
          <a:p>
            <a:pPr marL="695325" indent="-34099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6953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Secure</a:t>
            </a:r>
            <a:r>
              <a:rPr dirty="0" sz="31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storage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in</a:t>
            </a:r>
            <a:r>
              <a:rPr dirty="0" sz="31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MongoDB</a:t>
            </a:r>
            <a:endParaRPr sz="3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3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150" b="1">
                <a:latin typeface="Arial"/>
                <a:cs typeface="Arial"/>
              </a:rPr>
              <a:t>Ethical</a:t>
            </a:r>
            <a:r>
              <a:rPr dirty="0" sz="3150" spc="-4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Clearance</a:t>
            </a:r>
            <a:endParaRPr sz="3150">
              <a:latin typeface="Arial"/>
              <a:cs typeface="Arial"/>
            </a:endParaRPr>
          </a:p>
          <a:p>
            <a:pPr marL="12700" marR="73025" indent="250825">
              <a:lnSpc>
                <a:spcPct val="11720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2635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Parental</a:t>
            </a:r>
            <a:r>
              <a:rPr dirty="0" sz="31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consent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required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31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student participation</a:t>
            </a:r>
            <a:endParaRPr sz="315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50"/>
              </a:spcBef>
              <a:buChar char="•"/>
              <a:tabLst>
                <a:tab pos="2635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anonymized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31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privacy</a:t>
            </a:r>
            <a:endParaRPr sz="315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50"/>
              </a:spcBef>
              <a:buChar char="•"/>
              <a:tabLst>
                <a:tab pos="263525" algn="l"/>
              </a:tabLst>
            </a:pP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31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used</a:t>
            </a:r>
            <a:r>
              <a:rPr dirty="0" sz="31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only</a:t>
            </a:r>
            <a:r>
              <a:rPr dirty="0" sz="31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31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50E9B"/>
                </a:solidFill>
                <a:latin typeface="Arial"/>
                <a:cs typeface="Arial"/>
              </a:rPr>
              <a:t>academic</a:t>
            </a:r>
            <a:r>
              <a:rPr dirty="0" sz="31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050E9B"/>
                </a:solidFill>
                <a:latin typeface="Arial"/>
                <a:cs typeface="Arial"/>
              </a:rPr>
              <a:t>research</a:t>
            </a:r>
            <a:endParaRPr sz="31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57626" y="0"/>
            <a:ext cx="2230373" cy="28453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174527" y="9580237"/>
            <a:ext cx="583438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b="1">
                <a:latin typeface="Arial"/>
                <a:cs typeface="Arial"/>
              </a:rPr>
              <a:t>IT22136206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|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Navodya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K.M.I.G.T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spc="-50" b="1">
                <a:latin typeface="Arial"/>
                <a:cs typeface="Arial"/>
              </a:rPr>
              <a:t>|</a:t>
            </a:r>
            <a:endParaRPr sz="2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91580" y="9580237"/>
            <a:ext cx="191897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spc="-10" b="1">
                <a:latin typeface="Arial"/>
                <a:cs typeface="Arial"/>
              </a:rPr>
              <a:t>R26-IT-</a:t>
            </a:r>
            <a:r>
              <a:rPr dirty="0" sz="2950" spc="-25" b="1">
                <a:latin typeface="Arial"/>
                <a:cs typeface="Arial"/>
              </a:rPr>
              <a:t>138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07283" cy="3374193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09" rIns="0" bIns="0" rtlCol="0" vert="horz">
            <a:spAutoFit/>
          </a:bodyPr>
          <a:lstStyle/>
          <a:p>
            <a:pPr marL="1012190">
              <a:lnSpc>
                <a:spcPct val="100000"/>
              </a:lnSpc>
              <a:spcBef>
                <a:spcPts val="100"/>
              </a:spcBef>
            </a:pPr>
            <a:r>
              <a:rPr dirty="0" sz="3350"/>
              <a:t>Personalized</a:t>
            </a:r>
            <a:r>
              <a:rPr dirty="0" sz="3350" spc="-70"/>
              <a:t> </a:t>
            </a:r>
            <a:r>
              <a:rPr dirty="0" sz="3350"/>
              <a:t>Hint</a:t>
            </a:r>
            <a:r>
              <a:rPr dirty="0" sz="3350" spc="-65"/>
              <a:t> </a:t>
            </a:r>
            <a:r>
              <a:rPr dirty="0" sz="3350"/>
              <a:t>&amp;</a:t>
            </a:r>
            <a:r>
              <a:rPr dirty="0" sz="3350" spc="-65"/>
              <a:t> </a:t>
            </a:r>
            <a:r>
              <a:rPr dirty="0" sz="3350"/>
              <a:t>Feedback</a:t>
            </a:r>
            <a:r>
              <a:rPr dirty="0" sz="3350" spc="-65"/>
              <a:t> </a:t>
            </a:r>
            <a:r>
              <a:rPr dirty="0" sz="3350" spc="-10"/>
              <a:t>Engine</a:t>
            </a:r>
            <a:endParaRPr sz="3350"/>
          </a:p>
        </p:txBody>
      </p:sp>
      <p:sp>
        <p:nvSpPr>
          <p:cNvPr id="5" name="object 5"/>
          <p:cNvSpPr txBox="1"/>
          <p:nvPr/>
        </p:nvSpPr>
        <p:spPr>
          <a:xfrm>
            <a:off x="1180179" y="1314469"/>
            <a:ext cx="3021330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 b="1">
                <a:latin typeface="Arial"/>
                <a:cs typeface="Arial"/>
              </a:rPr>
              <a:t>System</a:t>
            </a:r>
            <a:r>
              <a:rPr dirty="0" sz="2850" spc="-105" b="1">
                <a:latin typeface="Arial"/>
                <a:cs typeface="Arial"/>
              </a:rPr>
              <a:t> </a:t>
            </a:r>
            <a:r>
              <a:rPr dirty="0" sz="2850" spc="-10" b="1">
                <a:latin typeface="Arial"/>
                <a:cs typeface="Arial"/>
              </a:rPr>
              <a:t>Overview</a:t>
            </a:r>
            <a:endParaRPr sz="28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32379" y="0"/>
            <a:ext cx="2555621" cy="28453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654268"/>
            <a:ext cx="2317902" cy="46327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80179" y="5825001"/>
            <a:ext cx="16929735" cy="359219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2850" spc="-10" b="1">
                <a:latin typeface="Arial"/>
                <a:cs typeface="Arial"/>
              </a:rPr>
              <a:t>Dependencies</a:t>
            </a:r>
            <a:endParaRPr sz="2850">
              <a:latin typeface="Arial"/>
              <a:cs typeface="Arial"/>
            </a:endParaRPr>
          </a:p>
          <a:p>
            <a:pPr marL="629285" indent="-307340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629285" algn="l"/>
              </a:tabLst>
            </a:pP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8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8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Interface</a:t>
            </a:r>
            <a:r>
              <a:rPr dirty="0" sz="28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8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sends</a:t>
            </a:r>
            <a:r>
              <a:rPr dirty="0" sz="28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8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answers</a:t>
            </a:r>
            <a:r>
              <a:rPr dirty="0" sz="28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8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interaction</a:t>
            </a:r>
            <a:r>
              <a:rPr dirty="0" sz="28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050E9B"/>
                </a:solidFill>
                <a:latin typeface="Arial"/>
                <a:cs typeface="Arial"/>
              </a:rPr>
              <a:t>data.</a:t>
            </a:r>
            <a:endParaRPr sz="2850">
              <a:latin typeface="Arial"/>
              <a:cs typeface="Arial"/>
            </a:endParaRPr>
          </a:p>
          <a:p>
            <a:pPr marL="12700" marR="5080" indent="616585">
              <a:lnSpc>
                <a:spcPct val="117300"/>
              </a:lnSpc>
              <a:spcBef>
                <a:spcPts val="5"/>
              </a:spcBef>
              <a:buFont typeface="Arial"/>
              <a:buChar char="•"/>
              <a:tabLst>
                <a:tab pos="629285" algn="l"/>
              </a:tabLst>
            </a:pP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8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Engine</a:t>
            </a:r>
            <a:r>
              <a:rPr dirty="0" sz="28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/</a:t>
            </a:r>
            <a:r>
              <a:rPr dirty="0" sz="28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Backend</a:t>
            </a:r>
            <a:r>
              <a:rPr dirty="0" sz="28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28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8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processes</a:t>
            </a:r>
            <a:r>
              <a:rPr dirty="0" sz="28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learner</a:t>
            </a:r>
            <a:r>
              <a:rPr dirty="0" sz="28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28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8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triggers</a:t>
            </a:r>
            <a:r>
              <a:rPr dirty="0" sz="28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feedback</a:t>
            </a:r>
            <a:r>
              <a:rPr dirty="0" sz="28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050E9B"/>
                </a:solidFill>
                <a:latin typeface="Arial"/>
                <a:cs typeface="Arial"/>
              </a:rPr>
              <a:t>generation. </a:t>
            </a:r>
            <a:r>
              <a:rPr dirty="0" sz="2850" b="1">
                <a:latin typeface="Arial"/>
                <a:cs typeface="Arial"/>
              </a:rPr>
              <a:t>Common</a:t>
            </a:r>
            <a:r>
              <a:rPr dirty="0" sz="2850" spc="-125" b="1">
                <a:latin typeface="Arial"/>
                <a:cs typeface="Arial"/>
              </a:rPr>
              <a:t> </a:t>
            </a:r>
            <a:r>
              <a:rPr dirty="0" sz="2850" spc="-10" b="1">
                <a:latin typeface="Arial"/>
                <a:cs typeface="Arial"/>
              </a:rPr>
              <a:t>Components</a:t>
            </a:r>
            <a:endParaRPr sz="2850">
              <a:latin typeface="Arial"/>
              <a:cs typeface="Arial"/>
            </a:endParaRPr>
          </a:p>
          <a:p>
            <a:pPr marL="629285" indent="-307340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629285" algn="l"/>
              </a:tabLst>
            </a:pP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MongoDB</a:t>
            </a:r>
            <a:r>
              <a:rPr dirty="0" sz="28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Database</a:t>
            </a:r>
            <a:r>
              <a:rPr dirty="0" sz="28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8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stores</a:t>
            </a:r>
            <a:r>
              <a:rPr dirty="0" sz="28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learner</a:t>
            </a:r>
            <a:r>
              <a:rPr dirty="0" sz="28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interaction</a:t>
            </a:r>
            <a:r>
              <a:rPr dirty="0" sz="28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28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8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feedback</a:t>
            </a:r>
            <a:r>
              <a:rPr dirty="0" sz="28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050E9B"/>
                </a:solidFill>
                <a:latin typeface="Arial"/>
                <a:cs typeface="Arial"/>
              </a:rPr>
              <a:t>records.</a:t>
            </a:r>
            <a:endParaRPr sz="2850">
              <a:latin typeface="Arial"/>
              <a:cs typeface="Arial"/>
            </a:endParaRPr>
          </a:p>
          <a:p>
            <a:pPr marL="628650" marR="5756910" indent="-307340">
              <a:lnSpc>
                <a:spcPct val="117300"/>
              </a:lnSpc>
              <a:buFont typeface="Arial"/>
              <a:buChar char="•"/>
              <a:tabLst>
                <a:tab pos="716280" algn="l"/>
              </a:tabLst>
            </a:pP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Machine</a:t>
            </a:r>
            <a:r>
              <a:rPr dirty="0" sz="28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8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Models</a:t>
            </a:r>
            <a:r>
              <a:rPr dirty="0" sz="28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8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classify</a:t>
            </a:r>
            <a:r>
              <a:rPr dirty="0" sz="28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error</a:t>
            </a:r>
            <a:r>
              <a:rPr dirty="0" sz="28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patterns</a:t>
            </a:r>
            <a:r>
              <a:rPr dirty="0" sz="28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8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050E9B"/>
                </a:solidFill>
                <a:latin typeface="Arial"/>
                <a:cs typeface="Arial"/>
              </a:rPr>
              <a:t>detect 	misconceptions.</a:t>
            </a:r>
            <a:endParaRPr sz="28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95126" y="1316786"/>
            <a:ext cx="8273427" cy="457446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15446" y="9804506"/>
            <a:ext cx="583438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b="1">
                <a:latin typeface="Arial"/>
                <a:cs typeface="Arial"/>
              </a:rPr>
              <a:t>IT22136206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|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Navodya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K.M.I.G.T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spc="-50" b="1">
                <a:latin typeface="Arial"/>
                <a:cs typeface="Arial"/>
              </a:rPr>
              <a:t>|</a:t>
            </a:r>
            <a:endParaRPr sz="2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32499" y="9804506"/>
            <a:ext cx="191897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spc="-10" b="1">
                <a:latin typeface="Arial"/>
                <a:cs typeface="Arial"/>
              </a:rPr>
              <a:t>R26-IT-</a:t>
            </a:r>
            <a:r>
              <a:rPr dirty="0" sz="2950" spc="-25" b="1">
                <a:latin typeface="Arial"/>
                <a:cs typeface="Arial"/>
              </a:rPr>
              <a:t>138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42017" cy="33741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29331" y="0"/>
            <a:ext cx="2558669" cy="337419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8450" b="0">
                <a:latin typeface="Times New Roman"/>
                <a:cs typeface="Times New Roman"/>
              </a:rPr>
              <a:t>IT21275524</a:t>
            </a:r>
            <a:r>
              <a:rPr dirty="0" u="none" sz="8450" spc="-110" b="0">
                <a:latin typeface="Times New Roman"/>
                <a:cs typeface="Times New Roman"/>
              </a:rPr>
              <a:t> </a:t>
            </a:r>
            <a:r>
              <a:rPr dirty="0" u="none" sz="8450" b="0">
                <a:latin typeface="Times New Roman"/>
                <a:cs typeface="Times New Roman"/>
              </a:rPr>
              <a:t>|RAKEESHA</a:t>
            </a:r>
            <a:r>
              <a:rPr dirty="0" u="none" sz="8450" spc="-110" b="0">
                <a:latin typeface="Times New Roman"/>
                <a:cs typeface="Times New Roman"/>
              </a:rPr>
              <a:t> </a:t>
            </a:r>
            <a:r>
              <a:rPr dirty="0" u="none" sz="8450" spc="-10" b="0">
                <a:latin typeface="Times New Roman"/>
                <a:cs typeface="Times New Roman"/>
              </a:rPr>
              <a:t>M.G.N</a:t>
            </a:r>
            <a:endParaRPr sz="8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8991" y="5279809"/>
            <a:ext cx="960501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>
                <a:latin typeface="Arial"/>
                <a:cs typeface="Arial"/>
              </a:rPr>
              <a:t>Learning</a:t>
            </a:r>
            <a:r>
              <a:rPr dirty="0" sz="3150" spc="-35">
                <a:latin typeface="Arial"/>
                <a:cs typeface="Arial"/>
              </a:rPr>
              <a:t> </a:t>
            </a:r>
            <a:r>
              <a:rPr dirty="0" sz="3150">
                <a:latin typeface="Arial"/>
                <a:cs typeface="Arial"/>
              </a:rPr>
              <a:t>Analytics</a:t>
            </a:r>
            <a:r>
              <a:rPr dirty="0" sz="3150" spc="-40">
                <a:latin typeface="Arial"/>
                <a:cs typeface="Arial"/>
              </a:rPr>
              <a:t> </a:t>
            </a:r>
            <a:r>
              <a:rPr dirty="0" sz="3150">
                <a:latin typeface="Arial"/>
                <a:cs typeface="Arial"/>
              </a:rPr>
              <a:t>&amp;</a:t>
            </a:r>
            <a:r>
              <a:rPr dirty="0" sz="3150" spc="-30">
                <a:latin typeface="Arial"/>
                <a:cs typeface="Arial"/>
              </a:rPr>
              <a:t> </a:t>
            </a:r>
            <a:r>
              <a:rPr dirty="0" sz="3150">
                <a:latin typeface="Arial"/>
                <a:cs typeface="Arial"/>
              </a:rPr>
              <a:t>Early</a:t>
            </a:r>
            <a:r>
              <a:rPr dirty="0" sz="3150" spc="-30">
                <a:latin typeface="Arial"/>
                <a:cs typeface="Arial"/>
              </a:rPr>
              <a:t> </a:t>
            </a:r>
            <a:r>
              <a:rPr dirty="0" sz="3150">
                <a:latin typeface="Arial"/>
                <a:cs typeface="Arial"/>
              </a:rPr>
              <a:t>Warning</a:t>
            </a:r>
            <a:r>
              <a:rPr dirty="0" sz="3150" spc="-30">
                <a:latin typeface="Arial"/>
                <a:cs typeface="Arial"/>
              </a:rPr>
              <a:t> </a:t>
            </a:r>
            <a:r>
              <a:rPr dirty="0" sz="3150">
                <a:latin typeface="Arial"/>
                <a:cs typeface="Arial"/>
              </a:rPr>
              <a:t>Prediction</a:t>
            </a:r>
            <a:r>
              <a:rPr dirty="0" sz="3150" spc="-30">
                <a:latin typeface="Arial"/>
                <a:cs typeface="Arial"/>
              </a:rPr>
              <a:t> </a:t>
            </a:r>
            <a:r>
              <a:rPr dirty="0" sz="3150" spc="-10">
                <a:latin typeface="Arial"/>
                <a:cs typeface="Arial"/>
              </a:rPr>
              <a:t>Module</a:t>
            </a:r>
            <a:endParaRPr sz="31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796563" cy="337419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824528" y="1084573"/>
            <a:ext cx="365760" cy="254000"/>
            <a:chOff x="3824528" y="1084573"/>
            <a:chExt cx="365760" cy="25400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24528" y="1152442"/>
              <a:ext cx="166090" cy="1857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08285" y="1084573"/>
              <a:ext cx="120256" cy="2496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43108" y="1088739"/>
              <a:ext cx="47028" cy="245465"/>
            </a:xfrm>
            <a:prstGeom prst="rect">
              <a:avLst/>
            </a:prstGeom>
          </p:spPr>
        </p:pic>
      </p:grpSp>
      <p:sp>
        <p:nvSpPr>
          <p:cNvPr id="758" name="object 75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257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3200"/>
              <a:t>Learning</a:t>
            </a:r>
            <a:r>
              <a:rPr dirty="0" u="none" sz="3200" spc="-30"/>
              <a:t> </a:t>
            </a:r>
            <a:r>
              <a:rPr dirty="0" u="none" sz="3200"/>
              <a:t>Analytics</a:t>
            </a:r>
            <a:r>
              <a:rPr dirty="0" u="none" sz="3200" spc="-30"/>
              <a:t> </a:t>
            </a:r>
            <a:r>
              <a:rPr dirty="0" u="none" sz="3200"/>
              <a:t>&amp;</a:t>
            </a:r>
            <a:r>
              <a:rPr dirty="0" u="none" sz="3200" spc="-30"/>
              <a:t> </a:t>
            </a:r>
            <a:r>
              <a:rPr dirty="0" u="none" sz="3200"/>
              <a:t>Early</a:t>
            </a:r>
            <a:r>
              <a:rPr dirty="0" u="none" sz="3200" spc="-30"/>
              <a:t> </a:t>
            </a:r>
            <a:r>
              <a:rPr dirty="0" u="none" sz="3200"/>
              <a:t>Warning</a:t>
            </a:r>
            <a:r>
              <a:rPr dirty="0" u="none" sz="3200" spc="-30"/>
              <a:t> </a:t>
            </a:r>
            <a:r>
              <a:rPr dirty="0" u="none" sz="3200"/>
              <a:t>Prediction</a:t>
            </a:r>
            <a:r>
              <a:rPr dirty="0" u="none" sz="3200" spc="-30"/>
              <a:t> </a:t>
            </a:r>
            <a:r>
              <a:rPr dirty="0" u="none" sz="3200" spc="-10"/>
              <a:t>Module</a:t>
            </a:r>
            <a:endParaRPr sz="3200"/>
          </a:p>
        </p:txBody>
      </p: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37977" y="1152442"/>
            <a:ext cx="162128" cy="18176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447831" y="1088739"/>
            <a:ext cx="676275" cy="249554"/>
            <a:chOff x="4447831" y="1088739"/>
            <a:chExt cx="676275" cy="249554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47831" y="1088739"/>
              <a:ext cx="47028" cy="24546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3650" y="1093704"/>
              <a:ext cx="104775" cy="2444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57293" y="1088739"/>
              <a:ext cx="47028" cy="24546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41646" y="1152442"/>
              <a:ext cx="183553" cy="18573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61610" y="1152442"/>
              <a:ext cx="162128" cy="181762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385529" y="1633581"/>
            <a:ext cx="78581" cy="78574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2661556" y="1556988"/>
            <a:ext cx="748665" cy="294640"/>
            <a:chOff x="2661556" y="1556988"/>
            <a:chExt cx="748665" cy="294640"/>
          </a:xfrm>
        </p:grpSpPr>
        <p:sp>
          <p:nvSpPr>
            <p:cNvPr id="19" name="object 19"/>
            <p:cNvSpPr/>
            <p:nvPr/>
          </p:nvSpPr>
          <p:spPr>
            <a:xfrm>
              <a:off x="2661551" y="1557489"/>
              <a:ext cx="173355" cy="227329"/>
            </a:xfrm>
            <a:custGeom>
              <a:avLst/>
              <a:gdLst/>
              <a:ahLst/>
              <a:cxnLst/>
              <a:rect l="l" t="t" r="r" b="b"/>
              <a:pathLst>
                <a:path w="173355" h="227330">
                  <a:moveTo>
                    <a:pt x="173037" y="187960"/>
                  </a:moveTo>
                  <a:lnTo>
                    <a:pt x="46037" y="187960"/>
                  </a:lnTo>
                  <a:lnTo>
                    <a:pt x="46037" y="127000"/>
                  </a:lnTo>
                  <a:lnTo>
                    <a:pt x="160134" y="127000"/>
                  </a:lnTo>
                  <a:lnTo>
                    <a:pt x="160134" y="87630"/>
                  </a:lnTo>
                  <a:lnTo>
                    <a:pt x="46037" y="87630"/>
                  </a:lnTo>
                  <a:lnTo>
                    <a:pt x="46037" y="38100"/>
                  </a:lnTo>
                  <a:lnTo>
                    <a:pt x="168668" y="38100"/>
                  </a:lnTo>
                  <a:lnTo>
                    <a:pt x="168668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87630"/>
                  </a:lnTo>
                  <a:lnTo>
                    <a:pt x="0" y="127000"/>
                  </a:lnTo>
                  <a:lnTo>
                    <a:pt x="0" y="187960"/>
                  </a:lnTo>
                  <a:lnTo>
                    <a:pt x="0" y="227330"/>
                  </a:lnTo>
                  <a:lnTo>
                    <a:pt x="173037" y="227330"/>
                  </a:lnTo>
                  <a:lnTo>
                    <a:pt x="173037" y="18796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61617" y="1615916"/>
              <a:ext cx="154583" cy="17204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47707" y="1556994"/>
              <a:ext cx="169545" cy="227329"/>
            </a:xfrm>
            <a:custGeom>
              <a:avLst/>
              <a:gdLst/>
              <a:ahLst/>
              <a:cxnLst/>
              <a:rect l="l" t="t" r="r" b="b"/>
              <a:pathLst>
                <a:path w="169544" h="227330">
                  <a:moveTo>
                    <a:pt x="106768" y="67068"/>
                  </a:moveTo>
                  <a:lnTo>
                    <a:pt x="99758" y="63512"/>
                  </a:lnTo>
                  <a:lnTo>
                    <a:pt x="92621" y="60960"/>
                  </a:lnTo>
                  <a:lnTo>
                    <a:pt x="85369" y="59436"/>
                  </a:lnTo>
                  <a:lnTo>
                    <a:pt x="77990" y="58928"/>
                  </a:lnTo>
                  <a:lnTo>
                    <a:pt x="70980" y="58928"/>
                  </a:lnTo>
                  <a:lnTo>
                    <a:pt x="40487" y="85915"/>
                  </a:lnTo>
                  <a:lnTo>
                    <a:pt x="40487" y="62509"/>
                  </a:lnTo>
                  <a:lnTo>
                    <a:pt x="0" y="62509"/>
                  </a:lnTo>
                  <a:lnTo>
                    <a:pt x="0" y="227203"/>
                  </a:lnTo>
                  <a:lnTo>
                    <a:pt x="43662" y="227203"/>
                  </a:lnTo>
                  <a:lnTo>
                    <a:pt x="43662" y="176403"/>
                  </a:lnTo>
                  <a:lnTo>
                    <a:pt x="43878" y="157187"/>
                  </a:lnTo>
                  <a:lnTo>
                    <a:pt x="49745" y="112382"/>
                  </a:lnTo>
                  <a:lnTo>
                    <a:pt x="66751" y="97828"/>
                  </a:lnTo>
                  <a:lnTo>
                    <a:pt x="79184" y="97828"/>
                  </a:lnTo>
                  <a:lnTo>
                    <a:pt x="85991" y="100203"/>
                  </a:lnTo>
                  <a:lnTo>
                    <a:pt x="93268" y="104965"/>
                  </a:lnTo>
                  <a:lnTo>
                    <a:pt x="106768" y="67068"/>
                  </a:lnTo>
                  <a:close/>
                </a:path>
                <a:path w="169544" h="227330">
                  <a:moveTo>
                    <a:pt x="168998" y="0"/>
                  </a:moveTo>
                  <a:lnTo>
                    <a:pt x="125552" y="0"/>
                  </a:lnTo>
                  <a:lnTo>
                    <a:pt x="125552" y="227203"/>
                  </a:lnTo>
                  <a:lnTo>
                    <a:pt x="168998" y="227203"/>
                  </a:lnTo>
                  <a:lnTo>
                    <a:pt x="16899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40834" y="1619497"/>
              <a:ext cx="169268" cy="231571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3510978" y="1556988"/>
            <a:ext cx="807085" cy="294640"/>
            <a:chOff x="3510978" y="1556988"/>
            <a:chExt cx="807085" cy="294640"/>
          </a:xfrm>
        </p:grpSpPr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10978" y="1615916"/>
              <a:ext cx="153784" cy="17204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702837" y="155699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81323" y="1615916"/>
              <a:ext cx="160540" cy="23515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84586" y="1615916"/>
              <a:ext cx="150215" cy="16827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163644" y="1615916"/>
              <a:ext cx="153797" cy="172046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433595" y="1553013"/>
            <a:ext cx="296329" cy="234950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4821950" y="1556988"/>
            <a:ext cx="1323975" cy="294640"/>
            <a:chOff x="4821950" y="1556988"/>
            <a:chExt cx="1323975" cy="294640"/>
          </a:xfrm>
        </p:grpSpPr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821950" y="1556988"/>
              <a:ext cx="160653" cy="23097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04892" y="1615916"/>
              <a:ext cx="335724" cy="23515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68963" y="1615916"/>
              <a:ext cx="155371" cy="17204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543753" y="1615916"/>
              <a:ext cx="154584" cy="17204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731840" y="155698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810326" y="1615916"/>
              <a:ext cx="155371" cy="17204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95631" y="1619497"/>
              <a:ext cx="149821" cy="168465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6190564" y="1556988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4" h="227330">
                <a:moveTo>
                  <a:pt x="43459" y="0"/>
                </a:moveTo>
                <a:lnTo>
                  <a:pt x="0" y="0"/>
                </a:lnTo>
                <a:lnTo>
                  <a:pt x="0" y="227202"/>
                </a:lnTo>
                <a:lnTo>
                  <a:pt x="43459" y="227202"/>
                </a:lnTo>
                <a:lnTo>
                  <a:pt x="4345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/>
          <p:cNvGrpSpPr/>
          <p:nvPr/>
        </p:nvGrpSpPr>
        <p:grpSpPr>
          <a:xfrm>
            <a:off x="6278778" y="1556988"/>
            <a:ext cx="231775" cy="231140"/>
            <a:chOff x="6278778" y="1556988"/>
            <a:chExt cx="231775" cy="231140"/>
          </a:xfrm>
        </p:grpSpPr>
        <p:sp>
          <p:nvSpPr>
            <p:cNvPr id="40" name="object 40"/>
            <p:cNvSpPr/>
            <p:nvPr/>
          </p:nvSpPr>
          <p:spPr>
            <a:xfrm>
              <a:off x="6278778" y="155699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55486" y="1615916"/>
              <a:ext cx="154571" cy="172046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6620268" y="1615916"/>
            <a:ext cx="452755" cy="172085"/>
            <a:chOff x="6620268" y="1615916"/>
            <a:chExt cx="452755" cy="172085"/>
          </a:xfrm>
        </p:grpSpPr>
        <p:pic>
          <p:nvPicPr>
            <p:cNvPr id="43" name="object 4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620268" y="1615916"/>
              <a:ext cx="154584" cy="17204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806374" y="1615916"/>
              <a:ext cx="266623" cy="172046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7187058" y="1553013"/>
            <a:ext cx="916940" cy="234950"/>
            <a:chOff x="7187058" y="1553013"/>
            <a:chExt cx="916940" cy="234950"/>
          </a:xfrm>
        </p:grpSpPr>
        <p:pic>
          <p:nvPicPr>
            <p:cNvPr id="46" name="object 4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187058" y="1556988"/>
              <a:ext cx="160653" cy="23097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390638" y="155699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59802" y="1553013"/>
              <a:ext cx="273964" cy="23117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768793" y="1615916"/>
              <a:ext cx="155371" cy="17204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954098" y="1619497"/>
              <a:ext cx="149821" cy="168465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8149031" y="1556988"/>
            <a:ext cx="167640" cy="231140"/>
            <a:chOff x="8149031" y="1556988"/>
            <a:chExt cx="167640" cy="231140"/>
          </a:xfrm>
        </p:grpSpPr>
        <p:sp>
          <p:nvSpPr>
            <p:cNvPr id="52" name="object 52"/>
            <p:cNvSpPr/>
            <p:nvPr/>
          </p:nvSpPr>
          <p:spPr>
            <a:xfrm>
              <a:off x="8149031" y="155698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219186" y="1561344"/>
              <a:ext cx="97040" cy="226618"/>
            </a:xfrm>
            <a:prstGeom prst="rect">
              <a:avLst/>
            </a:prstGeom>
          </p:spPr>
        </p:pic>
      </p:grpSp>
      <p:pic>
        <p:nvPicPr>
          <p:cNvPr id="54" name="object 5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413127" y="1561344"/>
            <a:ext cx="283527" cy="226618"/>
          </a:xfrm>
          <a:prstGeom prst="rect">
            <a:avLst/>
          </a:prstGeom>
        </p:spPr>
      </p:pic>
      <p:grpSp>
        <p:nvGrpSpPr>
          <p:cNvPr id="55" name="object 55"/>
          <p:cNvGrpSpPr/>
          <p:nvPr/>
        </p:nvGrpSpPr>
        <p:grpSpPr>
          <a:xfrm>
            <a:off x="8819057" y="1553013"/>
            <a:ext cx="1101090" cy="298450"/>
            <a:chOff x="8819057" y="1553013"/>
            <a:chExt cx="1101090" cy="298450"/>
          </a:xfrm>
        </p:grpSpPr>
        <p:sp>
          <p:nvSpPr>
            <p:cNvPr id="56" name="object 56"/>
            <p:cNvSpPr/>
            <p:nvPr/>
          </p:nvSpPr>
          <p:spPr>
            <a:xfrm>
              <a:off x="8819058" y="155699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897634" y="1556988"/>
              <a:ext cx="160653" cy="23097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088513" y="1615916"/>
              <a:ext cx="153784" cy="17204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277400" y="1615916"/>
              <a:ext cx="150215" cy="16827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453676" y="1561344"/>
              <a:ext cx="97027" cy="226618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9577464" y="155699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30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646615" y="1553013"/>
              <a:ext cx="273418" cy="298056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10035196" y="1556988"/>
            <a:ext cx="804545" cy="294640"/>
            <a:chOff x="10035196" y="1556988"/>
            <a:chExt cx="804545" cy="294640"/>
          </a:xfrm>
        </p:grpSpPr>
        <p:pic>
          <p:nvPicPr>
            <p:cNvPr id="64" name="object 6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035196" y="1619497"/>
              <a:ext cx="149821" cy="16846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214850" y="1615916"/>
              <a:ext cx="153784" cy="17204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0406697" y="155699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494517" y="1615916"/>
              <a:ext cx="150215" cy="16827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0679124" y="1615916"/>
              <a:ext cx="160540" cy="235153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10952950" y="1556988"/>
            <a:ext cx="1508125" cy="231140"/>
            <a:chOff x="10952950" y="1556988"/>
            <a:chExt cx="1508125" cy="231140"/>
          </a:xfrm>
        </p:grpSpPr>
        <p:pic>
          <p:nvPicPr>
            <p:cNvPr id="70" name="object 7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952950" y="1561344"/>
              <a:ext cx="97027" cy="22661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1074743" y="1615916"/>
              <a:ext cx="268617" cy="172046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1367225" y="1556988"/>
              <a:ext cx="160653" cy="230974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1570805" y="155699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640959" y="1561344"/>
              <a:ext cx="97040" cy="226618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11764747" y="155699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1842839" y="1615916"/>
              <a:ext cx="169862" cy="172046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2046496" y="1615916"/>
              <a:ext cx="150215" cy="168275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229325" y="1615916"/>
              <a:ext cx="154584" cy="17204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12417412" y="155698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" name="object 80"/>
          <p:cNvGrpSpPr/>
          <p:nvPr/>
        </p:nvGrpSpPr>
        <p:grpSpPr>
          <a:xfrm>
            <a:off x="12584112" y="1556988"/>
            <a:ext cx="1555115" cy="231140"/>
            <a:chOff x="12584112" y="1556988"/>
            <a:chExt cx="1555115" cy="231140"/>
          </a:xfrm>
        </p:grpSpPr>
        <p:pic>
          <p:nvPicPr>
            <p:cNvPr id="81" name="object 8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584112" y="1615916"/>
              <a:ext cx="155371" cy="172046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770408" y="1556988"/>
              <a:ext cx="1368297" cy="230974"/>
            </a:xfrm>
            <a:prstGeom prst="rect">
              <a:avLst/>
            </a:prstGeom>
          </p:spPr>
        </p:pic>
      </p:grp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29331" y="0"/>
            <a:ext cx="2558669" cy="3374193"/>
          </a:xfrm>
          <a:prstGeom prst="rect">
            <a:avLst/>
          </a:prstGeom>
        </p:spPr>
      </p:pic>
      <p:grpSp>
        <p:nvGrpSpPr>
          <p:cNvPr id="83" name="object 83"/>
          <p:cNvGrpSpPr/>
          <p:nvPr/>
        </p:nvGrpSpPr>
        <p:grpSpPr>
          <a:xfrm>
            <a:off x="14258797" y="1561344"/>
            <a:ext cx="2049780" cy="226695"/>
            <a:chOff x="14258797" y="1561344"/>
            <a:chExt cx="2049780" cy="226695"/>
          </a:xfrm>
        </p:grpSpPr>
        <p:pic>
          <p:nvPicPr>
            <p:cNvPr id="84" name="object 8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4258797" y="1561344"/>
              <a:ext cx="1967979" cy="226618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6264877" y="1740541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4">
                  <a:moveTo>
                    <a:pt x="43433" y="0"/>
                  </a:moveTo>
                  <a:lnTo>
                    <a:pt x="0" y="0"/>
                  </a:lnTo>
                  <a:lnTo>
                    <a:pt x="0" y="43649"/>
                  </a:lnTo>
                  <a:lnTo>
                    <a:pt x="43433" y="43649"/>
                  </a:lnTo>
                  <a:lnTo>
                    <a:pt x="43433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6" name="object 86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385529" y="2077954"/>
            <a:ext cx="78581" cy="78574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2645285" y="2001361"/>
            <a:ext cx="1372870" cy="231140"/>
            <a:chOff x="2645285" y="2001361"/>
            <a:chExt cx="1372870" cy="231140"/>
          </a:xfrm>
        </p:grpSpPr>
        <p:pic>
          <p:nvPicPr>
            <p:cNvPr id="88" name="object 8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645285" y="2001983"/>
              <a:ext cx="351101" cy="230352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020364" y="2060289"/>
              <a:ext cx="154583" cy="17204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198727" y="2060289"/>
              <a:ext cx="155376" cy="172046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384829" y="2001361"/>
              <a:ext cx="150012" cy="227202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566261" y="2060289"/>
              <a:ext cx="153797" cy="172046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753561" y="2060289"/>
              <a:ext cx="264045" cy="172046"/>
            </a:xfrm>
            <a:prstGeom prst="rect">
              <a:avLst/>
            </a:prstGeom>
          </p:spPr>
        </p:pic>
      </p:grpSp>
      <p:grpSp>
        <p:nvGrpSpPr>
          <p:cNvPr id="94" name="object 94"/>
          <p:cNvGrpSpPr/>
          <p:nvPr/>
        </p:nvGrpSpPr>
        <p:grpSpPr>
          <a:xfrm>
            <a:off x="4134167" y="2005717"/>
            <a:ext cx="1024255" cy="226695"/>
            <a:chOff x="4134167" y="2005717"/>
            <a:chExt cx="1024255" cy="226695"/>
          </a:xfrm>
        </p:grpSpPr>
        <p:pic>
          <p:nvPicPr>
            <p:cNvPr id="95" name="object 9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134167" y="2060289"/>
              <a:ext cx="155371" cy="172046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308957" y="2060289"/>
              <a:ext cx="154584" cy="172046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496650" y="2060289"/>
              <a:ext cx="150215" cy="168275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690579" y="2060289"/>
              <a:ext cx="150228" cy="168275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874806" y="2005717"/>
              <a:ext cx="283032" cy="226618"/>
            </a:xfrm>
            <a:prstGeom prst="rect">
              <a:avLst/>
            </a:prstGeom>
          </p:spPr>
        </p:pic>
      </p:grpSp>
      <p:grpSp>
        <p:nvGrpSpPr>
          <p:cNvPr id="100" name="object 100"/>
          <p:cNvGrpSpPr/>
          <p:nvPr/>
        </p:nvGrpSpPr>
        <p:grpSpPr>
          <a:xfrm>
            <a:off x="5263070" y="2001361"/>
            <a:ext cx="1957705" cy="294640"/>
            <a:chOff x="5263070" y="2001361"/>
            <a:chExt cx="1957705" cy="294640"/>
          </a:xfrm>
        </p:grpSpPr>
        <p:pic>
          <p:nvPicPr>
            <p:cNvPr id="101" name="object 101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263070" y="2060289"/>
              <a:ext cx="155384" cy="172046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439257" y="2060289"/>
              <a:ext cx="169862" cy="172046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642914" y="2060289"/>
              <a:ext cx="150215" cy="168275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819203" y="2005717"/>
              <a:ext cx="97027" cy="226618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5942978" y="200136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030798" y="2060289"/>
              <a:ext cx="150215" cy="168275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224143" y="2063870"/>
              <a:ext cx="149821" cy="16846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6408953" y="2060289"/>
              <a:ext cx="169862" cy="172046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6612026" y="2063870"/>
              <a:ext cx="149809" cy="168465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6791668" y="2060289"/>
              <a:ext cx="153797" cy="172046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6983526" y="2001361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7051103" y="2063870"/>
              <a:ext cx="169265" cy="231571"/>
            </a:xfrm>
            <a:prstGeom prst="rect">
              <a:avLst/>
            </a:prstGeom>
          </p:spPr>
        </p:pic>
      </p:grpSp>
      <p:grpSp>
        <p:nvGrpSpPr>
          <p:cNvPr id="113" name="object 113"/>
          <p:cNvGrpSpPr/>
          <p:nvPr/>
        </p:nvGrpSpPr>
        <p:grpSpPr>
          <a:xfrm>
            <a:off x="7333157" y="2001361"/>
            <a:ext cx="1166495" cy="231140"/>
            <a:chOff x="7333157" y="2001361"/>
            <a:chExt cx="1166495" cy="231140"/>
          </a:xfrm>
        </p:grpSpPr>
        <p:pic>
          <p:nvPicPr>
            <p:cNvPr id="114" name="object 114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333157" y="2060289"/>
              <a:ext cx="242290" cy="168275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7608709" y="2060289"/>
              <a:ext cx="169862" cy="172046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7812379" y="2060289"/>
              <a:ext cx="150215" cy="168275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8006715" y="200136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8076869" y="2005717"/>
              <a:ext cx="283527" cy="226618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8392604" y="2060289"/>
              <a:ext cx="106768" cy="168275"/>
            </a:xfrm>
            <a:prstGeom prst="rect">
              <a:avLst/>
            </a:prstGeom>
          </p:spPr>
        </p:pic>
      </p:grpSp>
      <p:grpSp>
        <p:nvGrpSpPr>
          <p:cNvPr id="120" name="object 120"/>
          <p:cNvGrpSpPr/>
          <p:nvPr/>
        </p:nvGrpSpPr>
        <p:grpSpPr>
          <a:xfrm>
            <a:off x="8587308" y="1997386"/>
            <a:ext cx="1793239" cy="298450"/>
            <a:chOff x="8587308" y="1997386"/>
            <a:chExt cx="1793239" cy="298450"/>
          </a:xfrm>
        </p:grpSpPr>
        <p:pic>
          <p:nvPicPr>
            <p:cNvPr id="121" name="object 121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8587308" y="1997386"/>
              <a:ext cx="168236" cy="231178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8799906" y="2060289"/>
              <a:ext cx="150215" cy="168275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8981541" y="2060289"/>
              <a:ext cx="153784" cy="172046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9165857" y="2060295"/>
              <a:ext cx="261620" cy="235585"/>
            </a:xfrm>
            <a:custGeom>
              <a:avLst/>
              <a:gdLst/>
              <a:ahLst/>
              <a:cxnLst/>
              <a:rect l="l" t="t" r="r" b="b"/>
              <a:pathLst>
                <a:path w="261620" h="235585">
                  <a:moveTo>
                    <a:pt x="85521" y="64096"/>
                  </a:moveTo>
                  <a:lnTo>
                    <a:pt x="0" y="64096"/>
                  </a:lnTo>
                  <a:lnTo>
                    <a:pt x="0" y="107759"/>
                  </a:lnTo>
                  <a:lnTo>
                    <a:pt x="85521" y="107759"/>
                  </a:lnTo>
                  <a:lnTo>
                    <a:pt x="85521" y="64096"/>
                  </a:lnTo>
                  <a:close/>
                </a:path>
                <a:path w="261620" h="235585">
                  <a:moveTo>
                    <a:pt x="261505" y="3581"/>
                  </a:moveTo>
                  <a:lnTo>
                    <a:pt x="220827" y="3581"/>
                  </a:lnTo>
                  <a:lnTo>
                    <a:pt x="220827" y="26797"/>
                  </a:lnTo>
                  <a:lnTo>
                    <a:pt x="218579" y="24320"/>
                  </a:lnTo>
                  <a:lnTo>
                    <a:pt x="218579" y="82550"/>
                  </a:lnTo>
                  <a:lnTo>
                    <a:pt x="218554" y="84937"/>
                  </a:lnTo>
                  <a:lnTo>
                    <a:pt x="217957" y="94780"/>
                  </a:lnTo>
                  <a:lnTo>
                    <a:pt x="217944" y="95084"/>
                  </a:lnTo>
                  <a:lnTo>
                    <a:pt x="195211" y="130136"/>
                  </a:lnTo>
                  <a:lnTo>
                    <a:pt x="195072" y="130136"/>
                  </a:lnTo>
                  <a:lnTo>
                    <a:pt x="188290" y="132397"/>
                  </a:lnTo>
                  <a:lnTo>
                    <a:pt x="188125" y="132397"/>
                  </a:lnTo>
                  <a:lnTo>
                    <a:pt x="180733" y="133159"/>
                  </a:lnTo>
                  <a:lnTo>
                    <a:pt x="173583" y="132397"/>
                  </a:lnTo>
                  <a:lnTo>
                    <a:pt x="146304" y="95084"/>
                  </a:lnTo>
                  <a:lnTo>
                    <a:pt x="146240" y="94780"/>
                  </a:lnTo>
                  <a:lnTo>
                    <a:pt x="145732" y="84937"/>
                  </a:lnTo>
                  <a:lnTo>
                    <a:pt x="145618" y="82550"/>
                  </a:lnTo>
                  <a:lnTo>
                    <a:pt x="146202" y="71666"/>
                  </a:lnTo>
                  <a:lnTo>
                    <a:pt x="146240" y="70853"/>
                  </a:lnTo>
                  <a:lnTo>
                    <a:pt x="167081" y="36461"/>
                  </a:lnTo>
                  <a:lnTo>
                    <a:pt x="166941" y="36461"/>
                  </a:lnTo>
                  <a:lnTo>
                    <a:pt x="173964" y="34124"/>
                  </a:lnTo>
                  <a:lnTo>
                    <a:pt x="173799" y="34124"/>
                  </a:lnTo>
                  <a:lnTo>
                    <a:pt x="181533" y="33337"/>
                  </a:lnTo>
                  <a:lnTo>
                    <a:pt x="216014" y="61417"/>
                  </a:lnTo>
                  <a:lnTo>
                    <a:pt x="218579" y="82550"/>
                  </a:lnTo>
                  <a:lnTo>
                    <a:pt x="218579" y="24320"/>
                  </a:lnTo>
                  <a:lnTo>
                    <a:pt x="210223" y="15074"/>
                  </a:lnTo>
                  <a:lnTo>
                    <a:pt x="198297" y="6692"/>
                  </a:lnTo>
                  <a:lnTo>
                    <a:pt x="185026" y="1676"/>
                  </a:lnTo>
                  <a:lnTo>
                    <a:pt x="170421" y="0"/>
                  </a:lnTo>
                  <a:lnTo>
                    <a:pt x="156146" y="1358"/>
                  </a:lnTo>
                  <a:lnTo>
                    <a:pt x="120815" y="21831"/>
                  </a:lnTo>
                  <a:lnTo>
                    <a:pt x="102196" y="65519"/>
                  </a:lnTo>
                  <a:lnTo>
                    <a:pt x="101117" y="82550"/>
                  </a:lnTo>
                  <a:lnTo>
                    <a:pt x="101053" y="83540"/>
                  </a:lnTo>
                  <a:lnTo>
                    <a:pt x="109448" y="128498"/>
                  </a:lnTo>
                  <a:lnTo>
                    <a:pt x="138912" y="161277"/>
                  </a:lnTo>
                  <a:lnTo>
                    <a:pt x="153149" y="166611"/>
                  </a:lnTo>
                  <a:lnTo>
                    <a:pt x="153682" y="166611"/>
                  </a:lnTo>
                  <a:lnTo>
                    <a:pt x="168630" y="168275"/>
                  </a:lnTo>
                  <a:lnTo>
                    <a:pt x="182867" y="166611"/>
                  </a:lnTo>
                  <a:lnTo>
                    <a:pt x="195808" y="161632"/>
                  </a:lnTo>
                  <a:lnTo>
                    <a:pt x="207467" y="153327"/>
                  </a:lnTo>
                  <a:lnTo>
                    <a:pt x="217843" y="141693"/>
                  </a:lnTo>
                  <a:lnTo>
                    <a:pt x="217843" y="175361"/>
                  </a:lnTo>
                  <a:lnTo>
                    <a:pt x="217258" y="181178"/>
                  </a:lnTo>
                  <a:lnTo>
                    <a:pt x="217182" y="182041"/>
                  </a:lnTo>
                  <a:lnTo>
                    <a:pt x="215861" y="185737"/>
                  </a:lnTo>
                  <a:lnTo>
                    <a:pt x="181724" y="201815"/>
                  </a:lnTo>
                  <a:lnTo>
                    <a:pt x="172732" y="201815"/>
                  </a:lnTo>
                  <a:lnTo>
                    <a:pt x="166179" y="200228"/>
                  </a:lnTo>
                  <a:lnTo>
                    <a:pt x="162090" y="197053"/>
                  </a:lnTo>
                  <a:lnTo>
                    <a:pt x="159169" y="194932"/>
                  </a:lnTo>
                  <a:lnTo>
                    <a:pt x="157251" y="190969"/>
                  </a:lnTo>
                  <a:lnTo>
                    <a:pt x="156413" y="185737"/>
                  </a:lnTo>
                  <a:lnTo>
                    <a:pt x="156324" y="185140"/>
                  </a:lnTo>
                  <a:lnTo>
                    <a:pt x="106718" y="179197"/>
                  </a:lnTo>
                  <a:lnTo>
                    <a:pt x="123990" y="220662"/>
                  </a:lnTo>
                  <a:lnTo>
                    <a:pt x="163906" y="234251"/>
                  </a:lnTo>
                  <a:lnTo>
                    <a:pt x="183311" y="235153"/>
                  </a:lnTo>
                  <a:lnTo>
                    <a:pt x="193941" y="234861"/>
                  </a:lnTo>
                  <a:lnTo>
                    <a:pt x="233070" y="224878"/>
                  </a:lnTo>
                  <a:lnTo>
                    <a:pt x="254050" y="201815"/>
                  </a:lnTo>
                  <a:lnTo>
                    <a:pt x="256717" y="194932"/>
                  </a:lnTo>
                  <a:lnTo>
                    <a:pt x="258826" y="186791"/>
                  </a:lnTo>
                  <a:lnTo>
                    <a:pt x="260311" y="176860"/>
                  </a:lnTo>
                  <a:lnTo>
                    <a:pt x="260959" y="168275"/>
                  </a:lnTo>
                  <a:lnTo>
                    <a:pt x="261086" y="166611"/>
                  </a:lnTo>
                  <a:lnTo>
                    <a:pt x="261200" y="165061"/>
                  </a:lnTo>
                  <a:lnTo>
                    <a:pt x="261454" y="153327"/>
                  </a:lnTo>
                  <a:lnTo>
                    <a:pt x="261505" y="141693"/>
                  </a:lnTo>
                  <a:lnTo>
                    <a:pt x="261505" y="133159"/>
                  </a:lnTo>
                  <a:lnTo>
                    <a:pt x="261505" y="33337"/>
                  </a:lnTo>
                  <a:lnTo>
                    <a:pt x="261505" y="26797"/>
                  </a:lnTo>
                  <a:lnTo>
                    <a:pt x="261505" y="3581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9468497" y="2060289"/>
              <a:ext cx="268617" cy="172046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9770618" y="200136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9858438" y="2060289"/>
              <a:ext cx="150215" cy="168275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0040074" y="2060289"/>
              <a:ext cx="153784" cy="172046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0219704" y="2001361"/>
              <a:ext cx="160653" cy="230974"/>
            </a:xfrm>
            <a:prstGeom prst="rect">
              <a:avLst/>
            </a:prstGeom>
          </p:spPr>
        </p:pic>
      </p:grpSp>
      <p:grpSp>
        <p:nvGrpSpPr>
          <p:cNvPr id="130" name="object 130"/>
          <p:cNvGrpSpPr/>
          <p:nvPr/>
        </p:nvGrpSpPr>
        <p:grpSpPr>
          <a:xfrm>
            <a:off x="10511497" y="2001361"/>
            <a:ext cx="1191895" cy="294640"/>
            <a:chOff x="10511497" y="2001361"/>
            <a:chExt cx="1191895" cy="294640"/>
          </a:xfrm>
        </p:grpSpPr>
        <p:sp>
          <p:nvSpPr>
            <p:cNvPr id="131" name="object 131"/>
            <p:cNvSpPr/>
            <p:nvPr/>
          </p:nvSpPr>
          <p:spPr>
            <a:xfrm>
              <a:off x="10511497" y="2001361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0587012" y="2060289"/>
              <a:ext cx="153784" cy="172046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0764774" y="2060289"/>
              <a:ext cx="154584" cy="172046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0950879" y="2060289"/>
              <a:ext cx="275361" cy="168275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11270361" y="200136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1358168" y="2060289"/>
              <a:ext cx="150215" cy="168275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1542788" y="2060289"/>
              <a:ext cx="160527" cy="235153"/>
            </a:xfrm>
            <a:prstGeom prst="rect">
              <a:avLst/>
            </a:prstGeom>
          </p:spPr>
        </p:pic>
      </p:grpSp>
      <p:grpSp>
        <p:nvGrpSpPr>
          <p:cNvPr id="138" name="object 138"/>
          <p:cNvGrpSpPr/>
          <p:nvPr/>
        </p:nvGrpSpPr>
        <p:grpSpPr>
          <a:xfrm>
            <a:off x="11832678" y="2001361"/>
            <a:ext cx="1657985" cy="231140"/>
            <a:chOff x="11832678" y="2001361"/>
            <a:chExt cx="1657985" cy="231140"/>
          </a:xfrm>
        </p:grpSpPr>
        <p:pic>
          <p:nvPicPr>
            <p:cNvPr id="139" name="object 139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1832678" y="2001361"/>
              <a:ext cx="160934" cy="230974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2015901" y="2060289"/>
              <a:ext cx="153784" cy="172046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2204979" y="2001361"/>
              <a:ext cx="150012" cy="227202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2387605" y="2060289"/>
              <a:ext cx="337908" cy="17204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2752273" y="200136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30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2830365" y="2060289"/>
              <a:ext cx="169862" cy="172046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3033425" y="2063870"/>
              <a:ext cx="149821" cy="168465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3226376" y="2060289"/>
              <a:ext cx="264045" cy="172046"/>
            </a:xfrm>
            <a:prstGeom prst="rect">
              <a:avLst/>
            </a:prstGeom>
          </p:spPr>
        </p:pic>
      </p:grpSp>
      <p:grpSp>
        <p:nvGrpSpPr>
          <p:cNvPr id="147" name="object 147"/>
          <p:cNvGrpSpPr/>
          <p:nvPr/>
        </p:nvGrpSpPr>
        <p:grpSpPr>
          <a:xfrm>
            <a:off x="13601420" y="2001361"/>
            <a:ext cx="712470" cy="231140"/>
            <a:chOff x="13601420" y="2001361"/>
            <a:chExt cx="712470" cy="231140"/>
          </a:xfrm>
        </p:grpSpPr>
        <p:pic>
          <p:nvPicPr>
            <p:cNvPr id="148" name="object 148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3601420" y="2060289"/>
              <a:ext cx="153796" cy="172046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3792289" y="2063870"/>
              <a:ext cx="149821" cy="168465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3977493" y="2060289"/>
              <a:ext cx="155384" cy="172046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4163599" y="2001361"/>
              <a:ext cx="150012" cy="227202"/>
            </a:xfrm>
            <a:prstGeom prst="rect">
              <a:avLst/>
            </a:prstGeom>
          </p:spPr>
        </p:pic>
      </p:grpSp>
      <p:pic>
        <p:nvPicPr>
          <p:cNvPr id="152" name="object 152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14434438" y="2060289"/>
            <a:ext cx="326593" cy="172046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14885275" y="2060289"/>
            <a:ext cx="1378203" cy="230987"/>
          </a:xfrm>
          <a:prstGeom prst="rect">
            <a:avLst/>
          </a:prstGeom>
        </p:spPr>
      </p:pic>
      <p:grpSp>
        <p:nvGrpSpPr>
          <p:cNvPr id="154" name="object 154"/>
          <p:cNvGrpSpPr/>
          <p:nvPr/>
        </p:nvGrpSpPr>
        <p:grpSpPr>
          <a:xfrm>
            <a:off x="2643300" y="2445734"/>
            <a:ext cx="713740" cy="278130"/>
            <a:chOff x="2643300" y="2445734"/>
            <a:chExt cx="713740" cy="278130"/>
          </a:xfrm>
        </p:grpSpPr>
        <p:pic>
          <p:nvPicPr>
            <p:cNvPr id="155" name="object 155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2643300" y="2450090"/>
              <a:ext cx="97035" cy="226618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2767076" y="244574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2851924" y="2504662"/>
              <a:ext cx="242291" cy="168275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124904" y="2504662"/>
              <a:ext cx="153789" cy="172046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3309419" y="2629287"/>
              <a:ext cx="47625" cy="94615"/>
            </a:xfrm>
            <a:custGeom>
              <a:avLst/>
              <a:gdLst/>
              <a:ahLst/>
              <a:cxnLst/>
              <a:rect l="l" t="t" r="r" b="b"/>
              <a:pathLst>
                <a:path w="47625" h="94614">
                  <a:moveTo>
                    <a:pt x="47227" y="0"/>
                  </a:moveTo>
                  <a:lnTo>
                    <a:pt x="3571" y="0"/>
                  </a:lnTo>
                  <a:lnTo>
                    <a:pt x="3571" y="43649"/>
                  </a:lnTo>
                  <a:lnTo>
                    <a:pt x="24804" y="43649"/>
                  </a:lnTo>
                  <a:lnTo>
                    <a:pt x="24540" y="52387"/>
                  </a:lnTo>
                  <a:lnTo>
                    <a:pt x="22555" y="59258"/>
                  </a:lnTo>
                  <a:lnTo>
                    <a:pt x="15147" y="69456"/>
                  </a:lnTo>
                  <a:lnTo>
                    <a:pt x="8863" y="73482"/>
                  </a:lnTo>
                  <a:lnTo>
                    <a:pt x="0" y="76390"/>
                  </a:lnTo>
                  <a:lnTo>
                    <a:pt x="8531" y="94259"/>
                  </a:lnTo>
                  <a:lnTo>
                    <a:pt x="41737" y="68389"/>
                  </a:lnTo>
                  <a:lnTo>
                    <a:pt x="47227" y="31153"/>
                  </a:lnTo>
                  <a:lnTo>
                    <a:pt x="4722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0" name="object 160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3488613" y="2445734"/>
            <a:ext cx="1282534" cy="289915"/>
          </a:xfrm>
          <a:prstGeom prst="rect">
            <a:avLst/>
          </a:prstGeom>
        </p:spPr>
      </p:pic>
      <p:pic>
        <p:nvPicPr>
          <p:cNvPr id="161" name="object 161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4890782" y="2450090"/>
            <a:ext cx="1377124" cy="285559"/>
          </a:xfrm>
          <a:prstGeom prst="rect">
            <a:avLst/>
          </a:prstGeom>
        </p:spPr>
      </p:pic>
      <p:pic>
        <p:nvPicPr>
          <p:cNvPr id="162" name="object 162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6390360" y="2504662"/>
            <a:ext cx="154584" cy="172046"/>
          </a:xfrm>
          <a:prstGeom prst="rect">
            <a:avLst/>
          </a:prstGeom>
        </p:spPr>
      </p:pic>
      <p:grpSp>
        <p:nvGrpSpPr>
          <p:cNvPr id="163" name="object 163"/>
          <p:cNvGrpSpPr/>
          <p:nvPr/>
        </p:nvGrpSpPr>
        <p:grpSpPr>
          <a:xfrm>
            <a:off x="6578053" y="2445734"/>
            <a:ext cx="345440" cy="231140"/>
            <a:chOff x="6578053" y="2445734"/>
            <a:chExt cx="345440" cy="231140"/>
          </a:xfrm>
        </p:grpSpPr>
        <p:pic>
          <p:nvPicPr>
            <p:cNvPr id="164" name="object 164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6762738" y="2445734"/>
              <a:ext cx="160653" cy="230974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6578053" y="2504662"/>
              <a:ext cx="150215" cy="168275"/>
            </a:xfrm>
            <a:prstGeom prst="rect">
              <a:avLst/>
            </a:prstGeom>
          </p:spPr>
        </p:pic>
      </p:grpSp>
      <p:grpSp>
        <p:nvGrpSpPr>
          <p:cNvPr id="166" name="object 166"/>
          <p:cNvGrpSpPr/>
          <p:nvPr/>
        </p:nvGrpSpPr>
        <p:grpSpPr>
          <a:xfrm>
            <a:off x="7041832" y="2504662"/>
            <a:ext cx="735330" cy="172085"/>
            <a:chOff x="7041832" y="2504662"/>
            <a:chExt cx="735330" cy="172085"/>
          </a:xfrm>
        </p:grpSpPr>
        <p:pic>
          <p:nvPicPr>
            <p:cNvPr id="167" name="object 167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7041832" y="2504662"/>
              <a:ext cx="153797" cy="172046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7229131" y="2504662"/>
              <a:ext cx="408838" cy="172046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7670177" y="2504662"/>
              <a:ext cx="106768" cy="168275"/>
            </a:xfrm>
            <a:prstGeom prst="rect">
              <a:avLst/>
            </a:prstGeom>
          </p:spPr>
        </p:pic>
      </p:grpSp>
      <p:grpSp>
        <p:nvGrpSpPr>
          <p:cNvPr id="170" name="object 170"/>
          <p:cNvGrpSpPr/>
          <p:nvPr/>
        </p:nvGrpSpPr>
        <p:grpSpPr>
          <a:xfrm>
            <a:off x="7882737" y="2450090"/>
            <a:ext cx="1297305" cy="285750"/>
            <a:chOff x="7882737" y="2450090"/>
            <a:chExt cx="1297305" cy="285750"/>
          </a:xfrm>
        </p:grpSpPr>
        <p:pic>
          <p:nvPicPr>
            <p:cNvPr id="171" name="object 171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7882737" y="2504662"/>
              <a:ext cx="160515" cy="230987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8066367" y="2450096"/>
              <a:ext cx="541020" cy="226695"/>
            </a:xfrm>
            <a:custGeom>
              <a:avLst/>
              <a:gdLst/>
              <a:ahLst/>
              <a:cxnLst/>
              <a:rect l="l" t="t" r="r" b="b"/>
              <a:pathLst>
                <a:path w="541020" h="226694">
                  <a:moveTo>
                    <a:pt x="154584" y="222846"/>
                  </a:moveTo>
                  <a:lnTo>
                    <a:pt x="144792" y="179527"/>
                  </a:lnTo>
                  <a:lnTo>
                    <a:pt x="144843" y="143878"/>
                  </a:lnTo>
                  <a:lnTo>
                    <a:pt x="144970" y="128295"/>
                  </a:lnTo>
                  <a:lnTo>
                    <a:pt x="144983" y="115493"/>
                  </a:lnTo>
                  <a:lnTo>
                    <a:pt x="135877" y="73875"/>
                  </a:lnTo>
                  <a:lnTo>
                    <a:pt x="101244" y="56311"/>
                  </a:lnTo>
                  <a:lnTo>
                    <a:pt x="75806" y="54571"/>
                  </a:lnTo>
                  <a:lnTo>
                    <a:pt x="60718" y="55295"/>
                  </a:lnTo>
                  <a:lnTo>
                    <a:pt x="19850" y="72517"/>
                  </a:lnTo>
                  <a:lnTo>
                    <a:pt x="4559" y="101206"/>
                  </a:lnTo>
                  <a:lnTo>
                    <a:pt x="44043" y="108356"/>
                  </a:lnTo>
                  <a:lnTo>
                    <a:pt x="46697" y="100812"/>
                  </a:lnTo>
                  <a:lnTo>
                    <a:pt x="50203" y="95516"/>
                  </a:lnTo>
                  <a:lnTo>
                    <a:pt x="58928" y="89433"/>
                  </a:lnTo>
                  <a:lnTo>
                    <a:pt x="64947" y="87909"/>
                  </a:lnTo>
                  <a:lnTo>
                    <a:pt x="84137" y="87909"/>
                  </a:lnTo>
                  <a:lnTo>
                    <a:pt x="91935" y="89700"/>
                  </a:lnTo>
                  <a:lnTo>
                    <a:pt x="96037" y="93268"/>
                  </a:lnTo>
                  <a:lnTo>
                    <a:pt x="100279" y="96710"/>
                  </a:lnTo>
                  <a:lnTo>
                    <a:pt x="102387" y="102666"/>
                  </a:lnTo>
                  <a:lnTo>
                    <a:pt x="102387" y="115493"/>
                  </a:lnTo>
                  <a:lnTo>
                    <a:pt x="102387" y="143878"/>
                  </a:lnTo>
                  <a:lnTo>
                    <a:pt x="102387" y="162852"/>
                  </a:lnTo>
                  <a:lnTo>
                    <a:pt x="102019" y="167220"/>
                  </a:lnTo>
                  <a:lnTo>
                    <a:pt x="101892" y="168681"/>
                  </a:lnTo>
                  <a:lnTo>
                    <a:pt x="101790" y="169938"/>
                  </a:lnTo>
                  <a:lnTo>
                    <a:pt x="100609" y="173634"/>
                  </a:lnTo>
                  <a:lnTo>
                    <a:pt x="99136" y="178866"/>
                  </a:lnTo>
                  <a:lnTo>
                    <a:pt x="99021" y="179324"/>
                  </a:lnTo>
                  <a:lnTo>
                    <a:pt x="95580" y="184150"/>
                  </a:lnTo>
                  <a:lnTo>
                    <a:pt x="90284" y="188125"/>
                  </a:lnTo>
                  <a:lnTo>
                    <a:pt x="83146" y="193281"/>
                  </a:lnTo>
                  <a:lnTo>
                    <a:pt x="75603" y="195859"/>
                  </a:lnTo>
                  <a:lnTo>
                    <a:pt x="60655" y="195859"/>
                  </a:lnTo>
                  <a:lnTo>
                    <a:pt x="54902" y="193675"/>
                  </a:lnTo>
                  <a:lnTo>
                    <a:pt x="50393" y="189318"/>
                  </a:lnTo>
                  <a:lnTo>
                    <a:pt x="45897" y="184810"/>
                  </a:lnTo>
                  <a:lnTo>
                    <a:pt x="43649" y="179527"/>
                  </a:lnTo>
                  <a:lnTo>
                    <a:pt x="43649" y="167220"/>
                  </a:lnTo>
                  <a:lnTo>
                    <a:pt x="75806" y="150622"/>
                  </a:lnTo>
                  <a:lnTo>
                    <a:pt x="84226" y="148704"/>
                  </a:lnTo>
                  <a:lnTo>
                    <a:pt x="91465" y="146939"/>
                  </a:lnTo>
                  <a:lnTo>
                    <a:pt x="97523" y="145338"/>
                  </a:lnTo>
                  <a:lnTo>
                    <a:pt x="102387" y="143878"/>
                  </a:lnTo>
                  <a:lnTo>
                    <a:pt x="102387" y="115493"/>
                  </a:lnTo>
                  <a:lnTo>
                    <a:pt x="95262" y="118021"/>
                  </a:lnTo>
                  <a:lnTo>
                    <a:pt x="85813" y="120611"/>
                  </a:lnTo>
                  <a:lnTo>
                    <a:pt x="74041" y="123278"/>
                  </a:lnTo>
                  <a:lnTo>
                    <a:pt x="59931" y="126009"/>
                  </a:lnTo>
                  <a:lnTo>
                    <a:pt x="49263" y="128295"/>
                  </a:lnTo>
                  <a:lnTo>
                    <a:pt x="11049" y="145719"/>
                  </a:lnTo>
                  <a:lnTo>
                    <a:pt x="0" y="177800"/>
                  </a:lnTo>
                  <a:lnTo>
                    <a:pt x="876" y="187629"/>
                  </a:lnTo>
                  <a:lnTo>
                    <a:pt x="22682" y="218922"/>
                  </a:lnTo>
                  <a:lnTo>
                    <a:pt x="54762" y="226618"/>
                  </a:lnTo>
                  <a:lnTo>
                    <a:pt x="61798" y="226288"/>
                  </a:lnTo>
                  <a:lnTo>
                    <a:pt x="100037" y="209956"/>
                  </a:lnTo>
                  <a:lnTo>
                    <a:pt x="105765" y="204787"/>
                  </a:lnTo>
                  <a:lnTo>
                    <a:pt x="106553" y="207441"/>
                  </a:lnTo>
                  <a:lnTo>
                    <a:pt x="107353" y="209956"/>
                  </a:lnTo>
                  <a:lnTo>
                    <a:pt x="108940" y="215646"/>
                  </a:lnTo>
                  <a:lnTo>
                    <a:pt x="110324" y="219938"/>
                  </a:lnTo>
                  <a:lnTo>
                    <a:pt x="111518" y="222846"/>
                  </a:lnTo>
                  <a:lnTo>
                    <a:pt x="154584" y="222846"/>
                  </a:lnTo>
                  <a:close/>
                </a:path>
                <a:path w="541020" h="226694">
                  <a:moveTo>
                    <a:pt x="267055" y="220078"/>
                  </a:moveTo>
                  <a:lnTo>
                    <a:pt x="263486" y="186334"/>
                  </a:lnTo>
                  <a:lnTo>
                    <a:pt x="255816" y="189115"/>
                  </a:lnTo>
                  <a:lnTo>
                    <a:pt x="249923" y="190500"/>
                  </a:lnTo>
                  <a:lnTo>
                    <a:pt x="242912" y="190500"/>
                  </a:lnTo>
                  <a:lnTo>
                    <a:pt x="240474" y="189776"/>
                  </a:lnTo>
                  <a:lnTo>
                    <a:pt x="236499" y="186867"/>
                  </a:lnTo>
                  <a:lnTo>
                    <a:pt x="235178" y="185013"/>
                  </a:lnTo>
                  <a:lnTo>
                    <a:pt x="233984" y="180517"/>
                  </a:lnTo>
                  <a:lnTo>
                    <a:pt x="233718" y="172707"/>
                  </a:lnTo>
                  <a:lnTo>
                    <a:pt x="233718" y="92875"/>
                  </a:lnTo>
                  <a:lnTo>
                    <a:pt x="263486" y="92875"/>
                  </a:lnTo>
                  <a:lnTo>
                    <a:pt x="263486" y="58153"/>
                  </a:lnTo>
                  <a:lnTo>
                    <a:pt x="233718" y="58153"/>
                  </a:lnTo>
                  <a:lnTo>
                    <a:pt x="233718" y="0"/>
                  </a:lnTo>
                  <a:lnTo>
                    <a:pt x="190068" y="25400"/>
                  </a:lnTo>
                  <a:lnTo>
                    <a:pt x="190068" y="58153"/>
                  </a:lnTo>
                  <a:lnTo>
                    <a:pt x="170027" y="58153"/>
                  </a:lnTo>
                  <a:lnTo>
                    <a:pt x="170027" y="92875"/>
                  </a:lnTo>
                  <a:lnTo>
                    <a:pt x="190068" y="92875"/>
                  </a:lnTo>
                  <a:lnTo>
                    <a:pt x="190068" y="164706"/>
                  </a:lnTo>
                  <a:lnTo>
                    <a:pt x="190411" y="183908"/>
                  </a:lnTo>
                  <a:lnTo>
                    <a:pt x="205079" y="220002"/>
                  </a:lnTo>
                  <a:lnTo>
                    <a:pt x="224790" y="226618"/>
                  </a:lnTo>
                  <a:lnTo>
                    <a:pt x="232727" y="226618"/>
                  </a:lnTo>
                  <a:lnTo>
                    <a:pt x="242087" y="226212"/>
                  </a:lnTo>
                  <a:lnTo>
                    <a:pt x="250939" y="224980"/>
                  </a:lnTo>
                  <a:lnTo>
                    <a:pt x="259257" y="222935"/>
                  </a:lnTo>
                  <a:lnTo>
                    <a:pt x="267055" y="220078"/>
                  </a:lnTo>
                  <a:close/>
                </a:path>
                <a:path w="541020" h="226694">
                  <a:moveTo>
                    <a:pt x="372783" y="220078"/>
                  </a:moveTo>
                  <a:lnTo>
                    <a:pt x="369214" y="186334"/>
                  </a:lnTo>
                  <a:lnTo>
                    <a:pt x="361543" y="189115"/>
                  </a:lnTo>
                  <a:lnTo>
                    <a:pt x="355663" y="190500"/>
                  </a:lnTo>
                  <a:lnTo>
                    <a:pt x="348640" y="190500"/>
                  </a:lnTo>
                  <a:lnTo>
                    <a:pt x="346202" y="189776"/>
                  </a:lnTo>
                  <a:lnTo>
                    <a:pt x="342226" y="186867"/>
                  </a:lnTo>
                  <a:lnTo>
                    <a:pt x="340906" y="185013"/>
                  </a:lnTo>
                  <a:lnTo>
                    <a:pt x="339712" y="180517"/>
                  </a:lnTo>
                  <a:lnTo>
                    <a:pt x="339445" y="172707"/>
                  </a:lnTo>
                  <a:lnTo>
                    <a:pt x="339445" y="92875"/>
                  </a:lnTo>
                  <a:lnTo>
                    <a:pt x="369214" y="92875"/>
                  </a:lnTo>
                  <a:lnTo>
                    <a:pt x="369214" y="58153"/>
                  </a:lnTo>
                  <a:lnTo>
                    <a:pt x="339445" y="58153"/>
                  </a:lnTo>
                  <a:lnTo>
                    <a:pt x="339445" y="0"/>
                  </a:lnTo>
                  <a:lnTo>
                    <a:pt x="295795" y="25400"/>
                  </a:lnTo>
                  <a:lnTo>
                    <a:pt x="295795" y="58153"/>
                  </a:lnTo>
                  <a:lnTo>
                    <a:pt x="275755" y="58153"/>
                  </a:lnTo>
                  <a:lnTo>
                    <a:pt x="275755" y="92875"/>
                  </a:lnTo>
                  <a:lnTo>
                    <a:pt x="295795" y="92875"/>
                  </a:lnTo>
                  <a:lnTo>
                    <a:pt x="295795" y="164706"/>
                  </a:lnTo>
                  <a:lnTo>
                    <a:pt x="296138" y="183908"/>
                  </a:lnTo>
                  <a:lnTo>
                    <a:pt x="310807" y="220002"/>
                  </a:lnTo>
                  <a:lnTo>
                    <a:pt x="330517" y="226618"/>
                  </a:lnTo>
                  <a:lnTo>
                    <a:pt x="338455" y="226618"/>
                  </a:lnTo>
                  <a:lnTo>
                    <a:pt x="347814" y="226212"/>
                  </a:lnTo>
                  <a:lnTo>
                    <a:pt x="356666" y="224980"/>
                  </a:lnTo>
                  <a:lnTo>
                    <a:pt x="364985" y="222935"/>
                  </a:lnTo>
                  <a:lnTo>
                    <a:pt x="372783" y="220078"/>
                  </a:lnTo>
                  <a:close/>
                </a:path>
                <a:path w="541020" h="226694">
                  <a:moveTo>
                    <a:pt x="540626" y="152996"/>
                  </a:moveTo>
                  <a:lnTo>
                    <a:pt x="539635" y="129603"/>
                  </a:lnTo>
                  <a:lnTo>
                    <a:pt x="539051" y="126415"/>
                  </a:lnTo>
                  <a:lnTo>
                    <a:pt x="536092" y="110439"/>
                  </a:lnTo>
                  <a:lnTo>
                    <a:pt x="535978" y="109842"/>
                  </a:lnTo>
                  <a:lnTo>
                    <a:pt x="535914" y="109435"/>
                  </a:lnTo>
                  <a:lnTo>
                    <a:pt x="529424" y="92506"/>
                  </a:lnTo>
                  <a:lnTo>
                    <a:pt x="526326" y="87909"/>
                  </a:lnTo>
                  <a:lnTo>
                    <a:pt x="520192" y="78790"/>
                  </a:lnTo>
                  <a:lnTo>
                    <a:pt x="508596" y="68199"/>
                  </a:lnTo>
                  <a:lnTo>
                    <a:pt x="497370" y="61912"/>
                  </a:lnTo>
                  <a:lnTo>
                    <a:pt x="497370" y="126415"/>
                  </a:lnTo>
                  <a:lnTo>
                    <a:pt x="432282" y="126415"/>
                  </a:lnTo>
                  <a:lnTo>
                    <a:pt x="451967" y="90487"/>
                  </a:lnTo>
                  <a:lnTo>
                    <a:pt x="465023" y="87909"/>
                  </a:lnTo>
                  <a:lnTo>
                    <a:pt x="473887" y="87909"/>
                  </a:lnTo>
                  <a:lnTo>
                    <a:pt x="497370" y="126415"/>
                  </a:lnTo>
                  <a:lnTo>
                    <a:pt x="497370" y="61912"/>
                  </a:lnTo>
                  <a:lnTo>
                    <a:pt x="495084" y="60629"/>
                  </a:lnTo>
                  <a:lnTo>
                    <a:pt x="479628" y="56083"/>
                  </a:lnTo>
                  <a:lnTo>
                    <a:pt x="462241" y="54571"/>
                  </a:lnTo>
                  <a:lnTo>
                    <a:pt x="445909" y="56083"/>
                  </a:lnTo>
                  <a:lnTo>
                    <a:pt x="446379" y="56083"/>
                  </a:lnTo>
                  <a:lnTo>
                    <a:pt x="432333" y="60375"/>
                  </a:lnTo>
                  <a:lnTo>
                    <a:pt x="400151" y="88557"/>
                  </a:lnTo>
                  <a:lnTo>
                    <a:pt x="386842" y="141693"/>
                  </a:lnTo>
                  <a:lnTo>
                    <a:pt x="387858" y="158115"/>
                  </a:lnTo>
                  <a:lnTo>
                    <a:pt x="403110" y="198437"/>
                  </a:lnTo>
                  <a:lnTo>
                    <a:pt x="446557" y="224853"/>
                  </a:lnTo>
                  <a:lnTo>
                    <a:pt x="466610" y="226618"/>
                  </a:lnTo>
                  <a:lnTo>
                    <a:pt x="479628" y="225831"/>
                  </a:lnTo>
                  <a:lnTo>
                    <a:pt x="520268" y="207162"/>
                  </a:lnTo>
                  <a:lnTo>
                    <a:pt x="530352" y="194081"/>
                  </a:lnTo>
                  <a:lnTo>
                    <a:pt x="533463" y="189001"/>
                  </a:lnTo>
                  <a:lnTo>
                    <a:pt x="538251" y="177800"/>
                  </a:lnTo>
                  <a:lnTo>
                    <a:pt x="494792" y="170459"/>
                  </a:lnTo>
                  <a:lnTo>
                    <a:pt x="492404" y="178663"/>
                  </a:lnTo>
                  <a:lnTo>
                    <a:pt x="488899" y="184683"/>
                  </a:lnTo>
                  <a:lnTo>
                    <a:pt x="484276" y="188518"/>
                  </a:lnTo>
                  <a:lnTo>
                    <a:pt x="479640" y="192227"/>
                  </a:lnTo>
                  <a:lnTo>
                    <a:pt x="473887" y="194081"/>
                  </a:lnTo>
                  <a:lnTo>
                    <a:pt x="467004" y="194081"/>
                  </a:lnTo>
                  <a:lnTo>
                    <a:pt x="434378" y="170459"/>
                  </a:lnTo>
                  <a:lnTo>
                    <a:pt x="434301" y="170307"/>
                  </a:lnTo>
                  <a:lnTo>
                    <a:pt x="432282" y="162191"/>
                  </a:lnTo>
                  <a:lnTo>
                    <a:pt x="431482" y="152996"/>
                  </a:lnTo>
                  <a:lnTo>
                    <a:pt x="540626" y="15299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8640495" y="2504662"/>
              <a:ext cx="275361" cy="168275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8944698" y="2504662"/>
              <a:ext cx="153784" cy="172046"/>
            </a:xfrm>
            <a:prstGeom prst="rect">
              <a:avLst/>
            </a:prstGeom>
          </p:spPr>
        </p:pic>
        <p:sp>
          <p:nvSpPr>
            <p:cNvPr id="175" name="object 175"/>
            <p:cNvSpPr/>
            <p:nvPr/>
          </p:nvSpPr>
          <p:spPr>
            <a:xfrm>
              <a:off x="9136557" y="2629287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4">
                  <a:moveTo>
                    <a:pt x="43459" y="0"/>
                  </a:moveTo>
                  <a:lnTo>
                    <a:pt x="0" y="0"/>
                  </a:lnTo>
                  <a:lnTo>
                    <a:pt x="0" y="43649"/>
                  </a:lnTo>
                  <a:lnTo>
                    <a:pt x="43459" y="43649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6" name="object 176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2385529" y="2966700"/>
            <a:ext cx="78581" cy="78574"/>
          </a:xfrm>
          <a:prstGeom prst="rect">
            <a:avLst/>
          </a:prstGeom>
        </p:spPr>
      </p:pic>
      <p:grpSp>
        <p:nvGrpSpPr>
          <p:cNvPr id="177" name="object 177"/>
          <p:cNvGrpSpPr/>
          <p:nvPr/>
        </p:nvGrpSpPr>
        <p:grpSpPr>
          <a:xfrm>
            <a:off x="2661556" y="2889713"/>
            <a:ext cx="1191895" cy="294640"/>
            <a:chOff x="2661556" y="2889713"/>
            <a:chExt cx="1191895" cy="294640"/>
          </a:xfrm>
        </p:grpSpPr>
        <p:pic>
          <p:nvPicPr>
            <p:cNvPr id="178" name="object 178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2661556" y="2889713"/>
              <a:ext cx="362381" cy="227596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3049701" y="289011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3122635" y="2949035"/>
              <a:ext cx="153788" cy="172046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296433" y="2894463"/>
              <a:ext cx="97031" cy="226618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3420224" y="289011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4" h="227330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508032" y="2949035"/>
              <a:ext cx="150215" cy="168275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3692651" y="2949035"/>
              <a:ext cx="160527" cy="235153"/>
            </a:xfrm>
            <a:prstGeom prst="rect">
              <a:avLst/>
            </a:prstGeom>
          </p:spPr>
        </p:pic>
      </p:grpSp>
      <p:grpSp>
        <p:nvGrpSpPr>
          <p:cNvPr id="185" name="object 185"/>
          <p:cNvGrpSpPr/>
          <p:nvPr/>
        </p:nvGrpSpPr>
        <p:grpSpPr>
          <a:xfrm>
            <a:off x="3984523" y="2890107"/>
            <a:ext cx="1191895" cy="294640"/>
            <a:chOff x="3984523" y="2890107"/>
            <a:chExt cx="1191895" cy="294640"/>
          </a:xfrm>
        </p:grpSpPr>
        <p:sp>
          <p:nvSpPr>
            <p:cNvPr id="186" name="object 186"/>
            <p:cNvSpPr/>
            <p:nvPr/>
          </p:nvSpPr>
          <p:spPr>
            <a:xfrm>
              <a:off x="3984523" y="289010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7" name="object 187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4060037" y="2949035"/>
              <a:ext cx="153784" cy="172046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4237799" y="2949035"/>
              <a:ext cx="154584" cy="172046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4423905" y="2949035"/>
              <a:ext cx="275361" cy="168275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4743386" y="289011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831194" y="2949035"/>
              <a:ext cx="150215" cy="168275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5015814" y="2949035"/>
              <a:ext cx="160527" cy="235153"/>
            </a:xfrm>
            <a:prstGeom prst="rect">
              <a:avLst/>
            </a:prstGeom>
          </p:spPr>
        </p:pic>
      </p:grpSp>
      <p:grpSp>
        <p:nvGrpSpPr>
          <p:cNvPr id="193" name="object 193"/>
          <p:cNvGrpSpPr/>
          <p:nvPr/>
        </p:nvGrpSpPr>
        <p:grpSpPr>
          <a:xfrm>
            <a:off x="5292407" y="2894463"/>
            <a:ext cx="1248410" cy="290195"/>
            <a:chOff x="5292407" y="2894463"/>
            <a:chExt cx="1248410" cy="290195"/>
          </a:xfrm>
        </p:grpSpPr>
        <p:pic>
          <p:nvPicPr>
            <p:cNvPr id="194" name="object 194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5292407" y="2949035"/>
              <a:ext cx="506933" cy="235153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5819355" y="2894463"/>
              <a:ext cx="264871" cy="226618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116345" y="2949035"/>
              <a:ext cx="242290" cy="168275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6386741" y="2949035"/>
              <a:ext cx="153797" cy="172046"/>
            </a:xfrm>
            <a:prstGeom prst="rect">
              <a:avLst/>
            </a:prstGeom>
          </p:spPr>
        </p:pic>
      </p:grpSp>
      <p:grpSp>
        <p:nvGrpSpPr>
          <p:cNvPr id="198" name="object 198"/>
          <p:cNvGrpSpPr/>
          <p:nvPr/>
        </p:nvGrpSpPr>
        <p:grpSpPr>
          <a:xfrm>
            <a:off x="6664832" y="2890107"/>
            <a:ext cx="839469" cy="294640"/>
            <a:chOff x="6664832" y="2890107"/>
            <a:chExt cx="839469" cy="294640"/>
          </a:xfrm>
        </p:grpSpPr>
        <p:pic>
          <p:nvPicPr>
            <p:cNvPr id="199" name="object 199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6664832" y="2949035"/>
              <a:ext cx="268604" cy="172046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6964959" y="2949035"/>
              <a:ext cx="266636" cy="172046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7267079" y="289010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7334656" y="2952616"/>
              <a:ext cx="169265" cy="231571"/>
            </a:xfrm>
            <a:prstGeom prst="rect">
              <a:avLst/>
            </a:prstGeom>
          </p:spPr>
        </p:pic>
      </p:grpSp>
      <p:grpSp>
        <p:nvGrpSpPr>
          <p:cNvPr id="203" name="object 203"/>
          <p:cNvGrpSpPr/>
          <p:nvPr/>
        </p:nvGrpSpPr>
        <p:grpSpPr>
          <a:xfrm>
            <a:off x="7618895" y="2890107"/>
            <a:ext cx="1112520" cy="290195"/>
            <a:chOff x="7618895" y="2890107"/>
            <a:chExt cx="1112520" cy="290195"/>
          </a:xfrm>
        </p:grpSpPr>
        <p:pic>
          <p:nvPicPr>
            <p:cNvPr id="204" name="object 204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7618895" y="2949035"/>
              <a:ext cx="160502" cy="23098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7812037" y="2949035"/>
              <a:ext cx="469303" cy="172046"/>
            </a:xfrm>
            <a:prstGeom prst="rect">
              <a:avLst/>
            </a:prstGeom>
          </p:spPr>
        </p:pic>
        <p:sp>
          <p:nvSpPr>
            <p:cNvPr id="206" name="object 206"/>
            <p:cNvSpPr/>
            <p:nvPr/>
          </p:nvSpPr>
          <p:spPr>
            <a:xfrm>
              <a:off x="8308086" y="289011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7" name="object 207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8386663" y="2890107"/>
              <a:ext cx="160653" cy="230974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8577542" y="2949035"/>
              <a:ext cx="153784" cy="172046"/>
            </a:xfrm>
            <a:prstGeom prst="rect">
              <a:avLst/>
            </a:prstGeom>
          </p:spPr>
        </p:pic>
      </p:grpSp>
      <p:pic>
        <p:nvPicPr>
          <p:cNvPr id="209" name="object 209"/>
          <p:cNvPicPr/>
          <p:nvPr/>
        </p:nvPicPr>
        <p:blipFill>
          <a:blip r:embed="rId135" cstate="print"/>
          <a:stretch>
            <a:fillRect/>
          </a:stretch>
        </p:blipFill>
        <p:spPr>
          <a:xfrm>
            <a:off x="8843518" y="2890107"/>
            <a:ext cx="1573898" cy="230974"/>
          </a:xfrm>
          <a:prstGeom prst="rect">
            <a:avLst/>
          </a:prstGeom>
        </p:spPr>
      </p:pic>
      <p:grpSp>
        <p:nvGrpSpPr>
          <p:cNvPr id="210" name="object 210"/>
          <p:cNvGrpSpPr/>
          <p:nvPr/>
        </p:nvGrpSpPr>
        <p:grpSpPr>
          <a:xfrm>
            <a:off x="10547362" y="2890107"/>
            <a:ext cx="1466215" cy="290195"/>
            <a:chOff x="10547362" y="2890107"/>
            <a:chExt cx="1466215" cy="290195"/>
          </a:xfrm>
        </p:grpSpPr>
        <p:pic>
          <p:nvPicPr>
            <p:cNvPr id="211" name="object 211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10547362" y="2949035"/>
              <a:ext cx="160515" cy="230987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10740504" y="2949035"/>
              <a:ext cx="266636" cy="172046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11032974" y="2890107"/>
              <a:ext cx="160665" cy="230974"/>
            </a:xfrm>
            <a:prstGeom prst="rect">
              <a:avLst/>
            </a:prstGeom>
          </p:spPr>
        </p:pic>
        <p:sp>
          <p:nvSpPr>
            <p:cNvPr id="214" name="object 214"/>
            <p:cNvSpPr/>
            <p:nvPr/>
          </p:nvSpPr>
          <p:spPr>
            <a:xfrm>
              <a:off x="11236566" y="289011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5" name="object 215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1315052" y="2894463"/>
              <a:ext cx="265277" cy="226618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11607076" y="289011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7" name="object 217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11674258" y="2949035"/>
              <a:ext cx="338696" cy="172046"/>
            </a:xfrm>
            <a:prstGeom prst="rect">
              <a:avLst/>
            </a:prstGeom>
          </p:spPr>
        </p:pic>
      </p:grpSp>
      <p:grpSp>
        <p:nvGrpSpPr>
          <p:cNvPr id="218" name="object 218"/>
          <p:cNvGrpSpPr/>
          <p:nvPr/>
        </p:nvGrpSpPr>
        <p:grpSpPr>
          <a:xfrm>
            <a:off x="12136653" y="2890107"/>
            <a:ext cx="1179195" cy="294640"/>
            <a:chOff x="12136653" y="2890107"/>
            <a:chExt cx="1179195" cy="294640"/>
          </a:xfrm>
        </p:grpSpPr>
        <p:sp>
          <p:nvSpPr>
            <p:cNvPr id="219" name="object 219"/>
            <p:cNvSpPr/>
            <p:nvPr/>
          </p:nvSpPr>
          <p:spPr>
            <a:xfrm>
              <a:off x="12136654" y="289011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0" name="object 22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224474" y="2949035"/>
              <a:ext cx="150215" cy="168275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12403531" y="2949035"/>
              <a:ext cx="153784" cy="172046"/>
            </a:xfrm>
            <a:prstGeom prst="rect">
              <a:avLst/>
            </a:prstGeom>
          </p:spPr>
        </p:pic>
        <p:sp>
          <p:nvSpPr>
            <p:cNvPr id="222" name="object 222"/>
            <p:cNvSpPr/>
            <p:nvPr/>
          </p:nvSpPr>
          <p:spPr>
            <a:xfrm>
              <a:off x="12595391" y="289011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3" name="object 223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2673876" y="2949035"/>
              <a:ext cx="160527" cy="235153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2877343" y="2890107"/>
              <a:ext cx="150012" cy="227202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13053415" y="2894463"/>
              <a:ext cx="262293" cy="226618"/>
            </a:xfrm>
            <a:prstGeom prst="rect">
              <a:avLst/>
            </a:prstGeom>
          </p:spPr>
        </p:pic>
      </p:grpSp>
      <p:grpSp>
        <p:nvGrpSpPr>
          <p:cNvPr id="226" name="object 226"/>
          <p:cNvGrpSpPr/>
          <p:nvPr/>
        </p:nvGrpSpPr>
        <p:grpSpPr>
          <a:xfrm>
            <a:off x="13430477" y="2890107"/>
            <a:ext cx="848994" cy="231140"/>
            <a:chOff x="13430477" y="2890107"/>
            <a:chExt cx="848994" cy="231140"/>
          </a:xfrm>
        </p:grpSpPr>
        <p:pic>
          <p:nvPicPr>
            <p:cNvPr id="227" name="object 227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3430477" y="2949035"/>
              <a:ext cx="154584" cy="172046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13616583" y="2890107"/>
              <a:ext cx="160934" cy="230974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3802384" y="2949035"/>
              <a:ext cx="169862" cy="172046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4005457" y="2952616"/>
              <a:ext cx="149821" cy="168465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4182330" y="2894463"/>
              <a:ext cx="97027" cy="226618"/>
            </a:xfrm>
            <a:prstGeom prst="rect">
              <a:avLst/>
            </a:prstGeom>
          </p:spPr>
        </p:pic>
      </p:grpSp>
      <p:grpSp>
        <p:nvGrpSpPr>
          <p:cNvPr id="232" name="object 232"/>
          <p:cNvGrpSpPr/>
          <p:nvPr/>
        </p:nvGrpSpPr>
        <p:grpSpPr>
          <a:xfrm>
            <a:off x="14393138" y="2890107"/>
            <a:ext cx="1279525" cy="290195"/>
            <a:chOff x="14393138" y="2890107"/>
            <a:chExt cx="1279525" cy="290195"/>
          </a:xfrm>
        </p:grpSpPr>
        <p:pic>
          <p:nvPicPr>
            <p:cNvPr id="233" name="object 233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4393138" y="2949035"/>
              <a:ext cx="160502" cy="230987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4578139" y="2894463"/>
              <a:ext cx="450900" cy="226618"/>
            </a:xfrm>
            <a:prstGeom prst="rect">
              <a:avLst/>
            </a:prstGeom>
          </p:spPr>
        </p:pic>
        <p:pic>
          <p:nvPicPr>
            <p:cNvPr id="235" name="object 235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5064092" y="2949035"/>
              <a:ext cx="150241" cy="168275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5240368" y="2894463"/>
              <a:ext cx="97028" cy="226618"/>
            </a:xfrm>
            <a:prstGeom prst="rect">
              <a:avLst/>
            </a:prstGeom>
          </p:spPr>
        </p:pic>
        <p:sp>
          <p:nvSpPr>
            <p:cNvPr id="237" name="object 237"/>
            <p:cNvSpPr/>
            <p:nvPr/>
          </p:nvSpPr>
          <p:spPr>
            <a:xfrm>
              <a:off x="15364193" y="289011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34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34" y="227203"/>
                  </a:lnTo>
                  <a:lnTo>
                    <a:pt x="43434" y="62509"/>
                  </a:lnTo>
                  <a:close/>
                </a:path>
                <a:path w="43815" h="227330">
                  <a:moveTo>
                    <a:pt x="43434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34" y="40284"/>
                  </a:lnTo>
                  <a:lnTo>
                    <a:pt x="4343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15440901" y="2949035"/>
              <a:ext cx="154559" cy="172046"/>
            </a:xfrm>
            <a:prstGeom prst="rect">
              <a:avLst/>
            </a:prstGeom>
          </p:spPr>
        </p:pic>
        <p:sp>
          <p:nvSpPr>
            <p:cNvPr id="239" name="object 239"/>
            <p:cNvSpPr/>
            <p:nvPr/>
          </p:nvSpPr>
          <p:spPr>
            <a:xfrm>
              <a:off x="15628988" y="289010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34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34" y="227202"/>
                  </a:lnTo>
                  <a:lnTo>
                    <a:pt x="43434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0" name="object 240"/>
          <p:cNvGrpSpPr/>
          <p:nvPr/>
        </p:nvGrpSpPr>
        <p:grpSpPr>
          <a:xfrm>
            <a:off x="2661358" y="3334480"/>
            <a:ext cx="1191895" cy="294640"/>
            <a:chOff x="2661358" y="3334480"/>
            <a:chExt cx="1191895" cy="294640"/>
          </a:xfrm>
        </p:grpSpPr>
        <p:sp>
          <p:nvSpPr>
            <p:cNvPr id="241" name="object 241"/>
            <p:cNvSpPr/>
            <p:nvPr/>
          </p:nvSpPr>
          <p:spPr>
            <a:xfrm>
              <a:off x="2661358" y="333448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8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8" y="227202"/>
                  </a:lnTo>
                  <a:lnTo>
                    <a:pt x="4345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2" name="object 242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2736870" y="3393408"/>
              <a:ext cx="153788" cy="172046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2914637" y="3393408"/>
              <a:ext cx="154583" cy="172046"/>
            </a:xfrm>
            <a:prstGeom prst="rect">
              <a:avLst/>
            </a:prstGeom>
          </p:spPr>
        </p:pic>
        <p:pic>
          <p:nvPicPr>
            <p:cNvPr id="244" name="object 244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3100739" y="3393408"/>
              <a:ext cx="275365" cy="168275"/>
            </a:xfrm>
            <a:prstGeom prst="rect">
              <a:avLst/>
            </a:prstGeom>
          </p:spPr>
        </p:pic>
        <p:sp>
          <p:nvSpPr>
            <p:cNvPr id="245" name="object 245"/>
            <p:cNvSpPr/>
            <p:nvPr/>
          </p:nvSpPr>
          <p:spPr>
            <a:xfrm>
              <a:off x="3420224" y="333448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4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6" name="object 246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3508032" y="3393408"/>
              <a:ext cx="150215" cy="168275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3692652" y="3393408"/>
              <a:ext cx="160527" cy="235153"/>
            </a:xfrm>
            <a:prstGeom prst="rect">
              <a:avLst/>
            </a:prstGeom>
          </p:spPr>
        </p:pic>
      </p:grpSp>
      <p:grpSp>
        <p:nvGrpSpPr>
          <p:cNvPr id="248" name="object 248"/>
          <p:cNvGrpSpPr/>
          <p:nvPr/>
        </p:nvGrpSpPr>
        <p:grpSpPr>
          <a:xfrm>
            <a:off x="3982542" y="3334480"/>
            <a:ext cx="787400" cy="231140"/>
            <a:chOff x="3982542" y="3334480"/>
            <a:chExt cx="787400" cy="231140"/>
          </a:xfrm>
        </p:grpSpPr>
        <p:pic>
          <p:nvPicPr>
            <p:cNvPr id="249" name="object 249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3982542" y="3334480"/>
              <a:ext cx="168998" cy="227202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4181005" y="3393408"/>
              <a:ext cx="153797" cy="172046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4371276" y="3334480"/>
              <a:ext cx="316674" cy="230974"/>
            </a:xfrm>
            <a:prstGeom prst="rect">
              <a:avLst/>
            </a:prstGeom>
          </p:spPr>
        </p:pic>
        <p:sp>
          <p:nvSpPr>
            <p:cNvPr id="252" name="object 252"/>
            <p:cNvSpPr/>
            <p:nvPr/>
          </p:nvSpPr>
          <p:spPr>
            <a:xfrm>
              <a:off x="4726012" y="3518033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43459" y="0"/>
                  </a:moveTo>
                  <a:lnTo>
                    <a:pt x="0" y="0"/>
                  </a:lnTo>
                  <a:lnTo>
                    <a:pt x="0" y="43649"/>
                  </a:lnTo>
                  <a:lnTo>
                    <a:pt x="43459" y="43649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3" name="object 253"/>
          <p:cNvPicPr/>
          <p:nvPr/>
        </p:nvPicPr>
        <p:blipFill>
          <a:blip r:embed="rId162" cstate="print"/>
          <a:stretch>
            <a:fillRect/>
          </a:stretch>
        </p:blipFill>
        <p:spPr>
          <a:xfrm>
            <a:off x="2123990" y="4234910"/>
            <a:ext cx="1495712" cy="249427"/>
          </a:xfrm>
          <a:prstGeom prst="rect">
            <a:avLst/>
          </a:prstGeom>
        </p:spPr>
      </p:pic>
      <p:grpSp>
        <p:nvGrpSpPr>
          <p:cNvPr id="254" name="object 254"/>
          <p:cNvGrpSpPr/>
          <p:nvPr/>
        </p:nvGrpSpPr>
        <p:grpSpPr>
          <a:xfrm>
            <a:off x="3752977" y="4230744"/>
            <a:ext cx="1515745" cy="321945"/>
            <a:chOff x="3752977" y="4230744"/>
            <a:chExt cx="1515745" cy="321945"/>
          </a:xfrm>
        </p:grpSpPr>
        <p:pic>
          <p:nvPicPr>
            <p:cNvPr id="255" name="object 255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3752977" y="4230744"/>
              <a:ext cx="238040" cy="253796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4027436" y="4234910"/>
              <a:ext cx="173634" cy="249427"/>
            </a:xfrm>
            <a:prstGeom prst="rect">
              <a:avLst/>
            </a:prstGeom>
          </p:spPr>
        </p:pic>
        <p:sp>
          <p:nvSpPr>
            <p:cNvPr id="257" name="object 257"/>
            <p:cNvSpPr/>
            <p:nvPr/>
          </p:nvSpPr>
          <p:spPr>
            <a:xfrm>
              <a:off x="4198594" y="4234910"/>
              <a:ext cx="86360" cy="318135"/>
            </a:xfrm>
            <a:custGeom>
              <a:avLst/>
              <a:gdLst/>
              <a:ahLst/>
              <a:cxnLst/>
              <a:rect l="l" t="t" r="r" b="b"/>
              <a:pathLst>
                <a:path w="86360" h="318135">
                  <a:moveTo>
                    <a:pt x="86321" y="0"/>
                  </a:moveTo>
                  <a:lnTo>
                    <a:pt x="39293" y="0"/>
                  </a:lnTo>
                  <a:lnTo>
                    <a:pt x="39293" y="43459"/>
                  </a:lnTo>
                  <a:lnTo>
                    <a:pt x="86321" y="43459"/>
                  </a:lnTo>
                  <a:lnTo>
                    <a:pt x="86321" y="0"/>
                  </a:lnTo>
                  <a:close/>
                </a:path>
                <a:path w="86360" h="318135">
                  <a:moveTo>
                    <a:pt x="8140" y="272453"/>
                  </a:moveTo>
                  <a:lnTo>
                    <a:pt x="0" y="312534"/>
                  </a:lnTo>
                  <a:lnTo>
                    <a:pt x="6223" y="314261"/>
                  </a:lnTo>
                  <a:lnTo>
                    <a:pt x="12039" y="315518"/>
                  </a:lnTo>
                  <a:lnTo>
                    <a:pt x="17462" y="316306"/>
                  </a:lnTo>
                  <a:lnTo>
                    <a:pt x="22885" y="317233"/>
                  </a:lnTo>
                  <a:lnTo>
                    <a:pt x="27914" y="317690"/>
                  </a:lnTo>
                  <a:lnTo>
                    <a:pt x="32550" y="317690"/>
                  </a:lnTo>
                  <a:lnTo>
                    <a:pt x="41200" y="317233"/>
                  </a:lnTo>
                  <a:lnTo>
                    <a:pt x="41706" y="317233"/>
                  </a:lnTo>
                  <a:lnTo>
                    <a:pt x="79054" y="294393"/>
                  </a:lnTo>
                  <a:lnTo>
                    <a:pt x="84514" y="273837"/>
                  </a:lnTo>
                  <a:lnTo>
                    <a:pt x="17261" y="273837"/>
                  </a:lnTo>
                  <a:lnTo>
                    <a:pt x="12496" y="273176"/>
                  </a:lnTo>
                  <a:lnTo>
                    <a:pt x="10388" y="272846"/>
                  </a:lnTo>
                  <a:lnTo>
                    <a:pt x="8140" y="272453"/>
                  </a:lnTo>
                  <a:close/>
                </a:path>
                <a:path w="86360" h="318135">
                  <a:moveTo>
                    <a:pt x="86321" y="67665"/>
                  </a:moveTo>
                  <a:lnTo>
                    <a:pt x="39293" y="67665"/>
                  </a:lnTo>
                  <a:lnTo>
                    <a:pt x="39193" y="247064"/>
                  </a:lnTo>
                  <a:lnTo>
                    <a:pt x="38895" y="254642"/>
                  </a:lnTo>
                  <a:lnTo>
                    <a:pt x="31546" y="270662"/>
                  </a:lnTo>
                  <a:lnTo>
                    <a:pt x="28420" y="272846"/>
                  </a:lnTo>
                  <a:lnTo>
                    <a:pt x="28276" y="272846"/>
                  </a:lnTo>
                  <a:lnTo>
                    <a:pt x="24612" y="273837"/>
                  </a:lnTo>
                  <a:lnTo>
                    <a:pt x="84514" y="273837"/>
                  </a:lnTo>
                  <a:lnTo>
                    <a:pt x="85180" y="268832"/>
                  </a:lnTo>
                  <a:lnTo>
                    <a:pt x="86036" y="255621"/>
                  </a:lnTo>
                  <a:lnTo>
                    <a:pt x="86321" y="239902"/>
                  </a:lnTo>
                  <a:lnTo>
                    <a:pt x="86321" y="676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8" name="object 258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4320451" y="4298600"/>
              <a:ext cx="166090" cy="185737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4514532" y="4239863"/>
              <a:ext cx="286346" cy="244475"/>
            </a:xfrm>
            <a:prstGeom prst="rect">
              <a:avLst/>
            </a:prstGeom>
          </p:spPr>
        </p:pic>
        <p:sp>
          <p:nvSpPr>
            <p:cNvPr id="260" name="object 260"/>
            <p:cNvSpPr/>
            <p:nvPr/>
          </p:nvSpPr>
          <p:spPr>
            <a:xfrm>
              <a:off x="4829734" y="4234916"/>
              <a:ext cx="47625" cy="245745"/>
            </a:xfrm>
            <a:custGeom>
              <a:avLst/>
              <a:gdLst/>
              <a:ahLst/>
              <a:cxnLst/>
              <a:rect l="l" t="t" r="r" b="b"/>
              <a:pathLst>
                <a:path w="47625" h="245745">
                  <a:moveTo>
                    <a:pt x="47040" y="67665"/>
                  </a:moveTo>
                  <a:lnTo>
                    <a:pt x="0" y="67665"/>
                  </a:lnTo>
                  <a:lnTo>
                    <a:pt x="0" y="245465"/>
                  </a:lnTo>
                  <a:lnTo>
                    <a:pt x="47040" y="245465"/>
                  </a:lnTo>
                  <a:lnTo>
                    <a:pt x="47040" y="67665"/>
                  </a:lnTo>
                  <a:close/>
                </a:path>
                <a:path w="47625" h="245745">
                  <a:moveTo>
                    <a:pt x="47040" y="0"/>
                  </a:moveTo>
                  <a:lnTo>
                    <a:pt x="0" y="0"/>
                  </a:lnTo>
                  <a:lnTo>
                    <a:pt x="0" y="43459"/>
                  </a:lnTo>
                  <a:lnTo>
                    <a:pt x="47040" y="43459"/>
                  </a:lnTo>
                  <a:lnTo>
                    <a:pt x="470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1" name="object 261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4902187" y="4298600"/>
              <a:ext cx="365925" cy="185737"/>
            </a:xfrm>
            <a:prstGeom prst="rect">
              <a:avLst/>
            </a:prstGeom>
          </p:spPr>
        </p:pic>
      </p:grpSp>
      <p:pic>
        <p:nvPicPr>
          <p:cNvPr id="262" name="object 262"/>
          <p:cNvPicPr/>
          <p:nvPr/>
        </p:nvPicPr>
        <p:blipFill>
          <a:blip r:embed="rId168" cstate="print"/>
          <a:stretch>
            <a:fillRect/>
          </a:stretch>
        </p:blipFill>
        <p:spPr>
          <a:xfrm>
            <a:off x="2385529" y="4779752"/>
            <a:ext cx="78581" cy="78574"/>
          </a:xfrm>
          <a:prstGeom prst="rect">
            <a:avLst/>
          </a:prstGeom>
        </p:spPr>
      </p:pic>
      <p:grpSp>
        <p:nvGrpSpPr>
          <p:cNvPr id="263" name="object 263"/>
          <p:cNvGrpSpPr/>
          <p:nvPr/>
        </p:nvGrpSpPr>
        <p:grpSpPr>
          <a:xfrm>
            <a:off x="2645285" y="4703273"/>
            <a:ext cx="370205" cy="231140"/>
            <a:chOff x="2645285" y="4703273"/>
            <a:chExt cx="370205" cy="231140"/>
          </a:xfrm>
        </p:grpSpPr>
        <p:sp>
          <p:nvSpPr>
            <p:cNvPr id="264" name="object 264"/>
            <p:cNvSpPr/>
            <p:nvPr/>
          </p:nvSpPr>
          <p:spPr>
            <a:xfrm>
              <a:off x="2645283" y="4703279"/>
              <a:ext cx="180975" cy="227329"/>
            </a:xfrm>
            <a:custGeom>
              <a:avLst/>
              <a:gdLst/>
              <a:ahLst/>
              <a:cxnLst/>
              <a:rect l="l" t="t" r="r" b="b"/>
              <a:pathLst>
                <a:path w="180975" h="227329">
                  <a:moveTo>
                    <a:pt x="1807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67462" y="38100"/>
                  </a:lnTo>
                  <a:lnTo>
                    <a:pt x="67462" y="227330"/>
                  </a:lnTo>
                  <a:lnTo>
                    <a:pt x="113309" y="227330"/>
                  </a:lnTo>
                  <a:lnTo>
                    <a:pt x="113309" y="38100"/>
                  </a:lnTo>
                  <a:lnTo>
                    <a:pt x="180771" y="38100"/>
                  </a:lnTo>
                  <a:lnTo>
                    <a:pt x="18077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2845177" y="4762087"/>
              <a:ext cx="169862" cy="172046"/>
            </a:xfrm>
            <a:prstGeom prst="rect">
              <a:avLst/>
            </a:prstGeom>
          </p:spPr>
        </p:pic>
      </p:grpSp>
      <p:grpSp>
        <p:nvGrpSpPr>
          <p:cNvPr id="266" name="object 266"/>
          <p:cNvGrpSpPr/>
          <p:nvPr/>
        </p:nvGrpSpPr>
        <p:grpSpPr>
          <a:xfrm>
            <a:off x="3127803" y="4703159"/>
            <a:ext cx="1175385" cy="290195"/>
            <a:chOff x="3127803" y="4703159"/>
            <a:chExt cx="1175385" cy="290195"/>
          </a:xfrm>
        </p:grpSpPr>
        <p:pic>
          <p:nvPicPr>
            <p:cNvPr id="267" name="object 267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3127803" y="4703159"/>
              <a:ext cx="160655" cy="230974"/>
            </a:xfrm>
            <a:prstGeom prst="rect">
              <a:avLst/>
            </a:prstGeom>
          </p:spPr>
        </p:pic>
        <p:pic>
          <p:nvPicPr>
            <p:cNvPr id="268" name="object 268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3318687" y="4762087"/>
              <a:ext cx="506945" cy="172046"/>
            </a:xfrm>
            <a:prstGeom prst="rect">
              <a:avLst/>
            </a:prstGeom>
          </p:spPr>
        </p:pic>
        <p:sp>
          <p:nvSpPr>
            <p:cNvPr id="269" name="object 269"/>
            <p:cNvSpPr/>
            <p:nvPr/>
          </p:nvSpPr>
          <p:spPr>
            <a:xfrm>
              <a:off x="3861117" y="47031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0" name="object 270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3939209" y="4762087"/>
              <a:ext cx="169862" cy="172046"/>
            </a:xfrm>
            <a:prstGeom prst="rect">
              <a:avLst/>
            </a:prstGeom>
          </p:spPr>
        </p:pic>
        <p:pic>
          <p:nvPicPr>
            <p:cNvPr id="271" name="object 271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4142079" y="4762087"/>
              <a:ext cx="160515" cy="230987"/>
            </a:xfrm>
            <a:prstGeom prst="rect">
              <a:avLst/>
            </a:prstGeom>
          </p:spPr>
        </p:pic>
      </p:grpSp>
      <p:pic>
        <p:nvPicPr>
          <p:cNvPr id="272" name="object 272"/>
          <p:cNvPicPr/>
          <p:nvPr/>
        </p:nvPicPr>
        <p:blipFill>
          <a:blip r:embed="rId174" cstate="print"/>
          <a:stretch>
            <a:fillRect/>
          </a:stretch>
        </p:blipFill>
        <p:spPr>
          <a:xfrm>
            <a:off x="4413910" y="4762087"/>
            <a:ext cx="154584" cy="172046"/>
          </a:xfrm>
          <a:prstGeom prst="rect">
            <a:avLst/>
          </a:prstGeom>
        </p:spPr>
      </p:pic>
      <p:grpSp>
        <p:nvGrpSpPr>
          <p:cNvPr id="273" name="object 273"/>
          <p:cNvGrpSpPr/>
          <p:nvPr/>
        </p:nvGrpSpPr>
        <p:grpSpPr>
          <a:xfrm>
            <a:off x="4686833" y="4703159"/>
            <a:ext cx="1256030" cy="231140"/>
            <a:chOff x="4686833" y="4703159"/>
            <a:chExt cx="1256030" cy="231140"/>
          </a:xfrm>
        </p:grpSpPr>
        <p:pic>
          <p:nvPicPr>
            <p:cNvPr id="274" name="object 274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4686833" y="4762087"/>
              <a:ext cx="242290" cy="168275"/>
            </a:xfrm>
            <a:prstGeom prst="rect">
              <a:avLst/>
            </a:prstGeom>
          </p:spPr>
        </p:pic>
        <p:pic>
          <p:nvPicPr>
            <p:cNvPr id="275" name="object 275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4961000" y="4762087"/>
              <a:ext cx="154584" cy="172046"/>
            </a:xfrm>
            <a:prstGeom prst="rect">
              <a:avLst/>
            </a:prstGeom>
          </p:spPr>
        </p:pic>
        <p:pic>
          <p:nvPicPr>
            <p:cNvPr id="276" name="object 276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5139372" y="4762087"/>
              <a:ext cx="155371" cy="172046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5325465" y="4703159"/>
              <a:ext cx="150025" cy="227202"/>
            </a:xfrm>
            <a:prstGeom prst="rect">
              <a:avLst/>
            </a:prstGeom>
          </p:spPr>
        </p:pic>
        <p:sp>
          <p:nvSpPr>
            <p:cNvPr id="278" name="object 278"/>
            <p:cNvSpPr/>
            <p:nvPr/>
          </p:nvSpPr>
          <p:spPr>
            <a:xfrm>
              <a:off x="5519610" y="470316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9" name="object 279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5607418" y="4762087"/>
              <a:ext cx="150215" cy="168275"/>
            </a:xfrm>
            <a:prstGeom prst="rect">
              <a:avLst/>
            </a:prstGeom>
          </p:spPr>
        </p:pic>
        <p:pic>
          <p:nvPicPr>
            <p:cNvPr id="280" name="object 280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5789053" y="4762087"/>
              <a:ext cx="153797" cy="172046"/>
            </a:xfrm>
            <a:prstGeom prst="rect">
              <a:avLst/>
            </a:prstGeom>
          </p:spPr>
        </p:pic>
      </p:grpSp>
      <p:grpSp>
        <p:nvGrpSpPr>
          <p:cNvPr id="281" name="object 281"/>
          <p:cNvGrpSpPr/>
          <p:nvPr/>
        </p:nvGrpSpPr>
        <p:grpSpPr>
          <a:xfrm>
            <a:off x="6066548" y="4703159"/>
            <a:ext cx="2286635" cy="294640"/>
            <a:chOff x="6066548" y="4703159"/>
            <a:chExt cx="2286635" cy="294640"/>
          </a:xfrm>
        </p:grpSpPr>
        <p:sp>
          <p:nvSpPr>
            <p:cNvPr id="282" name="object 282"/>
            <p:cNvSpPr/>
            <p:nvPr/>
          </p:nvSpPr>
          <p:spPr>
            <a:xfrm>
              <a:off x="6066548" y="47031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3" name="object 283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6142062" y="4762087"/>
              <a:ext cx="153784" cy="172046"/>
            </a:xfrm>
            <a:prstGeom prst="rect">
              <a:avLst/>
            </a:prstGeom>
          </p:spPr>
        </p:pic>
        <p:pic>
          <p:nvPicPr>
            <p:cNvPr id="284" name="object 284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6319824" y="4762087"/>
              <a:ext cx="154584" cy="172046"/>
            </a:xfrm>
            <a:prstGeom prst="rect">
              <a:avLst/>
            </a:prstGeom>
          </p:spPr>
        </p:pic>
        <p:pic>
          <p:nvPicPr>
            <p:cNvPr id="285" name="object 285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6505930" y="4762087"/>
              <a:ext cx="275361" cy="168275"/>
            </a:xfrm>
            <a:prstGeom prst="rect">
              <a:avLst/>
            </a:prstGeom>
          </p:spPr>
        </p:pic>
        <p:sp>
          <p:nvSpPr>
            <p:cNvPr id="286" name="object 286"/>
            <p:cNvSpPr/>
            <p:nvPr/>
          </p:nvSpPr>
          <p:spPr>
            <a:xfrm>
              <a:off x="6825412" y="470316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7" name="object 287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6913219" y="4762087"/>
              <a:ext cx="150215" cy="168275"/>
            </a:xfrm>
            <a:prstGeom prst="rect">
              <a:avLst/>
            </a:prstGeom>
          </p:spPr>
        </p:pic>
        <p:pic>
          <p:nvPicPr>
            <p:cNvPr id="288" name="object 288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7097839" y="4762087"/>
              <a:ext cx="160527" cy="235153"/>
            </a:xfrm>
            <a:prstGeom prst="rect">
              <a:avLst/>
            </a:prstGeom>
          </p:spPr>
        </p:pic>
        <p:sp>
          <p:nvSpPr>
            <p:cNvPr id="289" name="object 289"/>
            <p:cNvSpPr/>
            <p:nvPr/>
          </p:nvSpPr>
          <p:spPr>
            <a:xfrm>
              <a:off x="7278077" y="4831746"/>
              <a:ext cx="177165" cy="33020"/>
            </a:xfrm>
            <a:custGeom>
              <a:avLst/>
              <a:gdLst/>
              <a:ahLst/>
              <a:cxnLst/>
              <a:rect l="l" t="t" r="r" b="b"/>
              <a:pathLst>
                <a:path w="177165" h="33020">
                  <a:moveTo>
                    <a:pt x="176618" y="0"/>
                  </a:moveTo>
                  <a:lnTo>
                    <a:pt x="0" y="0"/>
                  </a:lnTo>
                  <a:lnTo>
                    <a:pt x="0" y="32537"/>
                  </a:lnTo>
                  <a:lnTo>
                    <a:pt x="176618" y="32537"/>
                  </a:lnTo>
                  <a:lnTo>
                    <a:pt x="17661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0" name="object 290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7476096" y="4703159"/>
              <a:ext cx="160921" cy="230974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7660500" y="4762087"/>
              <a:ext cx="326605" cy="172046"/>
            </a:xfrm>
            <a:prstGeom prst="rect">
              <a:avLst/>
            </a:prstGeom>
          </p:spPr>
        </p:pic>
        <p:pic>
          <p:nvPicPr>
            <p:cNvPr id="292" name="object 292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8012468" y="4762087"/>
              <a:ext cx="153784" cy="172046"/>
            </a:xfrm>
            <a:prstGeom prst="rect">
              <a:avLst/>
            </a:prstGeom>
          </p:spPr>
        </p:pic>
        <p:pic>
          <p:nvPicPr>
            <p:cNvPr id="293" name="object 293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8192098" y="4703159"/>
              <a:ext cx="160653" cy="230974"/>
            </a:xfrm>
            <a:prstGeom prst="rect">
              <a:avLst/>
            </a:prstGeom>
          </p:spPr>
        </p:pic>
      </p:grpSp>
      <p:grpSp>
        <p:nvGrpSpPr>
          <p:cNvPr id="294" name="object 294"/>
          <p:cNvGrpSpPr/>
          <p:nvPr/>
        </p:nvGrpSpPr>
        <p:grpSpPr>
          <a:xfrm>
            <a:off x="8483892" y="4703159"/>
            <a:ext cx="1191895" cy="294640"/>
            <a:chOff x="8483892" y="4703159"/>
            <a:chExt cx="1191895" cy="294640"/>
          </a:xfrm>
        </p:grpSpPr>
        <p:sp>
          <p:nvSpPr>
            <p:cNvPr id="295" name="object 295"/>
            <p:cNvSpPr/>
            <p:nvPr/>
          </p:nvSpPr>
          <p:spPr>
            <a:xfrm>
              <a:off x="8483892" y="47031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6" name="object 296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8559406" y="4762087"/>
              <a:ext cx="153784" cy="172046"/>
            </a:xfrm>
            <a:prstGeom prst="rect">
              <a:avLst/>
            </a:prstGeom>
          </p:spPr>
        </p:pic>
        <p:pic>
          <p:nvPicPr>
            <p:cNvPr id="297" name="object 297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8737168" y="4762087"/>
              <a:ext cx="154584" cy="172046"/>
            </a:xfrm>
            <a:prstGeom prst="rect">
              <a:avLst/>
            </a:prstGeom>
          </p:spPr>
        </p:pic>
        <p:pic>
          <p:nvPicPr>
            <p:cNvPr id="298" name="object 298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8923274" y="4762087"/>
              <a:ext cx="275361" cy="168275"/>
            </a:xfrm>
            <a:prstGeom prst="rect">
              <a:avLst/>
            </a:prstGeom>
          </p:spPr>
        </p:pic>
        <p:sp>
          <p:nvSpPr>
            <p:cNvPr id="299" name="object 299"/>
            <p:cNvSpPr/>
            <p:nvPr/>
          </p:nvSpPr>
          <p:spPr>
            <a:xfrm>
              <a:off x="9242755" y="470316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0" name="object 300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9330575" y="4762087"/>
              <a:ext cx="150215" cy="168275"/>
            </a:xfrm>
            <a:prstGeom prst="rect">
              <a:avLst/>
            </a:prstGeom>
          </p:spPr>
        </p:pic>
        <p:pic>
          <p:nvPicPr>
            <p:cNvPr id="301" name="object 301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9515183" y="4762087"/>
              <a:ext cx="160540" cy="235153"/>
            </a:xfrm>
            <a:prstGeom prst="rect">
              <a:avLst/>
            </a:prstGeom>
          </p:spPr>
        </p:pic>
      </p:grpSp>
      <p:grpSp>
        <p:nvGrpSpPr>
          <p:cNvPr id="302" name="object 302"/>
          <p:cNvGrpSpPr/>
          <p:nvPr/>
        </p:nvGrpSpPr>
        <p:grpSpPr>
          <a:xfrm>
            <a:off x="9795547" y="4703159"/>
            <a:ext cx="1332865" cy="294640"/>
            <a:chOff x="9795547" y="4703159"/>
            <a:chExt cx="1332865" cy="294640"/>
          </a:xfrm>
        </p:grpSpPr>
        <p:pic>
          <p:nvPicPr>
            <p:cNvPr id="303" name="object 303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9983241" y="4762087"/>
              <a:ext cx="150215" cy="168275"/>
            </a:xfrm>
            <a:prstGeom prst="rect">
              <a:avLst/>
            </a:prstGeom>
          </p:spPr>
        </p:pic>
        <p:pic>
          <p:nvPicPr>
            <p:cNvPr id="304" name="object 304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9795547" y="4762087"/>
              <a:ext cx="154584" cy="172046"/>
            </a:xfrm>
            <a:prstGeom prst="rect">
              <a:avLst/>
            </a:prstGeom>
          </p:spPr>
        </p:pic>
        <p:pic>
          <p:nvPicPr>
            <p:cNvPr id="305" name="object 305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10166070" y="4762087"/>
              <a:ext cx="154571" cy="172046"/>
            </a:xfrm>
            <a:prstGeom prst="rect">
              <a:avLst/>
            </a:prstGeom>
          </p:spPr>
        </p:pic>
        <p:sp>
          <p:nvSpPr>
            <p:cNvPr id="306" name="object 306"/>
            <p:cNvSpPr/>
            <p:nvPr/>
          </p:nvSpPr>
          <p:spPr>
            <a:xfrm>
              <a:off x="10354144" y="47031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7" name="object 307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10421721" y="4707515"/>
              <a:ext cx="276199" cy="289725"/>
            </a:xfrm>
            <a:prstGeom prst="rect">
              <a:avLst/>
            </a:prstGeom>
          </p:spPr>
        </p:pic>
        <p:sp>
          <p:nvSpPr>
            <p:cNvPr id="308" name="object 308"/>
            <p:cNvSpPr/>
            <p:nvPr/>
          </p:nvSpPr>
          <p:spPr>
            <a:xfrm>
              <a:off x="10724667" y="470316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9" name="object 309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10803153" y="4762087"/>
              <a:ext cx="324815" cy="172046"/>
            </a:xfrm>
            <a:prstGeom prst="rect">
              <a:avLst/>
            </a:prstGeom>
          </p:spPr>
        </p:pic>
      </p:grpSp>
      <p:pic>
        <p:nvPicPr>
          <p:cNvPr id="310" name="object 310"/>
          <p:cNvPicPr/>
          <p:nvPr/>
        </p:nvPicPr>
        <p:blipFill>
          <a:blip r:embed="rId199" cstate="print"/>
          <a:stretch>
            <a:fillRect/>
          </a:stretch>
        </p:blipFill>
        <p:spPr>
          <a:xfrm>
            <a:off x="11244516" y="4707515"/>
            <a:ext cx="1693862" cy="285559"/>
          </a:xfrm>
          <a:prstGeom prst="rect">
            <a:avLst/>
          </a:prstGeom>
        </p:spPr>
      </p:pic>
      <p:grpSp>
        <p:nvGrpSpPr>
          <p:cNvPr id="311" name="object 311"/>
          <p:cNvGrpSpPr/>
          <p:nvPr/>
        </p:nvGrpSpPr>
        <p:grpSpPr>
          <a:xfrm>
            <a:off x="13035280" y="4703159"/>
            <a:ext cx="573405" cy="231140"/>
            <a:chOff x="13035280" y="4703159"/>
            <a:chExt cx="573405" cy="231140"/>
          </a:xfrm>
        </p:grpSpPr>
        <p:pic>
          <p:nvPicPr>
            <p:cNvPr id="312" name="object 312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13035280" y="4707515"/>
              <a:ext cx="97040" cy="226618"/>
            </a:xfrm>
            <a:prstGeom prst="rect">
              <a:avLst/>
            </a:prstGeom>
          </p:spPr>
        </p:pic>
        <p:pic>
          <p:nvPicPr>
            <p:cNvPr id="313" name="object 313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3158864" y="4703159"/>
              <a:ext cx="150025" cy="227202"/>
            </a:xfrm>
            <a:prstGeom prst="rect">
              <a:avLst/>
            </a:prstGeom>
          </p:spPr>
        </p:pic>
        <p:pic>
          <p:nvPicPr>
            <p:cNvPr id="314" name="object 314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13341502" y="4707515"/>
              <a:ext cx="267055" cy="226618"/>
            </a:xfrm>
            <a:prstGeom prst="rect">
              <a:avLst/>
            </a:prstGeom>
          </p:spPr>
        </p:pic>
      </p:grpSp>
      <p:grpSp>
        <p:nvGrpSpPr>
          <p:cNvPr id="315" name="object 315"/>
          <p:cNvGrpSpPr/>
          <p:nvPr/>
        </p:nvGrpSpPr>
        <p:grpSpPr>
          <a:xfrm>
            <a:off x="13713803" y="4703159"/>
            <a:ext cx="1189990" cy="231140"/>
            <a:chOff x="13713803" y="4703159"/>
            <a:chExt cx="1189990" cy="231140"/>
          </a:xfrm>
        </p:grpSpPr>
        <p:pic>
          <p:nvPicPr>
            <p:cNvPr id="316" name="object 316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13713803" y="4762087"/>
              <a:ext cx="155371" cy="172046"/>
            </a:xfrm>
            <a:prstGeom prst="rect">
              <a:avLst/>
            </a:prstGeom>
          </p:spPr>
        </p:pic>
        <p:sp>
          <p:nvSpPr>
            <p:cNvPr id="317" name="object 317"/>
            <p:cNvSpPr/>
            <p:nvPr/>
          </p:nvSpPr>
          <p:spPr>
            <a:xfrm>
              <a:off x="13900099" y="47031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8" name="object 318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13987323" y="4765668"/>
              <a:ext cx="149821" cy="168465"/>
            </a:xfrm>
            <a:prstGeom prst="rect">
              <a:avLst/>
            </a:prstGeom>
          </p:spPr>
        </p:pic>
        <p:pic>
          <p:nvPicPr>
            <p:cNvPr id="319" name="object 319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14166977" y="4762087"/>
              <a:ext cx="153784" cy="172046"/>
            </a:xfrm>
            <a:prstGeom prst="rect">
              <a:avLst/>
            </a:prstGeom>
          </p:spPr>
        </p:pic>
        <p:pic>
          <p:nvPicPr>
            <p:cNvPr id="320" name="object 320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14340764" y="4707515"/>
              <a:ext cx="264883" cy="226618"/>
            </a:xfrm>
            <a:prstGeom prst="rect">
              <a:avLst/>
            </a:prstGeom>
          </p:spPr>
        </p:pic>
        <p:pic>
          <p:nvPicPr>
            <p:cNvPr id="321" name="object 321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14639150" y="4762087"/>
              <a:ext cx="264033" cy="172046"/>
            </a:xfrm>
            <a:prstGeom prst="rect">
              <a:avLst/>
            </a:prstGeom>
          </p:spPr>
        </p:pic>
      </p:grpSp>
      <p:grpSp>
        <p:nvGrpSpPr>
          <p:cNvPr id="322" name="object 322"/>
          <p:cNvGrpSpPr/>
          <p:nvPr/>
        </p:nvGrpSpPr>
        <p:grpSpPr>
          <a:xfrm>
            <a:off x="15014181" y="4703159"/>
            <a:ext cx="1300480" cy="231140"/>
            <a:chOff x="15014181" y="4703159"/>
            <a:chExt cx="1300480" cy="231140"/>
          </a:xfrm>
        </p:grpSpPr>
        <p:pic>
          <p:nvPicPr>
            <p:cNvPr id="323" name="object 323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15014181" y="4762087"/>
              <a:ext cx="153796" cy="172046"/>
            </a:xfrm>
            <a:prstGeom prst="rect">
              <a:avLst/>
            </a:prstGeom>
          </p:spPr>
        </p:pic>
        <p:pic>
          <p:nvPicPr>
            <p:cNvPr id="324" name="object 324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15188044" y="4707515"/>
              <a:ext cx="97027" cy="226618"/>
            </a:xfrm>
            <a:prstGeom prst="rect">
              <a:avLst/>
            </a:prstGeom>
          </p:spPr>
        </p:pic>
        <p:pic>
          <p:nvPicPr>
            <p:cNvPr id="325" name="object 325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15310853" y="4765668"/>
              <a:ext cx="149732" cy="168465"/>
            </a:xfrm>
            <a:prstGeom prst="rect">
              <a:avLst/>
            </a:prstGeom>
          </p:spPr>
        </p:pic>
        <p:pic>
          <p:nvPicPr>
            <p:cNvPr id="326" name="object 326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15496097" y="4703159"/>
              <a:ext cx="160577" cy="230974"/>
            </a:xfrm>
            <a:prstGeom prst="rect">
              <a:avLst/>
            </a:prstGeom>
          </p:spPr>
        </p:pic>
        <p:pic>
          <p:nvPicPr>
            <p:cNvPr id="327" name="object 327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15686900" y="4762087"/>
              <a:ext cx="153796" cy="172046"/>
            </a:xfrm>
            <a:prstGeom prst="rect">
              <a:avLst/>
            </a:prstGeom>
          </p:spPr>
        </p:pic>
        <p:pic>
          <p:nvPicPr>
            <p:cNvPr id="328" name="object 328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15875876" y="4762087"/>
              <a:ext cx="150241" cy="168275"/>
            </a:xfrm>
            <a:prstGeom prst="rect">
              <a:avLst/>
            </a:prstGeom>
          </p:spPr>
        </p:pic>
        <p:pic>
          <p:nvPicPr>
            <p:cNvPr id="329" name="object 329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16052152" y="4707515"/>
              <a:ext cx="262254" cy="226618"/>
            </a:xfrm>
            <a:prstGeom prst="rect">
              <a:avLst/>
            </a:prstGeom>
          </p:spPr>
        </p:pic>
      </p:grpSp>
      <p:grpSp>
        <p:nvGrpSpPr>
          <p:cNvPr id="330" name="object 330"/>
          <p:cNvGrpSpPr/>
          <p:nvPr/>
        </p:nvGrpSpPr>
        <p:grpSpPr>
          <a:xfrm>
            <a:off x="2659373" y="5147532"/>
            <a:ext cx="876935" cy="231140"/>
            <a:chOff x="2659373" y="5147532"/>
            <a:chExt cx="876935" cy="231140"/>
          </a:xfrm>
        </p:grpSpPr>
        <p:pic>
          <p:nvPicPr>
            <p:cNvPr id="331" name="object 331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2659373" y="5147532"/>
              <a:ext cx="160933" cy="230974"/>
            </a:xfrm>
            <a:prstGeom prst="rect">
              <a:avLst/>
            </a:prstGeom>
          </p:spPr>
        </p:pic>
        <p:pic>
          <p:nvPicPr>
            <p:cNvPr id="332" name="object 332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2843789" y="5206460"/>
              <a:ext cx="326594" cy="172046"/>
            </a:xfrm>
            <a:prstGeom prst="rect">
              <a:avLst/>
            </a:prstGeom>
          </p:spPr>
        </p:pic>
        <p:pic>
          <p:nvPicPr>
            <p:cNvPr id="333" name="object 333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3195750" y="5206460"/>
              <a:ext cx="153789" cy="172046"/>
            </a:xfrm>
            <a:prstGeom prst="rect">
              <a:avLst/>
            </a:prstGeom>
          </p:spPr>
        </p:pic>
        <p:pic>
          <p:nvPicPr>
            <p:cNvPr id="334" name="object 334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3375382" y="5147532"/>
              <a:ext cx="160653" cy="230974"/>
            </a:xfrm>
            <a:prstGeom prst="rect">
              <a:avLst/>
            </a:prstGeom>
          </p:spPr>
        </p:pic>
      </p:grpSp>
      <p:grpSp>
        <p:nvGrpSpPr>
          <p:cNvPr id="335" name="object 335"/>
          <p:cNvGrpSpPr/>
          <p:nvPr/>
        </p:nvGrpSpPr>
        <p:grpSpPr>
          <a:xfrm>
            <a:off x="3657053" y="5206460"/>
            <a:ext cx="354330" cy="172085"/>
            <a:chOff x="3657053" y="5206460"/>
            <a:chExt cx="354330" cy="172085"/>
          </a:xfrm>
        </p:grpSpPr>
        <p:pic>
          <p:nvPicPr>
            <p:cNvPr id="336" name="object 336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3657053" y="5206460"/>
              <a:ext cx="169862" cy="172046"/>
            </a:xfrm>
            <a:prstGeom prst="rect">
              <a:avLst/>
            </a:prstGeom>
          </p:spPr>
        </p:pic>
        <p:pic>
          <p:nvPicPr>
            <p:cNvPr id="337" name="object 337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3860723" y="5206460"/>
              <a:ext cx="150215" cy="168275"/>
            </a:xfrm>
            <a:prstGeom prst="rect">
              <a:avLst/>
            </a:prstGeom>
          </p:spPr>
        </p:pic>
      </p:grpSp>
      <p:grpSp>
        <p:nvGrpSpPr>
          <p:cNvPr id="338" name="object 338"/>
          <p:cNvGrpSpPr/>
          <p:nvPr/>
        </p:nvGrpSpPr>
        <p:grpSpPr>
          <a:xfrm>
            <a:off x="4143273" y="5147532"/>
            <a:ext cx="1191895" cy="294640"/>
            <a:chOff x="4143273" y="5147532"/>
            <a:chExt cx="1191895" cy="294640"/>
          </a:xfrm>
        </p:grpSpPr>
        <p:sp>
          <p:nvSpPr>
            <p:cNvPr id="339" name="object 339"/>
            <p:cNvSpPr/>
            <p:nvPr/>
          </p:nvSpPr>
          <p:spPr>
            <a:xfrm>
              <a:off x="4143273" y="51475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0" name="object 340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4218774" y="5206460"/>
              <a:ext cx="153797" cy="172046"/>
            </a:xfrm>
            <a:prstGeom prst="rect">
              <a:avLst/>
            </a:prstGeom>
          </p:spPr>
        </p:pic>
        <p:pic>
          <p:nvPicPr>
            <p:cNvPr id="341" name="object 341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4396549" y="5206460"/>
              <a:ext cx="154584" cy="172046"/>
            </a:xfrm>
            <a:prstGeom prst="rect">
              <a:avLst/>
            </a:prstGeom>
          </p:spPr>
        </p:pic>
        <p:pic>
          <p:nvPicPr>
            <p:cNvPr id="342" name="object 342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4582655" y="5206460"/>
              <a:ext cx="275361" cy="168275"/>
            </a:xfrm>
            <a:prstGeom prst="rect">
              <a:avLst/>
            </a:prstGeom>
          </p:spPr>
        </p:pic>
        <p:sp>
          <p:nvSpPr>
            <p:cNvPr id="343" name="object 343"/>
            <p:cNvSpPr/>
            <p:nvPr/>
          </p:nvSpPr>
          <p:spPr>
            <a:xfrm>
              <a:off x="4902124" y="514753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4" name="object 344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4989944" y="5206460"/>
              <a:ext cx="150215" cy="168275"/>
            </a:xfrm>
            <a:prstGeom prst="rect">
              <a:avLst/>
            </a:prstGeom>
          </p:spPr>
        </p:pic>
        <p:pic>
          <p:nvPicPr>
            <p:cNvPr id="345" name="object 345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5174551" y="5206460"/>
              <a:ext cx="160540" cy="235153"/>
            </a:xfrm>
            <a:prstGeom prst="rect">
              <a:avLst/>
            </a:prstGeom>
          </p:spPr>
        </p:pic>
      </p:grpSp>
      <p:grpSp>
        <p:nvGrpSpPr>
          <p:cNvPr id="346" name="object 346"/>
          <p:cNvGrpSpPr/>
          <p:nvPr/>
        </p:nvGrpSpPr>
        <p:grpSpPr>
          <a:xfrm>
            <a:off x="5464441" y="5147532"/>
            <a:ext cx="1167765" cy="231140"/>
            <a:chOff x="5464441" y="5147532"/>
            <a:chExt cx="1167765" cy="231140"/>
          </a:xfrm>
        </p:grpSpPr>
        <p:pic>
          <p:nvPicPr>
            <p:cNvPr id="347" name="object 347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5464441" y="5147532"/>
              <a:ext cx="160934" cy="230974"/>
            </a:xfrm>
            <a:prstGeom prst="rect">
              <a:avLst/>
            </a:prstGeom>
          </p:spPr>
        </p:pic>
        <p:pic>
          <p:nvPicPr>
            <p:cNvPr id="348" name="object 348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5647677" y="5206460"/>
              <a:ext cx="153784" cy="172046"/>
            </a:xfrm>
            <a:prstGeom prst="rect">
              <a:avLst/>
            </a:prstGeom>
          </p:spPr>
        </p:pic>
        <p:pic>
          <p:nvPicPr>
            <p:cNvPr id="349" name="object 349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5836754" y="5147532"/>
              <a:ext cx="150012" cy="227202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6019380" y="5206460"/>
              <a:ext cx="337908" cy="172046"/>
            </a:xfrm>
            <a:prstGeom prst="rect">
              <a:avLst/>
            </a:prstGeom>
          </p:spPr>
        </p:pic>
        <p:sp>
          <p:nvSpPr>
            <p:cNvPr id="351" name="object 351"/>
            <p:cNvSpPr/>
            <p:nvPr/>
          </p:nvSpPr>
          <p:spPr>
            <a:xfrm>
              <a:off x="6384036" y="514753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2" name="object 352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6462128" y="5206460"/>
              <a:ext cx="169862" cy="172046"/>
            </a:xfrm>
            <a:prstGeom prst="rect">
              <a:avLst/>
            </a:prstGeom>
          </p:spPr>
        </p:pic>
      </p:grpSp>
      <p:grpSp>
        <p:nvGrpSpPr>
          <p:cNvPr id="353" name="object 353"/>
          <p:cNvGrpSpPr/>
          <p:nvPr/>
        </p:nvGrpSpPr>
        <p:grpSpPr>
          <a:xfrm>
            <a:off x="6665200" y="5206460"/>
            <a:ext cx="299720" cy="172085"/>
            <a:chOff x="6665200" y="5206460"/>
            <a:chExt cx="299720" cy="172085"/>
          </a:xfrm>
        </p:grpSpPr>
        <p:pic>
          <p:nvPicPr>
            <p:cNvPr id="354" name="object 354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6858152" y="5206460"/>
              <a:ext cx="106756" cy="168275"/>
            </a:xfrm>
            <a:prstGeom prst="rect">
              <a:avLst/>
            </a:prstGeom>
          </p:spPr>
        </p:pic>
        <p:pic>
          <p:nvPicPr>
            <p:cNvPr id="355" name="object 355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6665200" y="5210041"/>
              <a:ext cx="149821" cy="168465"/>
            </a:xfrm>
            <a:prstGeom prst="rect">
              <a:avLst/>
            </a:prstGeom>
          </p:spPr>
        </p:pic>
      </p:grpSp>
      <p:grpSp>
        <p:nvGrpSpPr>
          <p:cNvPr id="356" name="object 356"/>
          <p:cNvGrpSpPr/>
          <p:nvPr/>
        </p:nvGrpSpPr>
        <p:grpSpPr>
          <a:xfrm>
            <a:off x="7060386" y="5147532"/>
            <a:ext cx="533400" cy="231140"/>
            <a:chOff x="7060386" y="5147532"/>
            <a:chExt cx="533400" cy="231140"/>
          </a:xfrm>
        </p:grpSpPr>
        <p:pic>
          <p:nvPicPr>
            <p:cNvPr id="357" name="object 357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7060386" y="5206460"/>
              <a:ext cx="154584" cy="172046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7248080" y="5206460"/>
              <a:ext cx="150215" cy="168275"/>
            </a:xfrm>
            <a:prstGeom prst="rect">
              <a:avLst/>
            </a:prstGeom>
          </p:spPr>
        </p:pic>
        <p:pic>
          <p:nvPicPr>
            <p:cNvPr id="359" name="object 359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7432765" y="5147532"/>
              <a:ext cx="160665" cy="230974"/>
            </a:xfrm>
            <a:prstGeom prst="rect">
              <a:avLst/>
            </a:prstGeom>
          </p:spPr>
        </p:pic>
      </p:grpSp>
      <p:grpSp>
        <p:nvGrpSpPr>
          <p:cNvPr id="360" name="object 360"/>
          <p:cNvGrpSpPr/>
          <p:nvPr/>
        </p:nvGrpSpPr>
        <p:grpSpPr>
          <a:xfrm>
            <a:off x="7723378" y="5147532"/>
            <a:ext cx="1198245" cy="290195"/>
            <a:chOff x="7723378" y="5147532"/>
            <a:chExt cx="1198245" cy="290195"/>
          </a:xfrm>
        </p:grpSpPr>
        <p:pic>
          <p:nvPicPr>
            <p:cNvPr id="361" name="object 361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7723378" y="5206460"/>
              <a:ext cx="160502" cy="230987"/>
            </a:xfrm>
            <a:prstGeom prst="rect">
              <a:avLst/>
            </a:prstGeom>
          </p:spPr>
        </p:pic>
        <p:pic>
          <p:nvPicPr>
            <p:cNvPr id="362" name="object 362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7916519" y="5206460"/>
              <a:ext cx="266636" cy="172046"/>
            </a:xfrm>
            <a:prstGeom prst="rect">
              <a:avLst/>
            </a:prstGeom>
          </p:spPr>
        </p:pic>
        <p:pic>
          <p:nvPicPr>
            <p:cNvPr id="363" name="object 363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8208990" y="5147532"/>
              <a:ext cx="160665" cy="230974"/>
            </a:xfrm>
            <a:prstGeom prst="rect">
              <a:avLst/>
            </a:prstGeom>
          </p:spPr>
        </p:pic>
        <p:sp>
          <p:nvSpPr>
            <p:cNvPr id="364" name="object 364"/>
            <p:cNvSpPr/>
            <p:nvPr/>
          </p:nvSpPr>
          <p:spPr>
            <a:xfrm>
              <a:off x="8412582" y="514753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5" name="object 365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8491067" y="5151888"/>
              <a:ext cx="430542" cy="226618"/>
            </a:xfrm>
            <a:prstGeom prst="rect">
              <a:avLst/>
            </a:prstGeom>
          </p:spPr>
        </p:pic>
      </p:grpSp>
      <p:grpSp>
        <p:nvGrpSpPr>
          <p:cNvPr id="366" name="object 366"/>
          <p:cNvGrpSpPr/>
          <p:nvPr/>
        </p:nvGrpSpPr>
        <p:grpSpPr>
          <a:xfrm>
            <a:off x="9032608" y="5147532"/>
            <a:ext cx="1300480" cy="231140"/>
            <a:chOff x="9032608" y="5147532"/>
            <a:chExt cx="1300480" cy="231140"/>
          </a:xfrm>
        </p:grpSpPr>
        <p:pic>
          <p:nvPicPr>
            <p:cNvPr id="367" name="object 36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032608" y="5206460"/>
              <a:ext cx="153784" cy="172046"/>
            </a:xfrm>
            <a:prstGeom prst="rect">
              <a:avLst/>
            </a:prstGeom>
          </p:spPr>
        </p:pic>
        <p:pic>
          <p:nvPicPr>
            <p:cNvPr id="368" name="object 368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9206407" y="5151888"/>
              <a:ext cx="97027" cy="226618"/>
            </a:xfrm>
            <a:prstGeom prst="rect">
              <a:avLst/>
            </a:prstGeom>
          </p:spPr>
        </p:pic>
        <p:pic>
          <p:nvPicPr>
            <p:cNvPr id="369" name="object 369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9329191" y="5210041"/>
              <a:ext cx="149821" cy="168465"/>
            </a:xfrm>
            <a:prstGeom prst="rect">
              <a:avLst/>
            </a:prstGeom>
          </p:spPr>
        </p:pic>
        <p:pic>
          <p:nvPicPr>
            <p:cNvPr id="370" name="object 37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14486" y="5147532"/>
              <a:ext cx="160653" cy="230974"/>
            </a:xfrm>
            <a:prstGeom prst="rect">
              <a:avLst/>
            </a:prstGeom>
          </p:spPr>
        </p:pic>
        <p:pic>
          <p:nvPicPr>
            <p:cNvPr id="371" name="object 371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9705365" y="5206460"/>
              <a:ext cx="153784" cy="172046"/>
            </a:xfrm>
            <a:prstGeom prst="rect">
              <a:avLst/>
            </a:prstGeom>
          </p:spPr>
        </p:pic>
        <p:pic>
          <p:nvPicPr>
            <p:cNvPr id="372" name="object 372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9894252" y="5206460"/>
              <a:ext cx="150215" cy="168275"/>
            </a:xfrm>
            <a:prstGeom prst="rect">
              <a:avLst/>
            </a:prstGeom>
          </p:spPr>
        </p:pic>
        <p:pic>
          <p:nvPicPr>
            <p:cNvPr id="373" name="object 373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10070528" y="5151888"/>
              <a:ext cx="262293" cy="226618"/>
            </a:xfrm>
            <a:prstGeom prst="rect">
              <a:avLst/>
            </a:prstGeom>
          </p:spPr>
        </p:pic>
      </p:grpSp>
      <p:pic>
        <p:nvPicPr>
          <p:cNvPr id="374" name="object 374"/>
          <p:cNvPicPr/>
          <p:nvPr/>
        </p:nvPicPr>
        <p:blipFill>
          <a:blip r:embed="rId241" cstate="print"/>
          <a:stretch>
            <a:fillRect/>
          </a:stretch>
        </p:blipFill>
        <p:spPr>
          <a:xfrm>
            <a:off x="10447591" y="5151888"/>
            <a:ext cx="267068" cy="226618"/>
          </a:xfrm>
          <a:prstGeom prst="rect">
            <a:avLst/>
          </a:prstGeom>
        </p:spPr>
      </p:pic>
      <p:grpSp>
        <p:nvGrpSpPr>
          <p:cNvPr id="375" name="object 375"/>
          <p:cNvGrpSpPr/>
          <p:nvPr/>
        </p:nvGrpSpPr>
        <p:grpSpPr>
          <a:xfrm>
            <a:off x="10827625" y="5147532"/>
            <a:ext cx="541020" cy="231140"/>
            <a:chOff x="10827625" y="5147532"/>
            <a:chExt cx="541020" cy="231140"/>
          </a:xfrm>
        </p:grpSpPr>
        <p:pic>
          <p:nvPicPr>
            <p:cNvPr id="376" name="object 376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10827625" y="5147532"/>
              <a:ext cx="168998" cy="227202"/>
            </a:xfrm>
            <a:prstGeom prst="rect">
              <a:avLst/>
            </a:prstGeom>
          </p:spPr>
        </p:pic>
        <p:pic>
          <p:nvPicPr>
            <p:cNvPr id="377" name="object 377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11026101" y="5206460"/>
              <a:ext cx="153784" cy="172046"/>
            </a:xfrm>
            <a:prstGeom prst="rect">
              <a:avLst/>
            </a:prstGeom>
          </p:spPr>
        </p:pic>
        <p:pic>
          <p:nvPicPr>
            <p:cNvPr id="378" name="object 378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11216372" y="5147532"/>
              <a:ext cx="152196" cy="227202"/>
            </a:xfrm>
            <a:prstGeom prst="rect">
              <a:avLst/>
            </a:prstGeom>
          </p:spPr>
        </p:pic>
      </p:grpSp>
      <p:pic>
        <p:nvPicPr>
          <p:cNvPr id="379" name="object 379"/>
          <p:cNvPicPr/>
          <p:nvPr/>
        </p:nvPicPr>
        <p:blipFill>
          <a:blip r:embed="rId245" cstate="print"/>
          <a:stretch>
            <a:fillRect/>
          </a:stretch>
        </p:blipFill>
        <p:spPr>
          <a:xfrm>
            <a:off x="11472621" y="5143556"/>
            <a:ext cx="296341" cy="234950"/>
          </a:xfrm>
          <a:prstGeom prst="rect">
            <a:avLst/>
          </a:prstGeom>
        </p:spPr>
      </p:pic>
      <p:grpSp>
        <p:nvGrpSpPr>
          <p:cNvPr id="380" name="object 380"/>
          <p:cNvGrpSpPr/>
          <p:nvPr/>
        </p:nvGrpSpPr>
        <p:grpSpPr>
          <a:xfrm>
            <a:off x="11870626" y="5147532"/>
            <a:ext cx="1191895" cy="294640"/>
            <a:chOff x="11870626" y="5147532"/>
            <a:chExt cx="1191895" cy="294640"/>
          </a:xfrm>
        </p:grpSpPr>
        <p:sp>
          <p:nvSpPr>
            <p:cNvPr id="381" name="object 381"/>
            <p:cNvSpPr/>
            <p:nvPr/>
          </p:nvSpPr>
          <p:spPr>
            <a:xfrm>
              <a:off x="11870626" y="51475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2" name="object 382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11946140" y="5206460"/>
              <a:ext cx="153784" cy="172046"/>
            </a:xfrm>
            <a:prstGeom prst="rect">
              <a:avLst/>
            </a:prstGeom>
          </p:spPr>
        </p:pic>
        <p:pic>
          <p:nvPicPr>
            <p:cNvPr id="383" name="object 383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12123902" y="5206460"/>
              <a:ext cx="154584" cy="172046"/>
            </a:xfrm>
            <a:prstGeom prst="rect">
              <a:avLst/>
            </a:prstGeom>
          </p:spPr>
        </p:pic>
        <p:pic>
          <p:nvPicPr>
            <p:cNvPr id="384" name="object 384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12310008" y="5206460"/>
              <a:ext cx="275361" cy="168275"/>
            </a:xfrm>
            <a:prstGeom prst="rect">
              <a:avLst/>
            </a:prstGeom>
          </p:spPr>
        </p:pic>
        <p:sp>
          <p:nvSpPr>
            <p:cNvPr id="385" name="object 385"/>
            <p:cNvSpPr/>
            <p:nvPr/>
          </p:nvSpPr>
          <p:spPr>
            <a:xfrm>
              <a:off x="12629490" y="514753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6" name="object 386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12717297" y="5206460"/>
              <a:ext cx="150215" cy="168275"/>
            </a:xfrm>
            <a:prstGeom prst="rect">
              <a:avLst/>
            </a:prstGeom>
          </p:spPr>
        </p:pic>
        <p:pic>
          <p:nvPicPr>
            <p:cNvPr id="387" name="object 387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2901917" y="5206460"/>
              <a:ext cx="160527" cy="235153"/>
            </a:xfrm>
            <a:prstGeom prst="rect">
              <a:avLst/>
            </a:prstGeom>
          </p:spPr>
        </p:pic>
      </p:grpSp>
      <p:grpSp>
        <p:nvGrpSpPr>
          <p:cNvPr id="388" name="object 388"/>
          <p:cNvGrpSpPr/>
          <p:nvPr/>
        </p:nvGrpSpPr>
        <p:grpSpPr>
          <a:xfrm>
            <a:off x="13178510" y="5147532"/>
            <a:ext cx="1664335" cy="294640"/>
            <a:chOff x="13178510" y="5147532"/>
            <a:chExt cx="1664335" cy="294640"/>
          </a:xfrm>
        </p:grpSpPr>
        <p:pic>
          <p:nvPicPr>
            <p:cNvPr id="389" name="object 389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13178510" y="5151888"/>
              <a:ext cx="1117587" cy="289725"/>
            </a:xfrm>
            <a:prstGeom prst="rect">
              <a:avLst/>
            </a:prstGeom>
          </p:spPr>
        </p:pic>
        <p:sp>
          <p:nvSpPr>
            <p:cNvPr id="390" name="object 390"/>
            <p:cNvSpPr/>
            <p:nvPr/>
          </p:nvSpPr>
          <p:spPr>
            <a:xfrm>
              <a:off x="14322857" y="514753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1" name="object 39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4400948" y="5206460"/>
              <a:ext cx="169862" cy="172046"/>
            </a:xfrm>
            <a:prstGeom prst="rect">
              <a:avLst/>
            </a:prstGeom>
          </p:spPr>
        </p:pic>
        <p:pic>
          <p:nvPicPr>
            <p:cNvPr id="392" name="object 392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14604606" y="5206460"/>
              <a:ext cx="150215" cy="168275"/>
            </a:xfrm>
            <a:prstGeom prst="rect">
              <a:avLst/>
            </a:prstGeom>
          </p:spPr>
        </p:pic>
        <p:sp>
          <p:nvSpPr>
            <p:cNvPr id="393" name="object 393"/>
            <p:cNvSpPr/>
            <p:nvPr/>
          </p:nvSpPr>
          <p:spPr>
            <a:xfrm>
              <a:off x="14798916" y="5331085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4">
                  <a:moveTo>
                    <a:pt x="43433" y="0"/>
                  </a:moveTo>
                  <a:lnTo>
                    <a:pt x="0" y="0"/>
                  </a:lnTo>
                  <a:lnTo>
                    <a:pt x="0" y="43649"/>
                  </a:lnTo>
                  <a:lnTo>
                    <a:pt x="43433" y="43649"/>
                  </a:lnTo>
                  <a:lnTo>
                    <a:pt x="43433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4" name="object 394"/>
          <p:cNvGrpSpPr/>
          <p:nvPr/>
        </p:nvGrpSpPr>
        <p:grpSpPr>
          <a:xfrm>
            <a:off x="2110298" y="6032303"/>
            <a:ext cx="2284730" cy="298450"/>
            <a:chOff x="2110298" y="6032303"/>
            <a:chExt cx="2284730" cy="298450"/>
          </a:xfrm>
        </p:grpSpPr>
        <p:pic>
          <p:nvPicPr>
            <p:cNvPr id="395" name="object 395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2110298" y="6032303"/>
              <a:ext cx="184745" cy="235153"/>
            </a:xfrm>
            <a:prstGeom prst="rect">
              <a:avLst/>
            </a:prstGeom>
          </p:spPr>
        </p:pic>
        <p:pic>
          <p:nvPicPr>
            <p:cNvPr id="396" name="object 396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2332385" y="6098787"/>
              <a:ext cx="149820" cy="168465"/>
            </a:xfrm>
            <a:prstGeom prst="rect">
              <a:avLst/>
            </a:prstGeom>
          </p:spPr>
        </p:pic>
        <p:pic>
          <p:nvPicPr>
            <p:cNvPr id="397" name="object 397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2525332" y="6036278"/>
              <a:ext cx="160933" cy="230974"/>
            </a:xfrm>
            <a:prstGeom prst="rect">
              <a:avLst/>
            </a:prstGeom>
          </p:spPr>
        </p:pic>
        <p:sp>
          <p:nvSpPr>
            <p:cNvPr id="398" name="object 398"/>
            <p:cNvSpPr/>
            <p:nvPr/>
          </p:nvSpPr>
          <p:spPr>
            <a:xfrm>
              <a:off x="2716288" y="6032309"/>
              <a:ext cx="322580" cy="235585"/>
            </a:xfrm>
            <a:custGeom>
              <a:avLst/>
              <a:gdLst/>
              <a:ahLst/>
              <a:cxnLst/>
              <a:rect l="l" t="t" r="r" b="b"/>
              <a:pathLst>
                <a:path w="322580" h="235585">
                  <a:moveTo>
                    <a:pt x="85521" y="127000"/>
                  </a:moveTo>
                  <a:lnTo>
                    <a:pt x="0" y="127000"/>
                  </a:lnTo>
                  <a:lnTo>
                    <a:pt x="0" y="170662"/>
                  </a:lnTo>
                  <a:lnTo>
                    <a:pt x="85521" y="170662"/>
                  </a:lnTo>
                  <a:lnTo>
                    <a:pt x="85521" y="127000"/>
                  </a:lnTo>
                  <a:close/>
                </a:path>
                <a:path w="322580" h="235585">
                  <a:moveTo>
                    <a:pt x="321957" y="118872"/>
                  </a:moveTo>
                  <a:lnTo>
                    <a:pt x="314490" y="68414"/>
                  </a:lnTo>
                  <a:lnTo>
                    <a:pt x="291858" y="31153"/>
                  </a:lnTo>
                  <a:lnTo>
                    <a:pt x="274599" y="17018"/>
                  </a:lnTo>
                  <a:lnTo>
                    <a:pt x="274599" y="116687"/>
                  </a:lnTo>
                  <a:lnTo>
                    <a:pt x="273494" y="135293"/>
                  </a:lnTo>
                  <a:lnTo>
                    <a:pt x="270179" y="151409"/>
                  </a:lnTo>
                  <a:lnTo>
                    <a:pt x="264744" y="164846"/>
                  </a:lnTo>
                  <a:lnTo>
                    <a:pt x="264668" y="165049"/>
                  </a:lnTo>
                  <a:lnTo>
                    <a:pt x="225158" y="194627"/>
                  </a:lnTo>
                  <a:lnTo>
                    <a:pt x="212090" y="195859"/>
                  </a:lnTo>
                  <a:lnTo>
                    <a:pt x="199123" y="194627"/>
                  </a:lnTo>
                  <a:lnTo>
                    <a:pt x="159029" y="164846"/>
                  </a:lnTo>
                  <a:lnTo>
                    <a:pt x="149072" y="118872"/>
                  </a:lnTo>
                  <a:lnTo>
                    <a:pt x="149034" y="116687"/>
                  </a:lnTo>
                  <a:lnTo>
                    <a:pt x="150063" y="99072"/>
                  </a:lnTo>
                  <a:lnTo>
                    <a:pt x="166255" y="58737"/>
                  </a:lnTo>
                  <a:lnTo>
                    <a:pt x="212090" y="39293"/>
                  </a:lnTo>
                  <a:lnTo>
                    <a:pt x="225615" y="40513"/>
                  </a:lnTo>
                  <a:lnTo>
                    <a:pt x="237972" y="44208"/>
                  </a:lnTo>
                  <a:lnTo>
                    <a:pt x="237820" y="44208"/>
                  </a:lnTo>
                  <a:lnTo>
                    <a:pt x="244995" y="48260"/>
                  </a:lnTo>
                  <a:lnTo>
                    <a:pt x="270332" y="82702"/>
                  </a:lnTo>
                  <a:lnTo>
                    <a:pt x="274599" y="116687"/>
                  </a:lnTo>
                  <a:lnTo>
                    <a:pt x="274599" y="17018"/>
                  </a:lnTo>
                  <a:lnTo>
                    <a:pt x="256794" y="7785"/>
                  </a:lnTo>
                  <a:lnTo>
                    <a:pt x="235419" y="1943"/>
                  </a:lnTo>
                  <a:lnTo>
                    <a:pt x="211493" y="0"/>
                  </a:lnTo>
                  <a:lnTo>
                    <a:pt x="198107" y="558"/>
                  </a:lnTo>
                  <a:lnTo>
                    <a:pt x="154800" y="12750"/>
                  </a:lnTo>
                  <a:lnTo>
                    <a:pt x="121208" y="44208"/>
                  </a:lnTo>
                  <a:lnTo>
                    <a:pt x="104343" y="86969"/>
                  </a:lnTo>
                  <a:lnTo>
                    <a:pt x="101765" y="118872"/>
                  </a:lnTo>
                  <a:lnTo>
                    <a:pt x="103568" y="143865"/>
                  </a:lnTo>
                  <a:lnTo>
                    <a:pt x="103619" y="144589"/>
                  </a:lnTo>
                  <a:lnTo>
                    <a:pt x="118503" y="187248"/>
                  </a:lnTo>
                  <a:lnTo>
                    <a:pt x="147815" y="217728"/>
                  </a:lnTo>
                  <a:lnTo>
                    <a:pt x="188188" y="233222"/>
                  </a:lnTo>
                  <a:lnTo>
                    <a:pt x="212293" y="235153"/>
                  </a:lnTo>
                  <a:lnTo>
                    <a:pt x="235877" y="233222"/>
                  </a:lnTo>
                  <a:lnTo>
                    <a:pt x="257060" y="227406"/>
                  </a:lnTo>
                  <a:lnTo>
                    <a:pt x="275704" y="217728"/>
                  </a:lnTo>
                  <a:lnTo>
                    <a:pt x="292061" y="204000"/>
                  </a:lnTo>
                  <a:lnTo>
                    <a:pt x="298310" y="195859"/>
                  </a:lnTo>
                  <a:lnTo>
                    <a:pt x="305168" y="186931"/>
                  </a:lnTo>
                  <a:lnTo>
                    <a:pt x="314528" y="166890"/>
                  </a:lnTo>
                  <a:lnTo>
                    <a:pt x="320154" y="143865"/>
                  </a:lnTo>
                  <a:lnTo>
                    <a:pt x="321957" y="118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9" name="object 399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3071959" y="6036278"/>
              <a:ext cx="160933" cy="230974"/>
            </a:xfrm>
            <a:prstGeom prst="rect">
              <a:avLst/>
            </a:prstGeom>
          </p:spPr>
        </p:pic>
        <p:sp>
          <p:nvSpPr>
            <p:cNvPr id="400" name="object 400"/>
            <p:cNvSpPr/>
            <p:nvPr/>
          </p:nvSpPr>
          <p:spPr>
            <a:xfrm>
              <a:off x="3230577" y="6036278"/>
              <a:ext cx="80010" cy="294640"/>
            </a:xfrm>
            <a:custGeom>
              <a:avLst/>
              <a:gdLst/>
              <a:ahLst/>
              <a:cxnLst/>
              <a:rect l="l" t="t" r="r" b="b"/>
              <a:pathLst>
                <a:path w="80010" h="294639">
                  <a:moveTo>
                    <a:pt x="79969" y="0"/>
                  </a:moveTo>
                  <a:lnTo>
                    <a:pt x="36313" y="0"/>
                  </a:lnTo>
                  <a:lnTo>
                    <a:pt x="36313" y="40284"/>
                  </a:lnTo>
                  <a:lnTo>
                    <a:pt x="79969" y="40284"/>
                  </a:lnTo>
                  <a:lnTo>
                    <a:pt x="79969" y="0"/>
                  </a:lnTo>
                  <a:close/>
                </a:path>
                <a:path w="80010" h="294639">
                  <a:moveTo>
                    <a:pt x="7539" y="252209"/>
                  </a:moveTo>
                  <a:lnTo>
                    <a:pt x="0" y="289318"/>
                  </a:lnTo>
                  <a:lnTo>
                    <a:pt x="5688" y="290906"/>
                  </a:lnTo>
                  <a:lnTo>
                    <a:pt x="11045" y="292099"/>
                  </a:lnTo>
                  <a:lnTo>
                    <a:pt x="21099" y="293687"/>
                  </a:lnTo>
                  <a:lnTo>
                    <a:pt x="25796" y="294081"/>
                  </a:lnTo>
                  <a:lnTo>
                    <a:pt x="30162" y="294081"/>
                  </a:lnTo>
                  <a:lnTo>
                    <a:pt x="37560" y="293687"/>
                  </a:lnTo>
                  <a:lnTo>
                    <a:pt x="38420" y="293687"/>
                  </a:lnTo>
                  <a:lnTo>
                    <a:pt x="73247" y="272597"/>
                  </a:lnTo>
                  <a:lnTo>
                    <a:pt x="78317" y="253593"/>
                  </a:lnTo>
                  <a:lnTo>
                    <a:pt x="16029" y="253593"/>
                  </a:lnTo>
                  <a:lnTo>
                    <a:pt x="11442" y="252933"/>
                  </a:lnTo>
                  <a:lnTo>
                    <a:pt x="9523" y="252602"/>
                  </a:lnTo>
                  <a:lnTo>
                    <a:pt x="7539" y="252209"/>
                  </a:lnTo>
                  <a:close/>
                </a:path>
                <a:path w="80010" h="294639">
                  <a:moveTo>
                    <a:pt x="79969" y="62509"/>
                  </a:moveTo>
                  <a:lnTo>
                    <a:pt x="36313" y="62509"/>
                  </a:lnTo>
                  <a:lnTo>
                    <a:pt x="36313" y="233032"/>
                  </a:lnTo>
                  <a:lnTo>
                    <a:pt x="35850" y="241033"/>
                  </a:lnTo>
                  <a:lnTo>
                    <a:pt x="34925" y="243674"/>
                  </a:lnTo>
                  <a:lnTo>
                    <a:pt x="33999" y="246456"/>
                  </a:lnTo>
                  <a:lnTo>
                    <a:pt x="32080" y="248767"/>
                  </a:lnTo>
                  <a:lnTo>
                    <a:pt x="29169" y="250621"/>
                  </a:lnTo>
                  <a:lnTo>
                    <a:pt x="26391" y="252602"/>
                  </a:lnTo>
                  <a:lnTo>
                    <a:pt x="22819" y="253593"/>
                  </a:lnTo>
                  <a:lnTo>
                    <a:pt x="78317" y="253593"/>
                  </a:lnTo>
                  <a:lnTo>
                    <a:pt x="78927" y="248934"/>
                  </a:lnTo>
                  <a:lnTo>
                    <a:pt x="79708" y="236655"/>
                  </a:lnTo>
                  <a:lnTo>
                    <a:pt x="79969" y="222046"/>
                  </a:lnTo>
                  <a:lnTo>
                    <a:pt x="79969" y="625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1" name="object 401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3343394" y="6095206"/>
              <a:ext cx="153791" cy="172046"/>
            </a:xfrm>
            <a:prstGeom prst="rect">
              <a:avLst/>
            </a:prstGeom>
          </p:spPr>
        </p:pic>
        <p:pic>
          <p:nvPicPr>
            <p:cNvPr id="402" name="object 402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3522941" y="6040634"/>
              <a:ext cx="265290" cy="226618"/>
            </a:xfrm>
            <a:prstGeom prst="rect">
              <a:avLst/>
            </a:prstGeom>
          </p:spPr>
        </p:pic>
        <p:sp>
          <p:nvSpPr>
            <p:cNvPr id="403" name="object 403"/>
            <p:cNvSpPr/>
            <p:nvPr/>
          </p:nvSpPr>
          <p:spPr>
            <a:xfrm>
              <a:off x="3814978" y="603628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4" name="object 404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3882148" y="6095206"/>
              <a:ext cx="338709" cy="172046"/>
            </a:xfrm>
            <a:prstGeom prst="rect">
              <a:avLst/>
            </a:prstGeom>
          </p:spPr>
        </p:pic>
        <p:pic>
          <p:nvPicPr>
            <p:cNvPr id="405" name="object 405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4241063" y="6095206"/>
              <a:ext cx="153784" cy="172046"/>
            </a:xfrm>
            <a:prstGeom prst="rect">
              <a:avLst/>
            </a:prstGeom>
          </p:spPr>
        </p:pic>
      </p:grpSp>
      <p:pic>
        <p:nvPicPr>
          <p:cNvPr id="406" name="object 406"/>
          <p:cNvPicPr/>
          <p:nvPr/>
        </p:nvPicPr>
        <p:blipFill>
          <a:blip r:embed="rId259" cstate="print"/>
          <a:stretch>
            <a:fillRect/>
          </a:stretch>
        </p:blipFill>
        <p:spPr>
          <a:xfrm>
            <a:off x="2385529" y="6557244"/>
            <a:ext cx="78581" cy="78574"/>
          </a:xfrm>
          <a:prstGeom prst="rect">
            <a:avLst/>
          </a:prstGeom>
        </p:spPr>
      </p:pic>
      <p:grpSp>
        <p:nvGrpSpPr>
          <p:cNvPr id="407" name="object 407"/>
          <p:cNvGrpSpPr/>
          <p:nvPr/>
        </p:nvGrpSpPr>
        <p:grpSpPr>
          <a:xfrm>
            <a:off x="2638537" y="6480651"/>
            <a:ext cx="1205230" cy="294640"/>
            <a:chOff x="2638537" y="6480651"/>
            <a:chExt cx="1205230" cy="294640"/>
          </a:xfrm>
        </p:grpSpPr>
        <p:pic>
          <p:nvPicPr>
            <p:cNvPr id="408" name="object 408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2638537" y="6480651"/>
              <a:ext cx="228004" cy="227202"/>
            </a:xfrm>
            <a:prstGeom prst="rect">
              <a:avLst/>
            </a:prstGeom>
          </p:spPr>
        </p:pic>
        <p:pic>
          <p:nvPicPr>
            <p:cNvPr id="409" name="object 409"/>
            <p:cNvPicPr/>
            <p:nvPr/>
          </p:nvPicPr>
          <p:blipFill>
            <a:blip r:embed="rId261" cstate="print"/>
            <a:stretch>
              <a:fillRect/>
            </a:stretch>
          </p:blipFill>
          <p:spPr>
            <a:xfrm>
              <a:off x="2890248" y="6539579"/>
              <a:ext cx="150218" cy="168275"/>
            </a:xfrm>
            <a:prstGeom prst="rect">
              <a:avLst/>
            </a:prstGeom>
          </p:spPr>
        </p:pic>
        <p:pic>
          <p:nvPicPr>
            <p:cNvPr id="410" name="object 410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3073074" y="6539579"/>
              <a:ext cx="154583" cy="172046"/>
            </a:xfrm>
            <a:prstGeom prst="rect">
              <a:avLst/>
            </a:prstGeom>
          </p:spPr>
        </p:pic>
        <p:sp>
          <p:nvSpPr>
            <p:cNvPr id="411" name="object 411"/>
            <p:cNvSpPr/>
            <p:nvPr/>
          </p:nvSpPr>
          <p:spPr>
            <a:xfrm>
              <a:off x="3261161" y="6480651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8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8" y="227202"/>
                  </a:lnTo>
                  <a:lnTo>
                    <a:pt x="4345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2" name="object 412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3328735" y="6539579"/>
              <a:ext cx="335721" cy="235153"/>
            </a:xfrm>
            <a:prstGeom prst="rect">
              <a:avLst/>
            </a:prstGeom>
          </p:spPr>
        </p:pic>
        <p:pic>
          <p:nvPicPr>
            <p:cNvPr id="413" name="object 413"/>
            <p:cNvPicPr/>
            <p:nvPr/>
          </p:nvPicPr>
          <p:blipFill>
            <a:blip r:embed="rId264" cstate="print"/>
            <a:stretch>
              <a:fillRect/>
            </a:stretch>
          </p:blipFill>
          <p:spPr>
            <a:xfrm>
              <a:off x="3689832" y="6539579"/>
              <a:ext cx="153784" cy="172046"/>
            </a:xfrm>
            <a:prstGeom prst="rect">
              <a:avLst/>
            </a:prstGeom>
          </p:spPr>
        </p:pic>
      </p:grpSp>
      <p:grpSp>
        <p:nvGrpSpPr>
          <p:cNvPr id="414" name="object 414"/>
          <p:cNvGrpSpPr/>
          <p:nvPr/>
        </p:nvGrpSpPr>
        <p:grpSpPr>
          <a:xfrm>
            <a:off x="3952036" y="6480651"/>
            <a:ext cx="1135380" cy="231140"/>
            <a:chOff x="3952036" y="6480651"/>
            <a:chExt cx="1135380" cy="231140"/>
          </a:xfrm>
        </p:grpSpPr>
        <p:pic>
          <p:nvPicPr>
            <p:cNvPr id="415" name="object 415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3952036" y="6539579"/>
              <a:ext cx="153784" cy="172046"/>
            </a:xfrm>
            <a:prstGeom prst="rect">
              <a:avLst/>
            </a:prstGeom>
          </p:spPr>
        </p:pic>
        <p:pic>
          <p:nvPicPr>
            <p:cNvPr id="416" name="object 416"/>
            <p:cNvPicPr/>
            <p:nvPr/>
          </p:nvPicPr>
          <p:blipFill>
            <a:blip r:embed="rId266" cstate="print"/>
            <a:stretch>
              <a:fillRect/>
            </a:stretch>
          </p:blipFill>
          <p:spPr>
            <a:xfrm>
              <a:off x="4125836" y="6485007"/>
              <a:ext cx="97027" cy="226618"/>
            </a:xfrm>
            <a:prstGeom prst="rect">
              <a:avLst/>
            </a:prstGeom>
          </p:spPr>
        </p:pic>
        <p:pic>
          <p:nvPicPr>
            <p:cNvPr id="417" name="object 417"/>
            <p:cNvPicPr/>
            <p:nvPr/>
          </p:nvPicPr>
          <p:blipFill>
            <a:blip r:embed="rId267" cstate="print"/>
            <a:stretch>
              <a:fillRect/>
            </a:stretch>
          </p:blipFill>
          <p:spPr>
            <a:xfrm>
              <a:off x="4248632" y="6543160"/>
              <a:ext cx="149809" cy="168465"/>
            </a:xfrm>
            <a:prstGeom prst="rect">
              <a:avLst/>
            </a:prstGeom>
          </p:spPr>
        </p:pic>
        <p:pic>
          <p:nvPicPr>
            <p:cNvPr id="418" name="object 418"/>
            <p:cNvPicPr/>
            <p:nvPr/>
          </p:nvPicPr>
          <p:blipFill>
            <a:blip r:embed="rId268" cstate="print"/>
            <a:stretch>
              <a:fillRect/>
            </a:stretch>
          </p:blipFill>
          <p:spPr>
            <a:xfrm>
              <a:off x="4433914" y="6480651"/>
              <a:ext cx="160653" cy="230974"/>
            </a:xfrm>
            <a:prstGeom prst="rect">
              <a:avLst/>
            </a:prstGeom>
          </p:spPr>
        </p:pic>
        <p:pic>
          <p:nvPicPr>
            <p:cNvPr id="419" name="object 419"/>
            <p:cNvPicPr/>
            <p:nvPr/>
          </p:nvPicPr>
          <p:blipFill>
            <a:blip r:embed="rId269" cstate="print"/>
            <a:stretch>
              <a:fillRect/>
            </a:stretch>
          </p:blipFill>
          <p:spPr>
            <a:xfrm>
              <a:off x="4624793" y="6539579"/>
              <a:ext cx="153797" cy="172046"/>
            </a:xfrm>
            <a:prstGeom prst="rect">
              <a:avLst/>
            </a:prstGeom>
          </p:spPr>
        </p:pic>
        <p:pic>
          <p:nvPicPr>
            <p:cNvPr id="420" name="object 420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4813680" y="6539579"/>
              <a:ext cx="150215" cy="168275"/>
            </a:xfrm>
            <a:prstGeom prst="rect">
              <a:avLst/>
            </a:prstGeom>
          </p:spPr>
        </p:pic>
        <p:pic>
          <p:nvPicPr>
            <p:cNvPr id="421" name="object 421"/>
            <p:cNvPicPr/>
            <p:nvPr/>
          </p:nvPicPr>
          <p:blipFill>
            <a:blip r:embed="rId271" cstate="print"/>
            <a:stretch>
              <a:fillRect/>
            </a:stretch>
          </p:blipFill>
          <p:spPr>
            <a:xfrm>
              <a:off x="4989956" y="6485007"/>
              <a:ext cx="97040" cy="226618"/>
            </a:xfrm>
            <a:prstGeom prst="rect">
              <a:avLst/>
            </a:prstGeom>
          </p:spPr>
        </p:pic>
      </p:grpSp>
      <p:grpSp>
        <p:nvGrpSpPr>
          <p:cNvPr id="422" name="object 422"/>
          <p:cNvGrpSpPr/>
          <p:nvPr/>
        </p:nvGrpSpPr>
        <p:grpSpPr>
          <a:xfrm>
            <a:off x="5201958" y="6480651"/>
            <a:ext cx="1579245" cy="231140"/>
            <a:chOff x="5201958" y="6480651"/>
            <a:chExt cx="1579245" cy="231140"/>
          </a:xfrm>
        </p:grpSpPr>
        <p:sp>
          <p:nvSpPr>
            <p:cNvPr id="423" name="object 423"/>
            <p:cNvSpPr/>
            <p:nvPr/>
          </p:nvSpPr>
          <p:spPr>
            <a:xfrm>
              <a:off x="5201958" y="64806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4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4" name="object 424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5289765" y="6539579"/>
              <a:ext cx="150215" cy="168275"/>
            </a:xfrm>
            <a:prstGeom prst="rect">
              <a:avLst/>
            </a:prstGeom>
          </p:spPr>
        </p:pic>
        <p:pic>
          <p:nvPicPr>
            <p:cNvPr id="425" name="object 425"/>
            <p:cNvPicPr/>
            <p:nvPr/>
          </p:nvPicPr>
          <p:blipFill>
            <a:blip r:embed="rId272" cstate="print"/>
            <a:stretch>
              <a:fillRect/>
            </a:stretch>
          </p:blipFill>
          <p:spPr>
            <a:xfrm>
              <a:off x="5466041" y="6485007"/>
              <a:ext cx="264883" cy="226618"/>
            </a:xfrm>
            <a:prstGeom prst="rect">
              <a:avLst/>
            </a:prstGeom>
          </p:spPr>
        </p:pic>
        <p:pic>
          <p:nvPicPr>
            <p:cNvPr id="426" name="object 426"/>
            <p:cNvPicPr/>
            <p:nvPr/>
          </p:nvPicPr>
          <p:blipFill>
            <a:blip r:embed="rId273" cstate="print"/>
            <a:stretch>
              <a:fillRect/>
            </a:stretch>
          </p:blipFill>
          <p:spPr>
            <a:xfrm>
              <a:off x="5764428" y="6539579"/>
              <a:ext cx="268605" cy="172046"/>
            </a:xfrm>
            <a:prstGeom prst="rect">
              <a:avLst/>
            </a:prstGeom>
          </p:spPr>
        </p:pic>
        <p:pic>
          <p:nvPicPr>
            <p:cNvPr id="427" name="object 427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6056820" y="6485007"/>
              <a:ext cx="265277" cy="226618"/>
            </a:xfrm>
            <a:prstGeom prst="rect">
              <a:avLst/>
            </a:prstGeom>
          </p:spPr>
        </p:pic>
        <p:sp>
          <p:nvSpPr>
            <p:cNvPr id="428" name="object 428"/>
            <p:cNvSpPr/>
            <p:nvPr/>
          </p:nvSpPr>
          <p:spPr>
            <a:xfrm>
              <a:off x="6348844" y="64806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9" name="object 429"/>
            <p:cNvPicPr/>
            <p:nvPr/>
          </p:nvPicPr>
          <p:blipFill>
            <a:blip r:embed="rId275" cstate="print"/>
            <a:stretch>
              <a:fillRect/>
            </a:stretch>
          </p:blipFill>
          <p:spPr>
            <a:xfrm>
              <a:off x="6426936" y="6539579"/>
              <a:ext cx="169862" cy="172046"/>
            </a:xfrm>
            <a:prstGeom prst="rect">
              <a:avLst/>
            </a:prstGeom>
          </p:spPr>
        </p:pic>
        <p:pic>
          <p:nvPicPr>
            <p:cNvPr id="430" name="object 430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6630606" y="6539579"/>
              <a:ext cx="150215" cy="168275"/>
            </a:xfrm>
            <a:prstGeom prst="rect">
              <a:avLst/>
            </a:prstGeom>
          </p:spPr>
        </p:pic>
      </p:grpSp>
      <p:grpSp>
        <p:nvGrpSpPr>
          <p:cNvPr id="431" name="object 431"/>
          <p:cNvGrpSpPr/>
          <p:nvPr/>
        </p:nvGrpSpPr>
        <p:grpSpPr>
          <a:xfrm>
            <a:off x="6903505" y="6480651"/>
            <a:ext cx="629285" cy="231140"/>
            <a:chOff x="6903505" y="6480651"/>
            <a:chExt cx="629285" cy="231140"/>
          </a:xfrm>
        </p:grpSpPr>
        <p:pic>
          <p:nvPicPr>
            <p:cNvPr id="432" name="object 432"/>
            <p:cNvPicPr/>
            <p:nvPr/>
          </p:nvPicPr>
          <p:blipFill>
            <a:blip r:embed="rId277" cstate="print"/>
            <a:stretch>
              <a:fillRect/>
            </a:stretch>
          </p:blipFill>
          <p:spPr>
            <a:xfrm>
              <a:off x="6903505" y="6480651"/>
              <a:ext cx="160653" cy="230974"/>
            </a:xfrm>
            <a:prstGeom prst="rect">
              <a:avLst/>
            </a:prstGeom>
          </p:spPr>
        </p:pic>
        <p:pic>
          <p:nvPicPr>
            <p:cNvPr id="433" name="object 433"/>
            <p:cNvPicPr/>
            <p:nvPr/>
          </p:nvPicPr>
          <p:blipFill>
            <a:blip r:embed="rId278" cstate="print"/>
            <a:stretch>
              <a:fillRect/>
            </a:stretch>
          </p:blipFill>
          <p:spPr>
            <a:xfrm>
              <a:off x="7095578" y="6485007"/>
              <a:ext cx="436892" cy="226618"/>
            </a:xfrm>
            <a:prstGeom prst="rect">
              <a:avLst/>
            </a:prstGeom>
          </p:spPr>
        </p:pic>
      </p:grpSp>
      <p:grpSp>
        <p:nvGrpSpPr>
          <p:cNvPr id="434" name="object 434"/>
          <p:cNvGrpSpPr/>
          <p:nvPr/>
        </p:nvGrpSpPr>
        <p:grpSpPr>
          <a:xfrm>
            <a:off x="7644460" y="6480651"/>
            <a:ext cx="424180" cy="231140"/>
            <a:chOff x="7644460" y="6480651"/>
            <a:chExt cx="424180" cy="231140"/>
          </a:xfrm>
        </p:grpSpPr>
        <p:pic>
          <p:nvPicPr>
            <p:cNvPr id="435" name="object 435"/>
            <p:cNvPicPr/>
            <p:nvPr/>
          </p:nvPicPr>
          <p:blipFill>
            <a:blip r:embed="rId279" cstate="print"/>
            <a:stretch>
              <a:fillRect/>
            </a:stretch>
          </p:blipFill>
          <p:spPr>
            <a:xfrm>
              <a:off x="7644460" y="6539579"/>
              <a:ext cx="155371" cy="172046"/>
            </a:xfrm>
            <a:prstGeom prst="rect">
              <a:avLst/>
            </a:prstGeom>
          </p:spPr>
        </p:pic>
        <p:pic>
          <p:nvPicPr>
            <p:cNvPr id="436" name="object 436"/>
            <p:cNvPicPr/>
            <p:nvPr/>
          </p:nvPicPr>
          <p:blipFill>
            <a:blip r:embed="rId280" cstate="print"/>
            <a:stretch>
              <a:fillRect/>
            </a:stretch>
          </p:blipFill>
          <p:spPr>
            <a:xfrm>
              <a:off x="7820634" y="6539579"/>
              <a:ext cx="169862" cy="172046"/>
            </a:xfrm>
            <a:prstGeom prst="rect">
              <a:avLst/>
            </a:prstGeom>
          </p:spPr>
        </p:pic>
        <p:sp>
          <p:nvSpPr>
            <p:cNvPr id="437" name="object 437"/>
            <p:cNvSpPr/>
            <p:nvPr/>
          </p:nvSpPr>
          <p:spPr>
            <a:xfrm>
              <a:off x="8024698" y="6480651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8" name="object 438"/>
          <p:cNvGrpSpPr/>
          <p:nvPr/>
        </p:nvGrpSpPr>
        <p:grpSpPr>
          <a:xfrm>
            <a:off x="8112912" y="6480651"/>
            <a:ext cx="875030" cy="231140"/>
            <a:chOff x="8112912" y="6480651"/>
            <a:chExt cx="875030" cy="231140"/>
          </a:xfrm>
        </p:grpSpPr>
        <p:sp>
          <p:nvSpPr>
            <p:cNvPr id="439" name="object 439"/>
            <p:cNvSpPr/>
            <p:nvPr/>
          </p:nvSpPr>
          <p:spPr>
            <a:xfrm>
              <a:off x="8112912" y="6480651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0" name="object 440"/>
            <p:cNvPicPr/>
            <p:nvPr/>
          </p:nvPicPr>
          <p:blipFill>
            <a:blip r:embed="rId281" cstate="print"/>
            <a:stretch>
              <a:fillRect/>
            </a:stretch>
          </p:blipFill>
          <p:spPr>
            <a:xfrm>
              <a:off x="8188426" y="6539579"/>
              <a:ext cx="153784" cy="172046"/>
            </a:xfrm>
            <a:prstGeom prst="rect">
              <a:avLst/>
            </a:prstGeom>
          </p:spPr>
        </p:pic>
        <p:pic>
          <p:nvPicPr>
            <p:cNvPr id="441" name="object 441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8367979" y="6485007"/>
              <a:ext cx="433108" cy="226618"/>
            </a:xfrm>
            <a:prstGeom prst="rect">
              <a:avLst/>
            </a:prstGeom>
          </p:spPr>
        </p:pic>
        <p:pic>
          <p:nvPicPr>
            <p:cNvPr id="442" name="object 442"/>
            <p:cNvPicPr/>
            <p:nvPr/>
          </p:nvPicPr>
          <p:blipFill>
            <a:blip r:embed="rId283" cstate="print"/>
            <a:stretch>
              <a:fillRect/>
            </a:stretch>
          </p:blipFill>
          <p:spPr>
            <a:xfrm>
              <a:off x="8826933" y="6480651"/>
              <a:ext cx="160653" cy="230974"/>
            </a:xfrm>
            <a:prstGeom prst="rect">
              <a:avLst/>
            </a:prstGeom>
          </p:spPr>
        </p:pic>
      </p:grpSp>
      <p:grpSp>
        <p:nvGrpSpPr>
          <p:cNvPr id="443" name="object 443"/>
          <p:cNvGrpSpPr/>
          <p:nvPr/>
        </p:nvGrpSpPr>
        <p:grpSpPr>
          <a:xfrm>
            <a:off x="9099677" y="6476675"/>
            <a:ext cx="681355" cy="234950"/>
            <a:chOff x="9099677" y="6476675"/>
            <a:chExt cx="681355" cy="234950"/>
          </a:xfrm>
        </p:grpSpPr>
        <p:pic>
          <p:nvPicPr>
            <p:cNvPr id="444" name="object 444"/>
            <p:cNvPicPr/>
            <p:nvPr/>
          </p:nvPicPr>
          <p:blipFill>
            <a:blip r:embed="rId284" cstate="print"/>
            <a:stretch>
              <a:fillRect/>
            </a:stretch>
          </p:blipFill>
          <p:spPr>
            <a:xfrm>
              <a:off x="9099677" y="6476675"/>
              <a:ext cx="408076" cy="234950"/>
            </a:xfrm>
            <a:prstGeom prst="rect">
              <a:avLst/>
            </a:prstGeom>
          </p:spPr>
        </p:pic>
        <p:pic>
          <p:nvPicPr>
            <p:cNvPr id="445" name="object 445"/>
            <p:cNvPicPr/>
            <p:nvPr/>
          </p:nvPicPr>
          <p:blipFill>
            <a:blip r:embed="rId285" cstate="print"/>
            <a:stretch>
              <a:fillRect/>
            </a:stretch>
          </p:blipFill>
          <p:spPr>
            <a:xfrm>
              <a:off x="9538576" y="6539579"/>
              <a:ext cx="242290" cy="168275"/>
            </a:xfrm>
            <a:prstGeom prst="rect">
              <a:avLst/>
            </a:prstGeom>
          </p:spPr>
        </p:pic>
      </p:grpSp>
      <p:grpSp>
        <p:nvGrpSpPr>
          <p:cNvPr id="446" name="object 446"/>
          <p:cNvGrpSpPr/>
          <p:nvPr/>
        </p:nvGrpSpPr>
        <p:grpSpPr>
          <a:xfrm>
            <a:off x="9909099" y="6480651"/>
            <a:ext cx="1906905" cy="231140"/>
            <a:chOff x="9909099" y="6480651"/>
            <a:chExt cx="1906905" cy="231140"/>
          </a:xfrm>
        </p:grpSpPr>
        <p:pic>
          <p:nvPicPr>
            <p:cNvPr id="447" name="object 447"/>
            <p:cNvPicPr/>
            <p:nvPr/>
          </p:nvPicPr>
          <p:blipFill>
            <a:blip r:embed="rId286" cstate="print"/>
            <a:stretch>
              <a:fillRect/>
            </a:stretch>
          </p:blipFill>
          <p:spPr>
            <a:xfrm>
              <a:off x="9909099" y="6480651"/>
              <a:ext cx="1476362" cy="230974"/>
            </a:xfrm>
            <a:prstGeom prst="rect">
              <a:avLst/>
            </a:prstGeom>
          </p:spPr>
        </p:pic>
        <p:sp>
          <p:nvSpPr>
            <p:cNvPr id="448" name="object 448"/>
            <p:cNvSpPr/>
            <p:nvPr/>
          </p:nvSpPr>
          <p:spPr>
            <a:xfrm>
              <a:off x="11412208" y="64806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9" name="object 449"/>
            <p:cNvPicPr/>
            <p:nvPr/>
          </p:nvPicPr>
          <p:blipFill>
            <a:blip r:embed="rId287" cstate="print"/>
            <a:stretch>
              <a:fillRect/>
            </a:stretch>
          </p:blipFill>
          <p:spPr>
            <a:xfrm>
              <a:off x="11490693" y="6539579"/>
              <a:ext cx="324815" cy="172046"/>
            </a:xfrm>
            <a:prstGeom prst="rect">
              <a:avLst/>
            </a:prstGeom>
          </p:spPr>
        </p:pic>
      </p:grpSp>
      <p:grpSp>
        <p:nvGrpSpPr>
          <p:cNvPr id="450" name="object 450"/>
          <p:cNvGrpSpPr/>
          <p:nvPr/>
        </p:nvGrpSpPr>
        <p:grpSpPr>
          <a:xfrm>
            <a:off x="11941784" y="6480651"/>
            <a:ext cx="1191895" cy="294640"/>
            <a:chOff x="11941784" y="6480651"/>
            <a:chExt cx="1191895" cy="294640"/>
          </a:xfrm>
        </p:grpSpPr>
        <p:sp>
          <p:nvSpPr>
            <p:cNvPr id="451" name="object 451"/>
            <p:cNvSpPr/>
            <p:nvPr/>
          </p:nvSpPr>
          <p:spPr>
            <a:xfrm>
              <a:off x="11941784" y="6480651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2" name="object 452"/>
            <p:cNvPicPr/>
            <p:nvPr/>
          </p:nvPicPr>
          <p:blipFill>
            <a:blip r:embed="rId288" cstate="print"/>
            <a:stretch>
              <a:fillRect/>
            </a:stretch>
          </p:blipFill>
          <p:spPr>
            <a:xfrm>
              <a:off x="12017298" y="6539579"/>
              <a:ext cx="153784" cy="172046"/>
            </a:xfrm>
            <a:prstGeom prst="rect">
              <a:avLst/>
            </a:prstGeom>
          </p:spPr>
        </p:pic>
        <p:pic>
          <p:nvPicPr>
            <p:cNvPr id="453" name="object 453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12195060" y="6539579"/>
              <a:ext cx="154584" cy="172046"/>
            </a:xfrm>
            <a:prstGeom prst="rect">
              <a:avLst/>
            </a:prstGeom>
          </p:spPr>
        </p:pic>
        <p:pic>
          <p:nvPicPr>
            <p:cNvPr id="454" name="object 454"/>
            <p:cNvPicPr/>
            <p:nvPr/>
          </p:nvPicPr>
          <p:blipFill>
            <a:blip r:embed="rId289" cstate="print"/>
            <a:stretch>
              <a:fillRect/>
            </a:stretch>
          </p:blipFill>
          <p:spPr>
            <a:xfrm>
              <a:off x="12381166" y="6539579"/>
              <a:ext cx="275361" cy="168275"/>
            </a:xfrm>
            <a:prstGeom prst="rect">
              <a:avLst/>
            </a:prstGeom>
          </p:spPr>
        </p:pic>
        <p:sp>
          <p:nvSpPr>
            <p:cNvPr id="455" name="object 455"/>
            <p:cNvSpPr/>
            <p:nvPr/>
          </p:nvSpPr>
          <p:spPr>
            <a:xfrm>
              <a:off x="12700647" y="64806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6" name="object 456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12788467" y="6539579"/>
              <a:ext cx="150215" cy="168275"/>
            </a:xfrm>
            <a:prstGeom prst="rect">
              <a:avLst/>
            </a:prstGeom>
          </p:spPr>
        </p:pic>
        <p:pic>
          <p:nvPicPr>
            <p:cNvPr id="457" name="object 457"/>
            <p:cNvPicPr/>
            <p:nvPr/>
          </p:nvPicPr>
          <p:blipFill>
            <a:blip r:embed="rId290" cstate="print"/>
            <a:stretch>
              <a:fillRect/>
            </a:stretch>
          </p:blipFill>
          <p:spPr>
            <a:xfrm>
              <a:off x="12973075" y="6539579"/>
              <a:ext cx="160540" cy="235153"/>
            </a:xfrm>
            <a:prstGeom prst="rect">
              <a:avLst/>
            </a:prstGeom>
          </p:spPr>
        </p:pic>
      </p:grpSp>
      <p:grpSp>
        <p:nvGrpSpPr>
          <p:cNvPr id="458" name="object 458"/>
          <p:cNvGrpSpPr/>
          <p:nvPr/>
        </p:nvGrpSpPr>
        <p:grpSpPr>
          <a:xfrm>
            <a:off x="13249668" y="6480651"/>
            <a:ext cx="1417955" cy="231140"/>
            <a:chOff x="13249668" y="6480651"/>
            <a:chExt cx="1417955" cy="231140"/>
          </a:xfrm>
        </p:grpSpPr>
        <p:pic>
          <p:nvPicPr>
            <p:cNvPr id="459" name="object 459"/>
            <p:cNvPicPr/>
            <p:nvPr/>
          </p:nvPicPr>
          <p:blipFill>
            <a:blip r:embed="rId291" cstate="print"/>
            <a:stretch>
              <a:fillRect/>
            </a:stretch>
          </p:blipFill>
          <p:spPr>
            <a:xfrm>
              <a:off x="13249668" y="6539579"/>
              <a:ext cx="153796" cy="172046"/>
            </a:xfrm>
            <a:prstGeom prst="rect">
              <a:avLst/>
            </a:prstGeom>
          </p:spPr>
        </p:pic>
        <p:pic>
          <p:nvPicPr>
            <p:cNvPr id="460" name="object 460"/>
            <p:cNvPicPr/>
            <p:nvPr/>
          </p:nvPicPr>
          <p:blipFill>
            <a:blip r:embed="rId292" cstate="print"/>
            <a:stretch>
              <a:fillRect/>
            </a:stretch>
          </p:blipFill>
          <p:spPr>
            <a:xfrm>
              <a:off x="13428827" y="6539579"/>
              <a:ext cx="153784" cy="172046"/>
            </a:xfrm>
            <a:prstGeom prst="rect">
              <a:avLst/>
            </a:prstGeom>
          </p:spPr>
        </p:pic>
        <p:pic>
          <p:nvPicPr>
            <p:cNvPr id="461" name="object 461"/>
            <p:cNvPicPr/>
            <p:nvPr/>
          </p:nvPicPr>
          <p:blipFill>
            <a:blip r:embed="rId293" cstate="print"/>
            <a:stretch>
              <a:fillRect/>
            </a:stretch>
          </p:blipFill>
          <p:spPr>
            <a:xfrm>
              <a:off x="13602817" y="6539579"/>
              <a:ext cx="153796" cy="172046"/>
            </a:xfrm>
            <a:prstGeom prst="rect">
              <a:avLst/>
            </a:prstGeom>
          </p:spPr>
        </p:pic>
        <p:pic>
          <p:nvPicPr>
            <p:cNvPr id="462" name="object 462"/>
            <p:cNvPicPr/>
            <p:nvPr/>
          </p:nvPicPr>
          <p:blipFill>
            <a:blip r:embed="rId294" cstate="print"/>
            <a:stretch>
              <a:fillRect/>
            </a:stretch>
          </p:blipFill>
          <p:spPr>
            <a:xfrm>
              <a:off x="13779398" y="6539579"/>
              <a:ext cx="153784" cy="172046"/>
            </a:xfrm>
            <a:prstGeom prst="rect">
              <a:avLst/>
            </a:prstGeom>
          </p:spPr>
        </p:pic>
        <p:sp>
          <p:nvSpPr>
            <p:cNvPr id="463" name="object 463"/>
            <p:cNvSpPr/>
            <p:nvPr/>
          </p:nvSpPr>
          <p:spPr>
            <a:xfrm>
              <a:off x="13971258" y="64806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4" name="object 464"/>
            <p:cNvPicPr/>
            <p:nvPr/>
          </p:nvPicPr>
          <p:blipFill>
            <a:blip r:embed="rId295" cstate="print"/>
            <a:stretch>
              <a:fillRect/>
            </a:stretch>
          </p:blipFill>
          <p:spPr>
            <a:xfrm>
              <a:off x="14049349" y="6539579"/>
              <a:ext cx="169862" cy="172046"/>
            </a:xfrm>
            <a:prstGeom prst="rect">
              <a:avLst/>
            </a:prstGeom>
          </p:spPr>
        </p:pic>
        <p:pic>
          <p:nvPicPr>
            <p:cNvPr id="465" name="object 465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14253006" y="6539579"/>
              <a:ext cx="150215" cy="168275"/>
            </a:xfrm>
            <a:prstGeom prst="rect">
              <a:avLst/>
            </a:prstGeom>
          </p:spPr>
        </p:pic>
        <p:pic>
          <p:nvPicPr>
            <p:cNvPr id="466" name="object 46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432064" y="6539579"/>
              <a:ext cx="153796" cy="172046"/>
            </a:xfrm>
            <a:prstGeom prst="rect">
              <a:avLst/>
            </a:prstGeom>
          </p:spPr>
        </p:pic>
        <p:sp>
          <p:nvSpPr>
            <p:cNvPr id="467" name="object 467"/>
            <p:cNvSpPr/>
            <p:nvPr/>
          </p:nvSpPr>
          <p:spPr>
            <a:xfrm>
              <a:off x="14623923" y="6664204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5">
                  <a:moveTo>
                    <a:pt x="43459" y="0"/>
                  </a:moveTo>
                  <a:lnTo>
                    <a:pt x="0" y="0"/>
                  </a:lnTo>
                  <a:lnTo>
                    <a:pt x="0" y="43649"/>
                  </a:lnTo>
                  <a:lnTo>
                    <a:pt x="43459" y="43649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pic>
        <p:nvPicPr>
          <p:cNvPr id="468" name="object 468"/>
          <p:cNvPicPr/>
          <p:nvPr/>
        </p:nvPicPr>
        <p:blipFill>
          <a:blip r:embed="rId296" cstate="print"/>
          <a:stretch>
            <a:fillRect/>
          </a:stretch>
        </p:blipFill>
        <p:spPr>
          <a:xfrm>
            <a:off x="2385529" y="7001617"/>
            <a:ext cx="78581" cy="78574"/>
          </a:xfrm>
          <a:prstGeom prst="rect">
            <a:avLst/>
          </a:prstGeom>
        </p:spPr>
      </p:pic>
      <p:grpSp>
        <p:nvGrpSpPr>
          <p:cNvPr id="469" name="object 469"/>
          <p:cNvGrpSpPr/>
          <p:nvPr/>
        </p:nvGrpSpPr>
        <p:grpSpPr>
          <a:xfrm>
            <a:off x="2653619" y="6921048"/>
            <a:ext cx="1083310" cy="235585"/>
            <a:chOff x="2653619" y="6921048"/>
            <a:chExt cx="1083310" cy="235585"/>
          </a:xfrm>
        </p:grpSpPr>
        <p:pic>
          <p:nvPicPr>
            <p:cNvPr id="470" name="object 470"/>
            <p:cNvPicPr/>
            <p:nvPr/>
          </p:nvPicPr>
          <p:blipFill>
            <a:blip r:embed="rId297" cstate="print"/>
            <a:stretch>
              <a:fillRect/>
            </a:stretch>
          </p:blipFill>
          <p:spPr>
            <a:xfrm>
              <a:off x="2653619" y="6921048"/>
              <a:ext cx="197841" cy="235153"/>
            </a:xfrm>
            <a:prstGeom prst="rect">
              <a:avLst/>
            </a:prstGeom>
          </p:spPr>
        </p:pic>
        <p:sp>
          <p:nvSpPr>
            <p:cNvPr id="471" name="object 471"/>
            <p:cNvSpPr/>
            <p:nvPr/>
          </p:nvSpPr>
          <p:spPr>
            <a:xfrm>
              <a:off x="2890645" y="692502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6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6" y="227202"/>
                  </a:lnTo>
                  <a:lnTo>
                    <a:pt x="4345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2" name="object 472"/>
            <p:cNvPicPr/>
            <p:nvPr/>
          </p:nvPicPr>
          <p:blipFill>
            <a:blip r:embed="rId298" cstate="print"/>
            <a:stretch>
              <a:fillRect/>
            </a:stretch>
          </p:blipFill>
          <p:spPr>
            <a:xfrm>
              <a:off x="2977864" y="6987533"/>
              <a:ext cx="149820" cy="168465"/>
            </a:xfrm>
            <a:prstGeom prst="rect">
              <a:avLst/>
            </a:prstGeom>
          </p:spPr>
        </p:pic>
        <p:pic>
          <p:nvPicPr>
            <p:cNvPr id="473" name="object 473"/>
            <p:cNvPicPr/>
            <p:nvPr/>
          </p:nvPicPr>
          <p:blipFill>
            <a:blip r:embed="rId299" cstate="print"/>
            <a:stretch>
              <a:fillRect/>
            </a:stretch>
          </p:blipFill>
          <p:spPr>
            <a:xfrm>
              <a:off x="3157517" y="6983951"/>
              <a:ext cx="153788" cy="172046"/>
            </a:xfrm>
            <a:prstGeom prst="rect">
              <a:avLst/>
            </a:prstGeom>
          </p:spPr>
        </p:pic>
        <p:pic>
          <p:nvPicPr>
            <p:cNvPr id="474" name="object 474"/>
            <p:cNvPicPr/>
            <p:nvPr/>
          </p:nvPicPr>
          <p:blipFill>
            <a:blip r:embed="rId300" cstate="print"/>
            <a:stretch>
              <a:fillRect/>
            </a:stretch>
          </p:blipFill>
          <p:spPr>
            <a:xfrm>
              <a:off x="3331315" y="6929380"/>
              <a:ext cx="264880" cy="226618"/>
            </a:xfrm>
            <a:prstGeom prst="rect">
              <a:avLst/>
            </a:prstGeom>
          </p:spPr>
        </p:pic>
        <p:pic>
          <p:nvPicPr>
            <p:cNvPr id="475" name="object 475"/>
            <p:cNvPicPr/>
            <p:nvPr/>
          </p:nvPicPr>
          <p:blipFill>
            <a:blip r:embed="rId301" cstate="print"/>
            <a:stretch>
              <a:fillRect/>
            </a:stretch>
          </p:blipFill>
          <p:spPr>
            <a:xfrm>
              <a:off x="3629698" y="6983951"/>
              <a:ext cx="106756" cy="168274"/>
            </a:xfrm>
            <a:prstGeom prst="rect">
              <a:avLst/>
            </a:prstGeom>
          </p:spPr>
        </p:pic>
      </p:grpSp>
      <p:grpSp>
        <p:nvGrpSpPr>
          <p:cNvPr id="476" name="object 476"/>
          <p:cNvGrpSpPr/>
          <p:nvPr/>
        </p:nvGrpSpPr>
        <p:grpSpPr>
          <a:xfrm>
            <a:off x="3828160" y="6925024"/>
            <a:ext cx="1300480" cy="231140"/>
            <a:chOff x="3828160" y="6925024"/>
            <a:chExt cx="1300480" cy="231140"/>
          </a:xfrm>
        </p:grpSpPr>
        <p:pic>
          <p:nvPicPr>
            <p:cNvPr id="477" name="object 477"/>
            <p:cNvPicPr/>
            <p:nvPr/>
          </p:nvPicPr>
          <p:blipFill>
            <a:blip r:embed="rId302" cstate="print"/>
            <a:stretch>
              <a:fillRect/>
            </a:stretch>
          </p:blipFill>
          <p:spPr>
            <a:xfrm>
              <a:off x="3828160" y="6983952"/>
              <a:ext cx="153797" cy="172046"/>
            </a:xfrm>
            <a:prstGeom prst="rect">
              <a:avLst/>
            </a:prstGeom>
          </p:spPr>
        </p:pic>
        <p:pic>
          <p:nvPicPr>
            <p:cNvPr id="478" name="object 478"/>
            <p:cNvPicPr/>
            <p:nvPr/>
          </p:nvPicPr>
          <p:blipFill>
            <a:blip r:embed="rId303" cstate="print"/>
            <a:stretch>
              <a:fillRect/>
            </a:stretch>
          </p:blipFill>
          <p:spPr>
            <a:xfrm>
              <a:off x="4001960" y="6929380"/>
              <a:ext cx="97040" cy="226618"/>
            </a:xfrm>
            <a:prstGeom prst="rect">
              <a:avLst/>
            </a:prstGeom>
          </p:spPr>
        </p:pic>
        <p:pic>
          <p:nvPicPr>
            <p:cNvPr id="479" name="object 479"/>
            <p:cNvPicPr/>
            <p:nvPr/>
          </p:nvPicPr>
          <p:blipFill>
            <a:blip r:embed="rId304" cstate="print"/>
            <a:stretch>
              <a:fillRect/>
            </a:stretch>
          </p:blipFill>
          <p:spPr>
            <a:xfrm>
              <a:off x="4124756" y="6987533"/>
              <a:ext cx="149821" cy="168465"/>
            </a:xfrm>
            <a:prstGeom prst="rect">
              <a:avLst/>
            </a:prstGeom>
          </p:spPr>
        </p:pic>
        <p:pic>
          <p:nvPicPr>
            <p:cNvPr id="480" name="object 480"/>
            <p:cNvPicPr/>
            <p:nvPr/>
          </p:nvPicPr>
          <p:blipFill>
            <a:blip r:embed="rId305" cstate="print"/>
            <a:stretch>
              <a:fillRect/>
            </a:stretch>
          </p:blipFill>
          <p:spPr>
            <a:xfrm>
              <a:off x="4310039" y="6925024"/>
              <a:ext cx="160665" cy="230974"/>
            </a:xfrm>
            <a:prstGeom prst="rect">
              <a:avLst/>
            </a:prstGeom>
          </p:spPr>
        </p:pic>
        <p:pic>
          <p:nvPicPr>
            <p:cNvPr id="481" name="object 481"/>
            <p:cNvPicPr/>
            <p:nvPr/>
          </p:nvPicPr>
          <p:blipFill>
            <a:blip r:embed="rId306" cstate="print"/>
            <a:stretch>
              <a:fillRect/>
            </a:stretch>
          </p:blipFill>
          <p:spPr>
            <a:xfrm>
              <a:off x="4500930" y="6983952"/>
              <a:ext cx="153784" cy="172046"/>
            </a:xfrm>
            <a:prstGeom prst="rect">
              <a:avLst/>
            </a:prstGeom>
          </p:spPr>
        </p:pic>
        <p:pic>
          <p:nvPicPr>
            <p:cNvPr id="482" name="object 482"/>
            <p:cNvPicPr/>
            <p:nvPr/>
          </p:nvPicPr>
          <p:blipFill>
            <a:blip r:embed="rId307" cstate="print"/>
            <a:stretch>
              <a:fillRect/>
            </a:stretch>
          </p:blipFill>
          <p:spPr>
            <a:xfrm>
              <a:off x="4689805" y="6983952"/>
              <a:ext cx="150215" cy="168274"/>
            </a:xfrm>
            <a:prstGeom prst="rect">
              <a:avLst/>
            </a:prstGeom>
          </p:spPr>
        </p:pic>
        <p:pic>
          <p:nvPicPr>
            <p:cNvPr id="483" name="object 483"/>
            <p:cNvPicPr/>
            <p:nvPr/>
          </p:nvPicPr>
          <p:blipFill>
            <a:blip r:embed="rId308" cstate="print"/>
            <a:stretch>
              <a:fillRect/>
            </a:stretch>
          </p:blipFill>
          <p:spPr>
            <a:xfrm>
              <a:off x="4866081" y="6929380"/>
              <a:ext cx="262305" cy="226618"/>
            </a:xfrm>
            <a:prstGeom prst="rect">
              <a:avLst/>
            </a:prstGeom>
          </p:spPr>
        </p:pic>
      </p:grpSp>
      <p:grpSp>
        <p:nvGrpSpPr>
          <p:cNvPr id="484" name="object 484"/>
          <p:cNvGrpSpPr/>
          <p:nvPr/>
        </p:nvGrpSpPr>
        <p:grpSpPr>
          <a:xfrm>
            <a:off x="5252681" y="6925024"/>
            <a:ext cx="876935" cy="231140"/>
            <a:chOff x="5252681" y="6925024"/>
            <a:chExt cx="876935" cy="231140"/>
          </a:xfrm>
        </p:grpSpPr>
        <p:pic>
          <p:nvPicPr>
            <p:cNvPr id="485" name="object 485"/>
            <p:cNvPicPr/>
            <p:nvPr/>
          </p:nvPicPr>
          <p:blipFill>
            <a:blip r:embed="rId309" cstate="print"/>
            <a:stretch>
              <a:fillRect/>
            </a:stretch>
          </p:blipFill>
          <p:spPr>
            <a:xfrm>
              <a:off x="5252681" y="6925024"/>
              <a:ext cx="160934" cy="230974"/>
            </a:xfrm>
            <a:prstGeom prst="rect">
              <a:avLst/>
            </a:prstGeom>
          </p:spPr>
        </p:pic>
        <p:pic>
          <p:nvPicPr>
            <p:cNvPr id="486" name="object 486"/>
            <p:cNvPicPr/>
            <p:nvPr/>
          </p:nvPicPr>
          <p:blipFill>
            <a:blip r:embed="rId310" cstate="print"/>
            <a:stretch>
              <a:fillRect/>
            </a:stretch>
          </p:blipFill>
          <p:spPr>
            <a:xfrm>
              <a:off x="5437085" y="6983952"/>
              <a:ext cx="326605" cy="172046"/>
            </a:xfrm>
            <a:prstGeom prst="rect">
              <a:avLst/>
            </a:prstGeom>
          </p:spPr>
        </p:pic>
        <p:pic>
          <p:nvPicPr>
            <p:cNvPr id="487" name="object 487"/>
            <p:cNvPicPr/>
            <p:nvPr/>
          </p:nvPicPr>
          <p:blipFill>
            <a:blip r:embed="rId311" cstate="print"/>
            <a:stretch>
              <a:fillRect/>
            </a:stretch>
          </p:blipFill>
          <p:spPr>
            <a:xfrm>
              <a:off x="5789053" y="6983952"/>
              <a:ext cx="153784" cy="172046"/>
            </a:xfrm>
            <a:prstGeom prst="rect">
              <a:avLst/>
            </a:prstGeom>
          </p:spPr>
        </p:pic>
        <p:pic>
          <p:nvPicPr>
            <p:cNvPr id="488" name="object 488"/>
            <p:cNvPicPr/>
            <p:nvPr/>
          </p:nvPicPr>
          <p:blipFill>
            <a:blip r:embed="rId312" cstate="print"/>
            <a:stretch>
              <a:fillRect/>
            </a:stretch>
          </p:blipFill>
          <p:spPr>
            <a:xfrm>
              <a:off x="5968684" y="6925024"/>
              <a:ext cx="160653" cy="230974"/>
            </a:xfrm>
            <a:prstGeom prst="rect">
              <a:avLst/>
            </a:prstGeom>
          </p:spPr>
        </p:pic>
      </p:grpSp>
      <p:grpSp>
        <p:nvGrpSpPr>
          <p:cNvPr id="489" name="object 489"/>
          <p:cNvGrpSpPr/>
          <p:nvPr/>
        </p:nvGrpSpPr>
        <p:grpSpPr>
          <a:xfrm>
            <a:off x="6250355" y="6983952"/>
            <a:ext cx="354330" cy="172085"/>
            <a:chOff x="6250355" y="6983952"/>
            <a:chExt cx="354330" cy="172085"/>
          </a:xfrm>
        </p:grpSpPr>
        <p:pic>
          <p:nvPicPr>
            <p:cNvPr id="490" name="object 490"/>
            <p:cNvPicPr/>
            <p:nvPr/>
          </p:nvPicPr>
          <p:blipFill>
            <a:blip r:embed="rId313" cstate="print"/>
            <a:stretch>
              <a:fillRect/>
            </a:stretch>
          </p:blipFill>
          <p:spPr>
            <a:xfrm>
              <a:off x="6250355" y="6983952"/>
              <a:ext cx="169862" cy="172046"/>
            </a:xfrm>
            <a:prstGeom prst="rect">
              <a:avLst/>
            </a:prstGeom>
          </p:spPr>
        </p:pic>
        <p:pic>
          <p:nvPicPr>
            <p:cNvPr id="491" name="object 491"/>
            <p:cNvPicPr/>
            <p:nvPr/>
          </p:nvPicPr>
          <p:blipFill>
            <a:blip r:embed="rId314" cstate="print"/>
            <a:stretch>
              <a:fillRect/>
            </a:stretch>
          </p:blipFill>
          <p:spPr>
            <a:xfrm>
              <a:off x="6454025" y="6983952"/>
              <a:ext cx="150215" cy="168274"/>
            </a:xfrm>
            <a:prstGeom prst="rect">
              <a:avLst/>
            </a:prstGeom>
          </p:spPr>
        </p:pic>
      </p:grpSp>
      <p:grpSp>
        <p:nvGrpSpPr>
          <p:cNvPr id="492" name="object 492"/>
          <p:cNvGrpSpPr/>
          <p:nvPr/>
        </p:nvGrpSpPr>
        <p:grpSpPr>
          <a:xfrm>
            <a:off x="6736575" y="6925024"/>
            <a:ext cx="1191895" cy="294640"/>
            <a:chOff x="6736575" y="6925024"/>
            <a:chExt cx="1191895" cy="294640"/>
          </a:xfrm>
        </p:grpSpPr>
        <p:sp>
          <p:nvSpPr>
            <p:cNvPr id="493" name="object 493"/>
            <p:cNvSpPr/>
            <p:nvPr/>
          </p:nvSpPr>
          <p:spPr>
            <a:xfrm>
              <a:off x="6736575" y="692502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4" name="object 494"/>
            <p:cNvPicPr/>
            <p:nvPr/>
          </p:nvPicPr>
          <p:blipFill>
            <a:blip r:embed="rId315" cstate="print"/>
            <a:stretch>
              <a:fillRect/>
            </a:stretch>
          </p:blipFill>
          <p:spPr>
            <a:xfrm>
              <a:off x="6812089" y="6983952"/>
              <a:ext cx="153784" cy="172046"/>
            </a:xfrm>
            <a:prstGeom prst="rect">
              <a:avLst/>
            </a:prstGeom>
          </p:spPr>
        </p:pic>
        <p:pic>
          <p:nvPicPr>
            <p:cNvPr id="495" name="object 495"/>
            <p:cNvPicPr/>
            <p:nvPr/>
          </p:nvPicPr>
          <p:blipFill>
            <a:blip r:embed="rId316" cstate="print"/>
            <a:stretch>
              <a:fillRect/>
            </a:stretch>
          </p:blipFill>
          <p:spPr>
            <a:xfrm>
              <a:off x="6989851" y="6983952"/>
              <a:ext cx="154584" cy="172046"/>
            </a:xfrm>
            <a:prstGeom prst="rect">
              <a:avLst/>
            </a:prstGeom>
          </p:spPr>
        </p:pic>
        <p:pic>
          <p:nvPicPr>
            <p:cNvPr id="496" name="object 496"/>
            <p:cNvPicPr/>
            <p:nvPr/>
          </p:nvPicPr>
          <p:blipFill>
            <a:blip r:embed="rId317" cstate="print"/>
            <a:stretch>
              <a:fillRect/>
            </a:stretch>
          </p:blipFill>
          <p:spPr>
            <a:xfrm>
              <a:off x="7175957" y="6983952"/>
              <a:ext cx="275361" cy="168274"/>
            </a:xfrm>
            <a:prstGeom prst="rect">
              <a:avLst/>
            </a:prstGeom>
          </p:spPr>
        </p:pic>
        <p:sp>
          <p:nvSpPr>
            <p:cNvPr id="497" name="object 497"/>
            <p:cNvSpPr/>
            <p:nvPr/>
          </p:nvSpPr>
          <p:spPr>
            <a:xfrm>
              <a:off x="7495439" y="692503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8" name="object 498"/>
            <p:cNvPicPr/>
            <p:nvPr/>
          </p:nvPicPr>
          <p:blipFill>
            <a:blip r:embed="rId318" cstate="print"/>
            <a:stretch>
              <a:fillRect/>
            </a:stretch>
          </p:blipFill>
          <p:spPr>
            <a:xfrm>
              <a:off x="7583246" y="6983952"/>
              <a:ext cx="150215" cy="168274"/>
            </a:xfrm>
            <a:prstGeom prst="rect">
              <a:avLst/>
            </a:prstGeom>
          </p:spPr>
        </p:pic>
        <p:pic>
          <p:nvPicPr>
            <p:cNvPr id="499" name="object 499"/>
            <p:cNvPicPr/>
            <p:nvPr/>
          </p:nvPicPr>
          <p:blipFill>
            <a:blip r:embed="rId319" cstate="print"/>
            <a:stretch>
              <a:fillRect/>
            </a:stretch>
          </p:blipFill>
          <p:spPr>
            <a:xfrm>
              <a:off x="7767866" y="6983952"/>
              <a:ext cx="160527" cy="235153"/>
            </a:xfrm>
            <a:prstGeom prst="rect">
              <a:avLst/>
            </a:prstGeom>
          </p:spPr>
        </p:pic>
      </p:grpSp>
      <p:pic>
        <p:nvPicPr>
          <p:cNvPr id="500" name="object 500"/>
          <p:cNvPicPr/>
          <p:nvPr/>
        </p:nvPicPr>
        <p:blipFill>
          <a:blip r:embed="rId320" cstate="print"/>
          <a:stretch>
            <a:fillRect/>
          </a:stretch>
        </p:blipFill>
        <p:spPr>
          <a:xfrm>
            <a:off x="8058543" y="6921048"/>
            <a:ext cx="1888972" cy="293890"/>
          </a:xfrm>
          <a:prstGeom prst="rect">
            <a:avLst/>
          </a:prstGeom>
        </p:spPr>
      </p:pic>
      <p:grpSp>
        <p:nvGrpSpPr>
          <p:cNvPr id="501" name="object 501"/>
          <p:cNvGrpSpPr/>
          <p:nvPr/>
        </p:nvGrpSpPr>
        <p:grpSpPr>
          <a:xfrm>
            <a:off x="10059708" y="6925024"/>
            <a:ext cx="533400" cy="231140"/>
            <a:chOff x="10059708" y="6925024"/>
            <a:chExt cx="533400" cy="231140"/>
          </a:xfrm>
        </p:grpSpPr>
        <p:pic>
          <p:nvPicPr>
            <p:cNvPr id="502" name="object 502"/>
            <p:cNvPicPr/>
            <p:nvPr/>
          </p:nvPicPr>
          <p:blipFill>
            <a:blip r:embed="rId321" cstate="print"/>
            <a:stretch>
              <a:fillRect/>
            </a:stretch>
          </p:blipFill>
          <p:spPr>
            <a:xfrm>
              <a:off x="10059708" y="6983952"/>
              <a:ext cx="154584" cy="172046"/>
            </a:xfrm>
            <a:prstGeom prst="rect">
              <a:avLst/>
            </a:prstGeom>
          </p:spPr>
        </p:pic>
        <p:pic>
          <p:nvPicPr>
            <p:cNvPr id="503" name="object 503"/>
            <p:cNvPicPr/>
            <p:nvPr/>
          </p:nvPicPr>
          <p:blipFill>
            <a:blip r:embed="rId322" cstate="print"/>
            <a:stretch>
              <a:fillRect/>
            </a:stretch>
          </p:blipFill>
          <p:spPr>
            <a:xfrm>
              <a:off x="10247401" y="6983952"/>
              <a:ext cx="150215" cy="168274"/>
            </a:xfrm>
            <a:prstGeom prst="rect">
              <a:avLst/>
            </a:prstGeom>
          </p:spPr>
        </p:pic>
        <p:pic>
          <p:nvPicPr>
            <p:cNvPr id="504" name="object 504"/>
            <p:cNvPicPr/>
            <p:nvPr/>
          </p:nvPicPr>
          <p:blipFill>
            <a:blip r:embed="rId323" cstate="print"/>
            <a:stretch>
              <a:fillRect/>
            </a:stretch>
          </p:blipFill>
          <p:spPr>
            <a:xfrm>
              <a:off x="10432087" y="6925024"/>
              <a:ext cx="160665" cy="230974"/>
            </a:xfrm>
            <a:prstGeom prst="rect">
              <a:avLst/>
            </a:prstGeom>
          </p:spPr>
        </p:pic>
      </p:grpSp>
      <p:grpSp>
        <p:nvGrpSpPr>
          <p:cNvPr id="505" name="object 505"/>
          <p:cNvGrpSpPr/>
          <p:nvPr/>
        </p:nvGrpSpPr>
        <p:grpSpPr>
          <a:xfrm>
            <a:off x="10721899" y="6925024"/>
            <a:ext cx="1739900" cy="231140"/>
            <a:chOff x="10721899" y="6925024"/>
            <a:chExt cx="1739900" cy="231140"/>
          </a:xfrm>
        </p:grpSpPr>
        <p:pic>
          <p:nvPicPr>
            <p:cNvPr id="506" name="object 506"/>
            <p:cNvPicPr/>
            <p:nvPr/>
          </p:nvPicPr>
          <p:blipFill>
            <a:blip r:embed="rId324" cstate="print"/>
            <a:stretch>
              <a:fillRect/>
            </a:stretch>
          </p:blipFill>
          <p:spPr>
            <a:xfrm>
              <a:off x="10905121" y="6983952"/>
              <a:ext cx="153797" cy="172046"/>
            </a:xfrm>
            <a:prstGeom prst="rect">
              <a:avLst/>
            </a:prstGeom>
          </p:spPr>
        </p:pic>
        <p:pic>
          <p:nvPicPr>
            <p:cNvPr id="507" name="object 507"/>
            <p:cNvPicPr/>
            <p:nvPr/>
          </p:nvPicPr>
          <p:blipFill>
            <a:blip r:embed="rId325" cstate="print"/>
            <a:stretch>
              <a:fillRect/>
            </a:stretch>
          </p:blipFill>
          <p:spPr>
            <a:xfrm>
              <a:off x="10721899" y="6925024"/>
              <a:ext cx="160934" cy="230974"/>
            </a:xfrm>
            <a:prstGeom prst="rect">
              <a:avLst/>
            </a:prstGeom>
          </p:spPr>
        </p:pic>
        <p:pic>
          <p:nvPicPr>
            <p:cNvPr id="508" name="object 508"/>
            <p:cNvPicPr/>
            <p:nvPr/>
          </p:nvPicPr>
          <p:blipFill>
            <a:blip r:embed="rId326" cstate="print"/>
            <a:stretch>
              <a:fillRect/>
            </a:stretch>
          </p:blipFill>
          <p:spPr>
            <a:xfrm>
              <a:off x="11094199" y="6925024"/>
              <a:ext cx="150025" cy="227202"/>
            </a:xfrm>
            <a:prstGeom prst="rect">
              <a:avLst/>
            </a:prstGeom>
          </p:spPr>
        </p:pic>
        <p:pic>
          <p:nvPicPr>
            <p:cNvPr id="509" name="object 509"/>
            <p:cNvPicPr/>
            <p:nvPr/>
          </p:nvPicPr>
          <p:blipFill>
            <a:blip r:embed="rId327" cstate="print"/>
            <a:stretch>
              <a:fillRect/>
            </a:stretch>
          </p:blipFill>
          <p:spPr>
            <a:xfrm>
              <a:off x="11276838" y="6983952"/>
              <a:ext cx="337896" cy="172046"/>
            </a:xfrm>
            <a:prstGeom prst="rect">
              <a:avLst/>
            </a:prstGeom>
          </p:spPr>
        </p:pic>
        <p:sp>
          <p:nvSpPr>
            <p:cNvPr id="510" name="object 510"/>
            <p:cNvSpPr/>
            <p:nvPr/>
          </p:nvSpPr>
          <p:spPr>
            <a:xfrm>
              <a:off x="11641493" y="692503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1" name="object 511"/>
            <p:cNvPicPr/>
            <p:nvPr/>
          </p:nvPicPr>
          <p:blipFill>
            <a:blip r:embed="rId328" cstate="print"/>
            <a:stretch>
              <a:fillRect/>
            </a:stretch>
          </p:blipFill>
          <p:spPr>
            <a:xfrm>
              <a:off x="11719585" y="6983952"/>
              <a:ext cx="169862" cy="172046"/>
            </a:xfrm>
            <a:prstGeom prst="rect">
              <a:avLst/>
            </a:prstGeom>
          </p:spPr>
        </p:pic>
        <p:pic>
          <p:nvPicPr>
            <p:cNvPr id="512" name="object 512"/>
            <p:cNvPicPr/>
            <p:nvPr/>
          </p:nvPicPr>
          <p:blipFill>
            <a:blip r:embed="rId329" cstate="print"/>
            <a:stretch>
              <a:fillRect/>
            </a:stretch>
          </p:blipFill>
          <p:spPr>
            <a:xfrm>
              <a:off x="11922658" y="6987533"/>
              <a:ext cx="149821" cy="168465"/>
            </a:xfrm>
            <a:prstGeom prst="rect">
              <a:avLst/>
            </a:prstGeom>
          </p:spPr>
        </p:pic>
        <p:pic>
          <p:nvPicPr>
            <p:cNvPr id="513" name="object 513"/>
            <p:cNvPicPr/>
            <p:nvPr/>
          </p:nvPicPr>
          <p:blipFill>
            <a:blip r:embed="rId330" cstate="print"/>
            <a:stretch>
              <a:fillRect/>
            </a:stretch>
          </p:blipFill>
          <p:spPr>
            <a:xfrm>
              <a:off x="12115597" y="6983952"/>
              <a:ext cx="268617" cy="172046"/>
            </a:xfrm>
            <a:prstGeom prst="rect">
              <a:avLst/>
            </a:prstGeom>
          </p:spPr>
        </p:pic>
        <p:sp>
          <p:nvSpPr>
            <p:cNvPr id="514" name="object 514"/>
            <p:cNvSpPr/>
            <p:nvPr/>
          </p:nvSpPr>
          <p:spPr>
            <a:xfrm>
              <a:off x="12417717" y="692502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5" name="object 515"/>
          <p:cNvGrpSpPr/>
          <p:nvPr/>
        </p:nvGrpSpPr>
        <p:grpSpPr>
          <a:xfrm>
            <a:off x="12592951" y="6929380"/>
            <a:ext cx="1297305" cy="285750"/>
            <a:chOff x="12592951" y="6929380"/>
            <a:chExt cx="1297305" cy="285750"/>
          </a:xfrm>
        </p:grpSpPr>
        <p:pic>
          <p:nvPicPr>
            <p:cNvPr id="516" name="object 516"/>
            <p:cNvPicPr/>
            <p:nvPr/>
          </p:nvPicPr>
          <p:blipFill>
            <a:blip r:embed="rId331" cstate="print"/>
            <a:stretch>
              <a:fillRect/>
            </a:stretch>
          </p:blipFill>
          <p:spPr>
            <a:xfrm>
              <a:off x="12592951" y="6983952"/>
              <a:ext cx="160515" cy="230987"/>
            </a:xfrm>
            <a:prstGeom prst="rect">
              <a:avLst/>
            </a:prstGeom>
          </p:spPr>
        </p:pic>
        <p:sp>
          <p:nvSpPr>
            <p:cNvPr id="517" name="object 517"/>
            <p:cNvSpPr/>
            <p:nvPr/>
          </p:nvSpPr>
          <p:spPr>
            <a:xfrm>
              <a:off x="12776568" y="6929386"/>
              <a:ext cx="541020" cy="226695"/>
            </a:xfrm>
            <a:custGeom>
              <a:avLst/>
              <a:gdLst/>
              <a:ahLst/>
              <a:cxnLst/>
              <a:rect l="l" t="t" r="r" b="b"/>
              <a:pathLst>
                <a:path w="541019" h="226695">
                  <a:moveTo>
                    <a:pt x="154584" y="222846"/>
                  </a:moveTo>
                  <a:lnTo>
                    <a:pt x="145910" y="195859"/>
                  </a:lnTo>
                  <a:lnTo>
                    <a:pt x="145770" y="194945"/>
                  </a:lnTo>
                  <a:lnTo>
                    <a:pt x="145300" y="189318"/>
                  </a:lnTo>
                  <a:lnTo>
                    <a:pt x="145186" y="187960"/>
                  </a:lnTo>
                  <a:lnTo>
                    <a:pt x="145161" y="187629"/>
                  </a:lnTo>
                  <a:lnTo>
                    <a:pt x="144805" y="179527"/>
                  </a:lnTo>
                  <a:lnTo>
                    <a:pt x="144856" y="143878"/>
                  </a:lnTo>
                  <a:lnTo>
                    <a:pt x="144970" y="128295"/>
                  </a:lnTo>
                  <a:lnTo>
                    <a:pt x="144983" y="115493"/>
                  </a:lnTo>
                  <a:lnTo>
                    <a:pt x="135890" y="73875"/>
                  </a:lnTo>
                  <a:lnTo>
                    <a:pt x="101244" y="56311"/>
                  </a:lnTo>
                  <a:lnTo>
                    <a:pt x="75806" y="54571"/>
                  </a:lnTo>
                  <a:lnTo>
                    <a:pt x="60718" y="55295"/>
                  </a:lnTo>
                  <a:lnTo>
                    <a:pt x="19850" y="72517"/>
                  </a:lnTo>
                  <a:lnTo>
                    <a:pt x="4572" y="101206"/>
                  </a:lnTo>
                  <a:lnTo>
                    <a:pt x="44056" y="108356"/>
                  </a:lnTo>
                  <a:lnTo>
                    <a:pt x="46697" y="100812"/>
                  </a:lnTo>
                  <a:lnTo>
                    <a:pt x="50203" y="95516"/>
                  </a:lnTo>
                  <a:lnTo>
                    <a:pt x="58940" y="89433"/>
                  </a:lnTo>
                  <a:lnTo>
                    <a:pt x="64960" y="87909"/>
                  </a:lnTo>
                  <a:lnTo>
                    <a:pt x="84137" y="87909"/>
                  </a:lnTo>
                  <a:lnTo>
                    <a:pt x="91948" y="89700"/>
                  </a:lnTo>
                  <a:lnTo>
                    <a:pt x="96050" y="93268"/>
                  </a:lnTo>
                  <a:lnTo>
                    <a:pt x="100279" y="96710"/>
                  </a:lnTo>
                  <a:lnTo>
                    <a:pt x="102400" y="102666"/>
                  </a:lnTo>
                  <a:lnTo>
                    <a:pt x="102400" y="115493"/>
                  </a:lnTo>
                  <a:lnTo>
                    <a:pt x="102400" y="143878"/>
                  </a:lnTo>
                  <a:lnTo>
                    <a:pt x="102400" y="162852"/>
                  </a:lnTo>
                  <a:lnTo>
                    <a:pt x="102031" y="167220"/>
                  </a:lnTo>
                  <a:lnTo>
                    <a:pt x="101904" y="168681"/>
                  </a:lnTo>
                  <a:lnTo>
                    <a:pt x="101803" y="169938"/>
                  </a:lnTo>
                  <a:lnTo>
                    <a:pt x="100609" y="173634"/>
                  </a:lnTo>
                  <a:lnTo>
                    <a:pt x="99136" y="178879"/>
                  </a:lnTo>
                  <a:lnTo>
                    <a:pt x="99021" y="179324"/>
                  </a:lnTo>
                  <a:lnTo>
                    <a:pt x="95580" y="184150"/>
                  </a:lnTo>
                  <a:lnTo>
                    <a:pt x="90297" y="188125"/>
                  </a:lnTo>
                  <a:lnTo>
                    <a:pt x="83146" y="193281"/>
                  </a:lnTo>
                  <a:lnTo>
                    <a:pt x="75603" y="195859"/>
                  </a:lnTo>
                  <a:lnTo>
                    <a:pt x="60655" y="195859"/>
                  </a:lnTo>
                  <a:lnTo>
                    <a:pt x="54902" y="193675"/>
                  </a:lnTo>
                  <a:lnTo>
                    <a:pt x="50406" y="189318"/>
                  </a:lnTo>
                  <a:lnTo>
                    <a:pt x="45910" y="184823"/>
                  </a:lnTo>
                  <a:lnTo>
                    <a:pt x="43662" y="179527"/>
                  </a:lnTo>
                  <a:lnTo>
                    <a:pt x="43662" y="167220"/>
                  </a:lnTo>
                  <a:lnTo>
                    <a:pt x="75806" y="150622"/>
                  </a:lnTo>
                  <a:lnTo>
                    <a:pt x="84239" y="148704"/>
                  </a:lnTo>
                  <a:lnTo>
                    <a:pt x="91478" y="146951"/>
                  </a:lnTo>
                  <a:lnTo>
                    <a:pt x="97536" y="145338"/>
                  </a:lnTo>
                  <a:lnTo>
                    <a:pt x="102400" y="143878"/>
                  </a:lnTo>
                  <a:lnTo>
                    <a:pt x="102400" y="115493"/>
                  </a:lnTo>
                  <a:lnTo>
                    <a:pt x="95275" y="118021"/>
                  </a:lnTo>
                  <a:lnTo>
                    <a:pt x="85826" y="120611"/>
                  </a:lnTo>
                  <a:lnTo>
                    <a:pt x="74041" y="123278"/>
                  </a:lnTo>
                  <a:lnTo>
                    <a:pt x="59931" y="126009"/>
                  </a:lnTo>
                  <a:lnTo>
                    <a:pt x="49276" y="128295"/>
                  </a:lnTo>
                  <a:lnTo>
                    <a:pt x="11049" y="145719"/>
                  </a:lnTo>
                  <a:lnTo>
                    <a:pt x="0" y="177800"/>
                  </a:lnTo>
                  <a:lnTo>
                    <a:pt x="889" y="187629"/>
                  </a:lnTo>
                  <a:lnTo>
                    <a:pt x="22694" y="218922"/>
                  </a:lnTo>
                  <a:lnTo>
                    <a:pt x="54775" y="226618"/>
                  </a:lnTo>
                  <a:lnTo>
                    <a:pt x="61810" y="226288"/>
                  </a:lnTo>
                  <a:lnTo>
                    <a:pt x="100037" y="209956"/>
                  </a:lnTo>
                  <a:lnTo>
                    <a:pt x="105765" y="204787"/>
                  </a:lnTo>
                  <a:lnTo>
                    <a:pt x="105968" y="205524"/>
                  </a:lnTo>
                  <a:lnTo>
                    <a:pt x="107353" y="209956"/>
                  </a:lnTo>
                  <a:lnTo>
                    <a:pt x="108940" y="215646"/>
                  </a:lnTo>
                  <a:lnTo>
                    <a:pt x="110337" y="219938"/>
                  </a:lnTo>
                  <a:lnTo>
                    <a:pt x="111531" y="222846"/>
                  </a:lnTo>
                  <a:lnTo>
                    <a:pt x="154584" y="222846"/>
                  </a:lnTo>
                  <a:close/>
                </a:path>
                <a:path w="541019" h="226695">
                  <a:moveTo>
                    <a:pt x="267068" y="220078"/>
                  </a:moveTo>
                  <a:lnTo>
                    <a:pt x="263499" y="186334"/>
                  </a:lnTo>
                  <a:lnTo>
                    <a:pt x="255828" y="189115"/>
                  </a:lnTo>
                  <a:lnTo>
                    <a:pt x="249936" y="190500"/>
                  </a:lnTo>
                  <a:lnTo>
                    <a:pt x="242925" y="190500"/>
                  </a:lnTo>
                  <a:lnTo>
                    <a:pt x="240474" y="189776"/>
                  </a:lnTo>
                  <a:lnTo>
                    <a:pt x="236512" y="186867"/>
                  </a:lnTo>
                  <a:lnTo>
                    <a:pt x="235191" y="185013"/>
                  </a:lnTo>
                  <a:lnTo>
                    <a:pt x="233997" y="180517"/>
                  </a:lnTo>
                  <a:lnTo>
                    <a:pt x="233730" y="172707"/>
                  </a:lnTo>
                  <a:lnTo>
                    <a:pt x="233730" y="92875"/>
                  </a:lnTo>
                  <a:lnTo>
                    <a:pt x="263499" y="92875"/>
                  </a:lnTo>
                  <a:lnTo>
                    <a:pt x="263499" y="58153"/>
                  </a:lnTo>
                  <a:lnTo>
                    <a:pt x="233730" y="58153"/>
                  </a:lnTo>
                  <a:lnTo>
                    <a:pt x="233730" y="0"/>
                  </a:lnTo>
                  <a:lnTo>
                    <a:pt x="190068" y="25400"/>
                  </a:lnTo>
                  <a:lnTo>
                    <a:pt x="190068" y="58153"/>
                  </a:lnTo>
                  <a:lnTo>
                    <a:pt x="170027" y="58153"/>
                  </a:lnTo>
                  <a:lnTo>
                    <a:pt x="170027" y="92875"/>
                  </a:lnTo>
                  <a:lnTo>
                    <a:pt x="190068" y="92875"/>
                  </a:lnTo>
                  <a:lnTo>
                    <a:pt x="190068" y="164706"/>
                  </a:lnTo>
                  <a:lnTo>
                    <a:pt x="190411" y="183908"/>
                  </a:lnTo>
                  <a:lnTo>
                    <a:pt x="205092" y="220002"/>
                  </a:lnTo>
                  <a:lnTo>
                    <a:pt x="224802" y="226618"/>
                  </a:lnTo>
                  <a:lnTo>
                    <a:pt x="232740" y="226618"/>
                  </a:lnTo>
                  <a:lnTo>
                    <a:pt x="242100" y="226212"/>
                  </a:lnTo>
                  <a:lnTo>
                    <a:pt x="250939" y="224980"/>
                  </a:lnTo>
                  <a:lnTo>
                    <a:pt x="259257" y="222935"/>
                  </a:lnTo>
                  <a:lnTo>
                    <a:pt x="267068" y="220078"/>
                  </a:lnTo>
                  <a:close/>
                </a:path>
                <a:path w="541019" h="226695">
                  <a:moveTo>
                    <a:pt x="372795" y="220078"/>
                  </a:moveTo>
                  <a:lnTo>
                    <a:pt x="369227" y="186334"/>
                  </a:lnTo>
                  <a:lnTo>
                    <a:pt x="361556" y="189115"/>
                  </a:lnTo>
                  <a:lnTo>
                    <a:pt x="355663" y="190500"/>
                  </a:lnTo>
                  <a:lnTo>
                    <a:pt x="348653" y="190500"/>
                  </a:lnTo>
                  <a:lnTo>
                    <a:pt x="346202" y="189776"/>
                  </a:lnTo>
                  <a:lnTo>
                    <a:pt x="342239" y="186867"/>
                  </a:lnTo>
                  <a:lnTo>
                    <a:pt x="340918" y="185013"/>
                  </a:lnTo>
                  <a:lnTo>
                    <a:pt x="339725" y="180517"/>
                  </a:lnTo>
                  <a:lnTo>
                    <a:pt x="339458" y="172707"/>
                  </a:lnTo>
                  <a:lnTo>
                    <a:pt x="339458" y="92875"/>
                  </a:lnTo>
                  <a:lnTo>
                    <a:pt x="369227" y="92875"/>
                  </a:lnTo>
                  <a:lnTo>
                    <a:pt x="369227" y="58153"/>
                  </a:lnTo>
                  <a:lnTo>
                    <a:pt x="339458" y="58153"/>
                  </a:lnTo>
                  <a:lnTo>
                    <a:pt x="339458" y="0"/>
                  </a:lnTo>
                  <a:lnTo>
                    <a:pt x="295795" y="25400"/>
                  </a:lnTo>
                  <a:lnTo>
                    <a:pt x="295795" y="58153"/>
                  </a:lnTo>
                  <a:lnTo>
                    <a:pt x="275755" y="58153"/>
                  </a:lnTo>
                  <a:lnTo>
                    <a:pt x="275755" y="92875"/>
                  </a:lnTo>
                  <a:lnTo>
                    <a:pt x="295795" y="92875"/>
                  </a:lnTo>
                  <a:lnTo>
                    <a:pt x="295795" y="164706"/>
                  </a:lnTo>
                  <a:lnTo>
                    <a:pt x="296138" y="183908"/>
                  </a:lnTo>
                  <a:lnTo>
                    <a:pt x="310819" y="220002"/>
                  </a:lnTo>
                  <a:lnTo>
                    <a:pt x="330530" y="226618"/>
                  </a:lnTo>
                  <a:lnTo>
                    <a:pt x="338467" y="226618"/>
                  </a:lnTo>
                  <a:lnTo>
                    <a:pt x="347827" y="226212"/>
                  </a:lnTo>
                  <a:lnTo>
                    <a:pt x="356666" y="224980"/>
                  </a:lnTo>
                  <a:lnTo>
                    <a:pt x="364985" y="222935"/>
                  </a:lnTo>
                  <a:lnTo>
                    <a:pt x="372795" y="220078"/>
                  </a:lnTo>
                  <a:close/>
                </a:path>
                <a:path w="541019" h="226695">
                  <a:moveTo>
                    <a:pt x="540639" y="152996"/>
                  </a:moveTo>
                  <a:lnTo>
                    <a:pt x="539648" y="129603"/>
                  </a:lnTo>
                  <a:lnTo>
                    <a:pt x="539064" y="126415"/>
                  </a:lnTo>
                  <a:lnTo>
                    <a:pt x="536092" y="110439"/>
                  </a:lnTo>
                  <a:lnTo>
                    <a:pt x="535990" y="109842"/>
                  </a:lnTo>
                  <a:lnTo>
                    <a:pt x="535914" y="109435"/>
                  </a:lnTo>
                  <a:lnTo>
                    <a:pt x="529424" y="92506"/>
                  </a:lnTo>
                  <a:lnTo>
                    <a:pt x="526326" y="87909"/>
                  </a:lnTo>
                  <a:lnTo>
                    <a:pt x="520192" y="78790"/>
                  </a:lnTo>
                  <a:lnTo>
                    <a:pt x="508609" y="68199"/>
                  </a:lnTo>
                  <a:lnTo>
                    <a:pt x="497370" y="61912"/>
                  </a:lnTo>
                  <a:lnTo>
                    <a:pt x="497370" y="126415"/>
                  </a:lnTo>
                  <a:lnTo>
                    <a:pt x="432282" y="126415"/>
                  </a:lnTo>
                  <a:lnTo>
                    <a:pt x="451980" y="90487"/>
                  </a:lnTo>
                  <a:lnTo>
                    <a:pt x="465035" y="87909"/>
                  </a:lnTo>
                  <a:lnTo>
                    <a:pt x="473900" y="87909"/>
                  </a:lnTo>
                  <a:lnTo>
                    <a:pt x="497370" y="126415"/>
                  </a:lnTo>
                  <a:lnTo>
                    <a:pt x="497370" y="61912"/>
                  </a:lnTo>
                  <a:lnTo>
                    <a:pt x="495084" y="60629"/>
                  </a:lnTo>
                  <a:lnTo>
                    <a:pt x="479640" y="56083"/>
                  </a:lnTo>
                  <a:lnTo>
                    <a:pt x="462254" y="54571"/>
                  </a:lnTo>
                  <a:lnTo>
                    <a:pt x="445909" y="56083"/>
                  </a:lnTo>
                  <a:lnTo>
                    <a:pt x="446379" y="56083"/>
                  </a:lnTo>
                  <a:lnTo>
                    <a:pt x="432333" y="60375"/>
                  </a:lnTo>
                  <a:lnTo>
                    <a:pt x="400151" y="88557"/>
                  </a:lnTo>
                  <a:lnTo>
                    <a:pt x="386842" y="141693"/>
                  </a:lnTo>
                  <a:lnTo>
                    <a:pt x="387858" y="158115"/>
                  </a:lnTo>
                  <a:lnTo>
                    <a:pt x="403123" y="198437"/>
                  </a:lnTo>
                  <a:lnTo>
                    <a:pt x="446570" y="224853"/>
                  </a:lnTo>
                  <a:lnTo>
                    <a:pt x="466623" y="226618"/>
                  </a:lnTo>
                  <a:lnTo>
                    <a:pt x="479640" y="225844"/>
                  </a:lnTo>
                  <a:lnTo>
                    <a:pt x="520280" y="207162"/>
                  </a:lnTo>
                  <a:lnTo>
                    <a:pt x="530364" y="194081"/>
                  </a:lnTo>
                  <a:lnTo>
                    <a:pt x="533476" y="189001"/>
                  </a:lnTo>
                  <a:lnTo>
                    <a:pt x="538251" y="177800"/>
                  </a:lnTo>
                  <a:lnTo>
                    <a:pt x="494792" y="170459"/>
                  </a:lnTo>
                  <a:lnTo>
                    <a:pt x="492417" y="178663"/>
                  </a:lnTo>
                  <a:lnTo>
                    <a:pt x="488911" y="184683"/>
                  </a:lnTo>
                  <a:lnTo>
                    <a:pt x="484276" y="188518"/>
                  </a:lnTo>
                  <a:lnTo>
                    <a:pt x="479653" y="192227"/>
                  </a:lnTo>
                  <a:lnTo>
                    <a:pt x="473900" y="194081"/>
                  </a:lnTo>
                  <a:lnTo>
                    <a:pt x="467017" y="194081"/>
                  </a:lnTo>
                  <a:lnTo>
                    <a:pt x="434390" y="170459"/>
                  </a:lnTo>
                  <a:lnTo>
                    <a:pt x="434314" y="170307"/>
                  </a:lnTo>
                  <a:lnTo>
                    <a:pt x="432295" y="162191"/>
                  </a:lnTo>
                  <a:lnTo>
                    <a:pt x="431495" y="152996"/>
                  </a:lnTo>
                  <a:lnTo>
                    <a:pt x="540639" y="15299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8" name="object 518"/>
            <p:cNvPicPr/>
            <p:nvPr/>
          </p:nvPicPr>
          <p:blipFill>
            <a:blip r:embed="rId332" cstate="print"/>
            <a:stretch>
              <a:fillRect/>
            </a:stretch>
          </p:blipFill>
          <p:spPr>
            <a:xfrm>
              <a:off x="13350709" y="6983952"/>
              <a:ext cx="275361" cy="168274"/>
            </a:xfrm>
            <a:prstGeom prst="rect">
              <a:avLst/>
            </a:prstGeom>
          </p:spPr>
        </p:pic>
        <p:pic>
          <p:nvPicPr>
            <p:cNvPr id="519" name="object 519"/>
            <p:cNvPicPr/>
            <p:nvPr/>
          </p:nvPicPr>
          <p:blipFill>
            <a:blip r:embed="rId333" cstate="print"/>
            <a:stretch>
              <a:fillRect/>
            </a:stretch>
          </p:blipFill>
          <p:spPr>
            <a:xfrm>
              <a:off x="13654912" y="6983952"/>
              <a:ext cx="153784" cy="172046"/>
            </a:xfrm>
            <a:prstGeom prst="rect">
              <a:avLst/>
            </a:prstGeom>
          </p:spPr>
        </p:pic>
        <p:sp>
          <p:nvSpPr>
            <p:cNvPr id="520" name="object 520"/>
            <p:cNvSpPr/>
            <p:nvPr/>
          </p:nvSpPr>
          <p:spPr>
            <a:xfrm>
              <a:off x="13846758" y="7108577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5">
                  <a:moveTo>
                    <a:pt x="43459" y="0"/>
                  </a:moveTo>
                  <a:lnTo>
                    <a:pt x="0" y="0"/>
                  </a:lnTo>
                  <a:lnTo>
                    <a:pt x="0" y="43649"/>
                  </a:lnTo>
                  <a:lnTo>
                    <a:pt x="43459" y="43649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1" name="object 521"/>
          <p:cNvPicPr/>
          <p:nvPr/>
        </p:nvPicPr>
        <p:blipFill>
          <a:blip r:embed="rId296" cstate="print"/>
          <a:stretch>
            <a:fillRect/>
          </a:stretch>
        </p:blipFill>
        <p:spPr>
          <a:xfrm>
            <a:off x="2385529" y="7445991"/>
            <a:ext cx="78581" cy="78574"/>
          </a:xfrm>
          <a:prstGeom prst="rect">
            <a:avLst/>
          </a:prstGeom>
        </p:spPr>
      </p:pic>
      <p:grpSp>
        <p:nvGrpSpPr>
          <p:cNvPr id="522" name="object 522"/>
          <p:cNvGrpSpPr/>
          <p:nvPr/>
        </p:nvGrpSpPr>
        <p:grpSpPr>
          <a:xfrm>
            <a:off x="2661556" y="7369397"/>
            <a:ext cx="1129030" cy="231140"/>
            <a:chOff x="2661556" y="7369397"/>
            <a:chExt cx="1129030" cy="231140"/>
          </a:xfrm>
        </p:grpSpPr>
        <p:pic>
          <p:nvPicPr>
            <p:cNvPr id="523" name="object 523"/>
            <p:cNvPicPr/>
            <p:nvPr/>
          </p:nvPicPr>
          <p:blipFill>
            <a:blip r:embed="rId334" cstate="print"/>
            <a:stretch>
              <a:fillRect/>
            </a:stretch>
          </p:blipFill>
          <p:spPr>
            <a:xfrm>
              <a:off x="2661556" y="7369397"/>
              <a:ext cx="174228" cy="227202"/>
            </a:xfrm>
            <a:prstGeom prst="rect">
              <a:avLst/>
            </a:prstGeom>
          </p:spPr>
        </p:pic>
        <p:pic>
          <p:nvPicPr>
            <p:cNvPr id="524" name="object 524"/>
            <p:cNvPicPr/>
            <p:nvPr/>
          </p:nvPicPr>
          <p:blipFill>
            <a:blip r:embed="rId335" cstate="print"/>
            <a:stretch>
              <a:fillRect/>
            </a:stretch>
          </p:blipFill>
          <p:spPr>
            <a:xfrm>
              <a:off x="2871142" y="7428325"/>
              <a:ext cx="469300" cy="172046"/>
            </a:xfrm>
            <a:prstGeom prst="rect">
              <a:avLst/>
            </a:prstGeom>
          </p:spPr>
        </p:pic>
        <p:sp>
          <p:nvSpPr>
            <p:cNvPr id="525" name="object 525"/>
            <p:cNvSpPr/>
            <p:nvPr/>
          </p:nvSpPr>
          <p:spPr>
            <a:xfrm>
              <a:off x="3367189" y="736940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72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72" y="227203"/>
                  </a:lnTo>
                  <a:lnTo>
                    <a:pt x="43472" y="62509"/>
                  </a:lnTo>
                  <a:close/>
                </a:path>
                <a:path w="43814" h="227329">
                  <a:moveTo>
                    <a:pt x="43472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72" y="40284"/>
                  </a:lnTo>
                  <a:lnTo>
                    <a:pt x="4347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6" name="object 526"/>
            <p:cNvPicPr/>
            <p:nvPr/>
          </p:nvPicPr>
          <p:blipFill>
            <a:blip r:embed="rId336" cstate="print"/>
            <a:stretch>
              <a:fillRect/>
            </a:stretch>
          </p:blipFill>
          <p:spPr>
            <a:xfrm>
              <a:off x="3445765" y="7369397"/>
              <a:ext cx="160653" cy="230974"/>
            </a:xfrm>
            <a:prstGeom prst="rect">
              <a:avLst/>
            </a:prstGeom>
          </p:spPr>
        </p:pic>
        <p:pic>
          <p:nvPicPr>
            <p:cNvPr id="527" name="object 527"/>
            <p:cNvPicPr/>
            <p:nvPr/>
          </p:nvPicPr>
          <p:blipFill>
            <a:blip r:embed="rId337" cstate="print"/>
            <a:stretch>
              <a:fillRect/>
            </a:stretch>
          </p:blipFill>
          <p:spPr>
            <a:xfrm>
              <a:off x="3636644" y="7428325"/>
              <a:ext cx="153797" cy="172046"/>
            </a:xfrm>
            <a:prstGeom prst="rect">
              <a:avLst/>
            </a:prstGeom>
          </p:spPr>
        </p:pic>
      </p:grpSp>
      <p:grpSp>
        <p:nvGrpSpPr>
          <p:cNvPr id="528" name="object 528"/>
          <p:cNvGrpSpPr/>
          <p:nvPr/>
        </p:nvGrpSpPr>
        <p:grpSpPr>
          <a:xfrm>
            <a:off x="3902633" y="7428324"/>
            <a:ext cx="338455" cy="172085"/>
            <a:chOff x="3902633" y="7428324"/>
            <a:chExt cx="338455" cy="172085"/>
          </a:xfrm>
        </p:grpSpPr>
        <p:pic>
          <p:nvPicPr>
            <p:cNvPr id="529" name="object 529"/>
            <p:cNvPicPr/>
            <p:nvPr/>
          </p:nvPicPr>
          <p:blipFill>
            <a:blip r:embed="rId338" cstate="print"/>
            <a:stretch>
              <a:fillRect/>
            </a:stretch>
          </p:blipFill>
          <p:spPr>
            <a:xfrm>
              <a:off x="3902633" y="7428324"/>
              <a:ext cx="154571" cy="172046"/>
            </a:xfrm>
            <a:prstGeom prst="rect">
              <a:avLst/>
            </a:prstGeom>
          </p:spPr>
        </p:pic>
        <p:pic>
          <p:nvPicPr>
            <p:cNvPr id="530" name="object 530"/>
            <p:cNvPicPr/>
            <p:nvPr/>
          </p:nvPicPr>
          <p:blipFill>
            <a:blip r:embed="rId339" cstate="print"/>
            <a:stretch>
              <a:fillRect/>
            </a:stretch>
          </p:blipFill>
          <p:spPr>
            <a:xfrm>
              <a:off x="4090314" y="7428324"/>
              <a:ext cx="150215" cy="168275"/>
            </a:xfrm>
            <a:prstGeom prst="rect">
              <a:avLst/>
            </a:prstGeom>
          </p:spPr>
        </p:pic>
      </p:grpSp>
      <p:grpSp>
        <p:nvGrpSpPr>
          <p:cNvPr id="531" name="object 531"/>
          <p:cNvGrpSpPr/>
          <p:nvPr/>
        </p:nvGrpSpPr>
        <p:grpSpPr>
          <a:xfrm>
            <a:off x="4360164" y="7369397"/>
            <a:ext cx="726440" cy="294640"/>
            <a:chOff x="4360164" y="7369397"/>
            <a:chExt cx="726440" cy="294640"/>
          </a:xfrm>
        </p:grpSpPr>
        <p:pic>
          <p:nvPicPr>
            <p:cNvPr id="532" name="object 532"/>
            <p:cNvPicPr/>
            <p:nvPr/>
          </p:nvPicPr>
          <p:blipFill>
            <a:blip r:embed="rId340" cstate="print"/>
            <a:stretch>
              <a:fillRect/>
            </a:stretch>
          </p:blipFill>
          <p:spPr>
            <a:xfrm>
              <a:off x="4360164" y="7428325"/>
              <a:ext cx="153796" cy="172046"/>
            </a:xfrm>
            <a:prstGeom prst="rect">
              <a:avLst/>
            </a:prstGeom>
          </p:spPr>
        </p:pic>
        <p:pic>
          <p:nvPicPr>
            <p:cNvPr id="533" name="object 533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4537938" y="7428325"/>
              <a:ext cx="154571" cy="172046"/>
            </a:xfrm>
            <a:prstGeom prst="rect">
              <a:avLst/>
            </a:prstGeom>
          </p:spPr>
        </p:pic>
        <p:sp>
          <p:nvSpPr>
            <p:cNvPr id="534" name="object 534"/>
            <p:cNvSpPr/>
            <p:nvPr/>
          </p:nvSpPr>
          <p:spPr>
            <a:xfrm>
              <a:off x="4724032" y="7369403"/>
              <a:ext cx="169545" cy="227329"/>
            </a:xfrm>
            <a:custGeom>
              <a:avLst/>
              <a:gdLst/>
              <a:ahLst/>
              <a:cxnLst/>
              <a:rect l="l" t="t" r="r" b="b"/>
              <a:pathLst>
                <a:path w="169545" h="227329">
                  <a:moveTo>
                    <a:pt x="106756" y="67068"/>
                  </a:moveTo>
                  <a:lnTo>
                    <a:pt x="99745" y="63512"/>
                  </a:lnTo>
                  <a:lnTo>
                    <a:pt x="92621" y="60960"/>
                  </a:lnTo>
                  <a:lnTo>
                    <a:pt x="85356" y="59436"/>
                  </a:lnTo>
                  <a:lnTo>
                    <a:pt x="77990" y="58928"/>
                  </a:lnTo>
                  <a:lnTo>
                    <a:pt x="70980" y="58928"/>
                  </a:lnTo>
                  <a:lnTo>
                    <a:pt x="40487" y="85915"/>
                  </a:lnTo>
                  <a:lnTo>
                    <a:pt x="40487" y="62509"/>
                  </a:lnTo>
                  <a:lnTo>
                    <a:pt x="0" y="62509"/>
                  </a:lnTo>
                  <a:lnTo>
                    <a:pt x="0" y="227203"/>
                  </a:lnTo>
                  <a:lnTo>
                    <a:pt x="43662" y="227203"/>
                  </a:lnTo>
                  <a:lnTo>
                    <a:pt x="43662" y="176403"/>
                  </a:lnTo>
                  <a:lnTo>
                    <a:pt x="43878" y="157187"/>
                  </a:lnTo>
                  <a:lnTo>
                    <a:pt x="49745" y="112382"/>
                  </a:lnTo>
                  <a:lnTo>
                    <a:pt x="66738" y="97828"/>
                  </a:lnTo>
                  <a:lnTo>
                    <a:pt x="79184" y="97828"/>
                  </a:lnTo>
                  <a:lnTo>
                    <a:pt x="85991" y="100203"/>
                  </a:lnTo>
                  <a:lnTo>
                    <a:pt x="93268" y="104965"/>
                  </a:lnTo>
                  <a:lnTo>
                    <a:pt x="106756" y="67068"/>
                  </a:lnTo>
                  <a:close/>
                </a:path>
                <a:path w="169545" h="227329">
                  <a:moveTo>
                    <a:pt x="168998" y="0"/>
                  </a:moveTo>
                  <a:lnTo>
                    <a:pt x="125539" y="0"/>
                  </a:lnTo>
                  <a:lnTo>
                    <a:pt x="125539" y="227203"/>
                  </a:lnTo>
                  <a:lnTo>
                    <a:pt x="168998" y="227203"/>
                  </a:lnTo>
                  <a:lnTo>
                    <a:pt x="16899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5" name="object 535"/>
            <p:cNvPicPr/>
            <p:nvPr/>
          </p:nvPicPr>
          <p:blipFill>
            <a:blip r:embed="rId341" cstate="print"/>
            <a:stretch>
              <a:fillRect/>
            </a:stretch>
          </p:blipFill>
          <p:spPr>
            <a:xfrm>
              <a:off x="4917147" y="7431906"/>
              <a:ext cx="169265" cy="231571"/>
            </a:xfrm>
            <a:prstGeom prst="rect">
              <a:avLst/>
            </a:prstGeom>
          </p:spPr>
        </p:pic>
      </p:grpSp>
      <p:grpSp>
        <p:nvGrpSpPr>
          <p:cNvPr id="536" name="object 536"/>
          <p:cNvGrpSpPr/>
          <p:nvPr/>
        </p:nvGrpSpPr>
        <p:grpSpPr>
          <a:xfrm>
            <a:off x="5181142" y="7369397"/>
            <a:ext cx="1195705" cy="294640"/>
            <a:chOff x="5181142" y="7369397"/>
            <a:chExt cx="1195705" cy="294640"/>
          </a:xfrm>
        </p:grpSpPr>
        <p:pic>
          <p:nvPicPr>
            <p:cNvPr id="537" name="object 537"/>
            <p:cNvPicPr/>
            <p:nvPr/>
          </p:nvPicPr>
          <p:blipFill>
            <a:blip r:embed="rId342" cstate="print"/>
            <a:stretch>
              <a:fillRect/>
            </a:stretch>
          </p:blipFill>
          <p:spPr>
            <a:xfrm>
              <a:off x="5181142" y="7428325"/>
              <a:ext cx="411467" cy="172046"/>
            </a:xfrm>
            <a:prstGeom prst="rect">
              <a:avLst/>
            </a:prstGeom>
          </p:spPr>
        </p:pic>
        <p:pic>
          <p:nvPicPr>
            <p:cNvPr id="538" name="object 538"/>
            <p:cNvPicPr/>
            <p:nvPr/>
          </p:nvPicPr>
          <p:blipFill>
            <a:blip r:embed="rId343" cstate="print"/>
            <a:stretch>
              <a:fillRect/>
            </a:stretch>
          </p:blipFill>
          <p:spPr>
            <a:xfrm>
              <a:off x="5624131" y="7428325"/>
              <a:ext cx="275361" cy="168275"/>
            </a:xfrm>
            <a:prstGeom prst="rect">
              <a:avLst/>
            </a:prstGeom>
          </p:spPr>
        </p:pic>
        <p:sp>
          <p:nvSpPr>
            <p:cNvPr id="539" name="object 539"/>
            <p:cNvSpPr/>
            <p:nvPr/>
          </p:nvSpPr>
          <p:spPr>
            <a:xfrm>
              <a:off x="5943612" y="736940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4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0" name="object 540"/>
            <p:cNvPicPr/>
            <p:nvPr/>
          </p:nvPicPr>
          <p:blipFill>
            <a:blip r:embed="rId344" cstate="print"/>
            <a:stretch>
              <a:fillRect/>
            </a:stretch>
          </p:blipFill>
          <p:spPr>
            <a:xfrm>
              <a:off x="6031420" y="7428325"/>
              <a:ext cx="150215" cy="168275"/>
            </a:xfrm>
            <a:prstGeom prst="rect">
              <a:avLst/>
            </a:prstGeom>
          </p:spPr>
        </p:pic>
        <p:pic>
          <p:nvPicPr>
            <p:cNvPr id="541" name="object 541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6216040" y="7428325"/>
              <a:ext cx="160527" cy="235153"/>
            </a:xfrm>
            <a:prstGeom prst="rect">
              <a:avLst/>
            </a:prstGeom>
          </p:spPr>
        </p:pic>
      </p:grpSp>
      <p:grpSp>
        <p:nvGrpSpPr>
          <p:cNvPr id="542" name="object 542"/>
          <p:cNvGrpSpPr/>
          <p:nvPr/>
        </p:nvGrpSpPr>
        <p:grpSpPr>
          <a:xfrm>
            <a:off x="6507912" y="7369397"/>
            <a:ext cx="1322070" cy="231140"/>
            <a:chOff x="6507912" y="7369397"/>
            <a:chExt cx="1322070" cy="231140"/>
          </a:xfrm>
        </p:grpSpPr>
        <p:sp>
          <p:nvSpPr>
            <p:cNvPr id="543" name="object 543"/>
            <p:cNvSpPr/>
            <p:nvPr/>
          </p:nvSpPr>
          <p:spPr>
            <a:xfrm>
              <a:off x="6507912" y="736940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4" name="object 544"/>
            <p:cNvPicPr/>
            <p:nvPr/>
          </p:nvPicPr>
          <p:blipFill>
            <a:blip r:embed="rId339" cstate="print"/>
            <a:stretch>
              <a:fillRect/>
            </a:stretch>
          </p:blipFill>
          <p:spPr>
            <a:xfrm>
              <a:off x="6595719" y="7428325"/>
              <a:ext cx="150215" cy="168275"/>
            </a:xfrm>
            <a:prstGeom prst="rect">
              <a:avLst/>
            </a:prstGeom>
          </p:spPr>
        </p:pic>
        <p:pic>
          <p:nvPicPr>
            <p:cNvPr id="545" name="object 545"/>
            <p:cNvPicPr/>
            <p:nvPr/>
          </p:nvPicPr>
          <p:blipFill>
            <a:blip r:embed="rId345" cstate="print"/>
            <a:stretch>
              <a:fillRect/>
            </a:stretch>
          </p:blipFill>
          <p:spPr>
            <a:xfrm>
              <a:off x="6780417" y="7369397"/>
              <a:ext cx="160653" cy="230974"/>
            </a:xfrm>
            <a:prstGeom prst="rect">
              <a:avLst/>
            </a:prstGeom>
          </p:spPr>
        </p:pic>
        <p:sp>
          <p:nvSpPr>
            <p:cNvPr id="546" name="object 546"/>
            <p:cNvSpPr/>
            <p:nvPr/>
          </p:nvSpPr>
          <p:spPr>
            <a:xfrm>
              <a:off x="6983997" y="736940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7" name="object 547"/>
            <p:cNvPicPr/>
            <p:nvPr/>
          </p:nvPicPr>
          <p:blipFill>
            <a:blip r:embed="rId346" cstate="print"/>
            <a:stretch>
              <a:fillRect/>
            </a:stretch>
          </p:blipFill>
          <p:spPr>
            <a:xfrm>
              <a:off x="7062482" y="7428325"/>
              <a:ext cx="155384" cy="172046"/>
            </a:xfrm>
            <a:prstGeom prst="rect">
              <a:avLst/>
            </a:prstGeom>
          </p:spPr>
        </p:pic>
        <p:pic>
          <p:nvPicPr>
            <p:cNvPr id="548" name="object 548"/>
            <p:cNvPicPr/>
            <p:nvPr/>
          </p:nvPicPr>
          <p:blipFill>
            <a:blip r:embed="rId347" cstate="print"/>
            <a:stretch>
              <a:fillRect/>
            </a:stretch>
          </p:blipFill>
          <p:spPr>
            <a:xfrm>
              <a:off x="7237273" y="7373753"/>
              <a:ext cx="453567" cy="226618"/>
            </a:xfrm>
            <a:prstGeom prst="rect">
              <a:avLst/>
            </a:prstGeom>
          </p:spPr>
        </p:pic>
        <p:pic>
          <p:nvPicPr>
            <p:cNvPr id="549" name="object 549"/>
            <p:cNvPicPr/>
            <p:nvPr/>
          </p:nvPicPr>
          <p:blipFill>
            <a:blip r:embed="rId348" cstate="print"/>
            <a:stretch>
              <a:fillRect/>
            </a:stretch>
          </p:blipFill>
          <p:spPr>
            <a:xfrm>
              <a:off x="7723048" y="7428325"/>
              <a:ext cx="106756" cy="168275"/>
            </a:xfrm>
            <a:prstGeom prst="rect">
              <a:avLst/>
            </a:prstGeom>
          </p:spPr>
        </p:pic>
      </p:grpSp>
      <p:grpSp>
        <p:nvGrpSpPr>
          <p:cNvPr id="550" name="object 550"/>
          <p:cNvGrpSpPr/>
          <p:nvPr/>
        </p:nvGrpSpPr>
        <p:grpSpPr>
          <a:xfrm>
            <a:off x="7917751" y="7365422"/>
            <a:ext cx="423545" cy="234950"/>
            <a:chOff x="7917751" y="7365422"/>
            <a:chExt cx="423545" cy="234950"/>
          </a:xfrm>
        </p:grpSpPr>
        <p:pic>
          <p:nvPicPr>
            <p:cNvPr id="551" name="object 551"/>
            <p:cNvPicPr/>
            <p:nvPr/>
          </p:nvPicPr>
          <p:blipFill>
            <a:blip r:embed="rId349" cstate="print"/>
            <a:stretch>
              <a:fillRect/>
            </a:stretch>
          </p:blipFill>
          <p:spPr>
            <a:xfrm>
              <a:off x="7917751" y="7365422"/>
              <a:ext cx="284518" cy="234950"/>
            </a:xfrm>
            <a:prstGeom prst="rect">
              <a:avLst/>
            </a:prstGeom>
          </p:spPr>
        </p:pic>
        <p:pic>
          <p:nvPicPr>
            <p:cNvPr id="552" name="object 552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8234476" y="7428325"/>
              <a:ext cx="106768" cy="168275"/>
            </a:xfrm>
            <a:prstGeom prst="rect">
              <a:avLst/>
            </a:prstGeom>
          </p:spPr>
        </p:pic>
      </p:grpSp>
      <p:grpSp>
        <p:nvGrpSpPr>
          <p:cNvPr id="553" name="object 553"/>
          <p:cNvGrpSpPr/>
          <p:nvPr/>
        </p:nvGrpSpPr>
        <p:grpSpPr>
          <a:xfrm>
            <a:off x="8430183" y="7373753"/>
            <a:ext cx="622935" cy="226695"/>
            <a:chOff x="8430183" y="7373753"/>
            <a:chExt cx="622935" cy="226695"/>
          </a:xfrm>
        </p:grpSpPr>
        <p:pic>
          <p:nvPicPr>
            <p:cNvPr id="554" name="object 554"/>
            <p:cNvPicPr/>
            <p:nvPr/>
          </p:nvPicPr>
          <p:blipFill>
            <a:blip r:embed="rId350" cstate="print"/>
            <a:stretch>
              <a:fillRect/>
            </a:stretch>
          </p:blipFill>
          <p:spPr>
            <a:xfrm>
              <a:off x="8430183" y="7373753"/>
              <a:ext cx="264871" cy="226618"/>
            </a:xfrm>
            <a:prstGeom prst="rect">
              <a:avLst/>
            </a:prstGeom>
          </p:spPr>
        </p:pic>
        <p:pic>
          <p:nvPicPr>
            <p:cNvPr id="555" name="object 555"/>
            <p:cNvPicPr/>
            <p:nvPr/>
          </p:nvPicPr>
          <p:blipFill>
            <a:blip r:embed="rId351" cstate="print"/>
            <a:stretch>
              <a:fillRect/>
            </a:stretch>
          </p:blipFill>
          <p:spPr>
            <a:xfrm>
              <a:off x="8719032" y="7428324"/>
              <a:ext cx="154584" cy="172046"/>
            </a:xfrm>
            <a:prstGeom prst="rect">
              <a:avLst/>
            </a:prstGeom>
          </p:spPr>
        </p:pic>
        <p:pic>
          <p:nvPicPr>
            <p:cNvPr id="556" name="object 556"/>
            <p:cNvPicPr/>
            <p:nvPr/>
          </p:nvPicPr>
          <p:blipFill>
            <a:blip r:embed="rId352" cstate="print"/>
            <a:stretch>
              <a:fillRect/>
            </a:stretch>
          </p:blipFill>
          <p:spPr>
            <a:xfrm>
              <a:off x="8897391" y="7428324"/>
              <a:ext cx="155384" cy="172046"/>
            </a:xfrm>
            <a:prstGeom prst="rect">
              <a:avLst/>
            </a:prstGeom>
          </p:spPr>
        </p:pic>
      </p:grpSp>
      <p:grpSp>
        <p:nvGrpSpPr>
          <p:cNvPr id="557" name="object 557"/>
          <p:cNvGrpSpPr/>
          <p:nvPr/>
        </p:nvGrpSpPr>
        <p:grpSpPr>
          <a:xfrm>
            <a:off x="9083497" y="7369397"/>
            <a:ext cx="633095" cy="231140"/>
            <a:chOff x="9083497" y="7369397"/>
            <a:chExt cx="633095" cy="231140"/>
          </a:xfrm>
        </p:grpSpPr>
        <p:pic>
          <p:nvPicPr>
            <p:cNvPr id="558" name="object 558"/>
            <p:cNvPicPr/>
            <p:nvPr/>
          </p:nvPicPr>
          <p:blipFill>
            <a:blip r:embed="rId353" cstate="print"/>
            <a:stretch>
              <a:fillRect/>
            </a:stretch>
          </p:blipFill>
          <p:spPr>
            <a:xfrm>
              <a:off x="9264929" y="7428325"/>
              <a:ext cx="153797" cy="172046"/>
            </a:xfrm>
            <a:prstGeom prst="rect">
              <a:avLst/>
            </a:prstGeom>
          </p:spPr>
        </p:pic>
        <p:pic>
          <p:nvPicPr>
            <p:cNvPr id="559" name="object 559"/>
            <p:cNvPicPr/>
            <p:nvPr/>
          </p:nvPicPr>
          <p:blipFill>
            <a:blip r:embed="rId354" cstate="print"/>
            <a:stretch>
              <a:fillRect/>
            </a:stretch>
          </p:blipFill>
          <p:spPr>
            <a:xfrm>
              <a:off x="9083497" y="7369397"/>
              <a:ext cx="150012" cy="227202"/>
            </a:xfrm>
            <a:prstGeom prst="rect">
              <a:avLst/>
            </a:prstGeom>
          </p:spPr>
        </p:pic>
        <p:pic>
          <p:nvPicPr>
            <p:cNvPr id="560" name="object 560"/>
            <p:cNvPicPr/>
            <p:nvPr/>
          </p:nvPicPr>
          <p:blipFill>
            <a:blip r:embed="rId355" cstate="print"/>
            <a:stretch>
              <a:fillRect/>
            </a:stretch>
          </p:blipFill>
          <p:spPr>
            <a:xfrm>
              <a:off x="9452229" y="7428325"/>
              <a:ext cx="264045" cy="172046"/>
            </a:xfrm>
            <a:prstGeom prst="rect">
              <a:avLst/>
            </a:prstGeom>
          </p:spPr>
        </p:pic>
      </p:grpSp>
      <p:pic>
        <p:nvPicPr>
          <p:cNvPr id="561" name="object 561"/>
          <p:cNvPicPr/>
          <p:nvPr/>
        </p:nvPicPr>
        <p:blipFill>
          <a:blip r:embed="rId356" cstate="print"/>
          <a:stretch>
            <a:fillRect/>
          </a:stretch>
        </p:blipFill>
        <p:spPr>
          <a:xfrm>
            <a:off x="9824491" y="7373753"/>
            <a:ext cx="283527" cy="226618"/>
          </a:xfrm>
          <a:prstGeom prst="rect">
            <a:avLst/>
          </a:prstGeom>
        </p:spPr>
      </p:pic>
      <p:grpSp>
        <p:nvGrpSpPr>
          <p:cNvPr id="562" name="object 562"/>
          <p:cNvGrpSpPr/>
          <p:nvPr/>
        </p:nvGrpSpPr>
        <p:grpSpPr>
          <a:xfrm>
            <a:off x="10215156" y="7373753"/>
            <a:ext cx="1170305" cy="285750"/>
            <a:chOff x="10215156" y="7373753"/>
            <a:chExt cx="1170305" cy="285750"/>
          </a:xfrm>
        </p:grpSpPr>
        <p:pic>
          <p:nvPicPr>
            <p:cNvPr id="563" name="object 563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10215156" y="7428324"/>
              <a:ext cx="153784" cy="172046"/>
            </a:xfrm>
            <a:prstGeom prst="rect">
              <a:avLst/>
            </a:prstGeom>
          </p:spPr>
        </p:pic>
        <p:pic>
          <p:nvPicPr>
            <p:cNvPr id="564" name="object 564"/>
            <p:cNvPicPr/>
            <p:nvPr/>
          </p:nvPicPr>
          <p:blipFill>
            <a:blip r:embed="rId357" cstate="print"/>
            <a:stretch>
              <a:fillRect/>
            </a:stretch>
          </p:blipFill>
          <p:spPr>
            <a:xfrm>
              <a:off x="10406024" y="7431906"/>
              <a:ext cx="149809" cy="168465"/>
            </a:xfrm>
            <a:prstGeom prst="rect">
              <a:avLst/>
            </a:prstGeom>
          </p:spPr>
        </p:pic>
        <p:pic>
          <p:nvPicPr>
            <p:cNvPr id="565" name="object 565"/>
            <p:cNvPicPr/>
            <p:nvPr/>
          </p:nvPicPr>
          <p:blipFill>
            <a:blip r:embed="rId358" cstate="print"/>
            <a:stretch>
              <a:fillRect/>
            </a:stretch>
          </p:blipFill>
          <p:spPr>
            <a:xfrm>
              <a:off x="10599763" y="7428324"/>
              <a:ext cx="160502" cy="230987"/>
            </a:xfrm>
            <a:prstGeom prst="rect">
              <a:avLst/>
            </a:prstGeom>
          </p:spPr>
        </p:pic>
        <p:pic>
          <p:nvPicPr>
            <p:cNvPr id="566" name="object 566"/>
            <p:cNvPicPr/>
            <p:nvPr/>
          </p:nvPicPr>
          <p:blipFill>
            <a:blip r:embed="rId359" cstate="print"/>
            <a:stretch>
              <a:fillRect/>
            </a:stretch>
          </p:blipFill>
          <p:spPr>
            <a:xfrm>
              <a:off x="10793704" y="7428324"/>
              <a:ext cx="160502" cy="230987"/>
            </a:xfrm>
            <a:prstGeom prst="rect">
              <a:avLst/>
            </a:prstGeom>
          </p:spPr>
        </p:pic>
        <p:pic>
          <p:nvPicPr>
            <p:cNvPr id="567" name="object 567"/>
            <p:cNvPicPr/>
            <p:nvPr/>
          </p:nvPicPr>
          <p:blipFill>
            <a:blip r:embed="rId280" cstate="print"/>
            <a:stretch>
              <a:fillRect/>
            </a:stretch>
          </p:blipFill>
          <p:spPr>
            <a:xfrm>
              <a:off x="10978705" y="7428324"/>
              <a:ext cx="169862" cy="172046"/>
            </a:xfrm>
            <a:prstGeom prst="rect">
              <a:avLst/>
            </a:prstGeom>
          </p:spPr>
        </p:pic>
        <p:pic>
          <p:nvPicPr>
            <p:cNvPr id="568" name="object 568"/>
            <p:cNvPicPr/>
            <p:nvPr/>
          </p:nvPicPr>
          <p:blipFill>
            <a:blip r:embed="rId360" cstate="print"/>
            <a:stretch>
              <a:fillRect/>
            </a:stretch>
          </p:blipFill>
          <p:spPr>
            <a:xfrm>
              <a:off x="11180788" y="7373753"/>
              <a:ext cx="204520" cy="226618"/>
            </a:xfrm>
            <a:prstGeom prst="rect">
              <a:avLst/>
            </a:prstGeom>
          </p:spPr>
        </p:pic>
      </p:grpSp>
      <p:grpSp>
        <p:nvGrpSpPr>
          <p:cNvPr id="569" name="object 569"/>
          <p:cNvGrpSpPr/>
          <p:nvPr/>
        </p:nvGrpSpPr>
        <p:grpSpPr>
          <a:xfrm>
            <a:off x="11482209" y="7369397"/>
            <a:ext cx="908050" cy="294640"/>
            <a:chOff x="11482209" y="7369397"/>
            <a:chExt cx="908050" cy="294640"/>
          </a:xfrm>
        </p:grpSpPr>
        <p:pic>
          <p:nvPicPr>
            <p:cNvPr id="570" name="object 57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1482209" y="7373753"/>
              <a:ext cx="97027" cy="226618"/>
            </a:xfrm>
            <a:prstGeom prst="rect">
              <a:avLst/>
            </a:prstGeom>
          </p:spPr>
        </p:pic>
        <p:sp>
          <p:nvSpPr>
            <p:cNvPr id="571" name="object 571"/>
            <p:cNvSpPr/>
            <p:nvPr/>
          </p:nvSpPr>
          <p:spPr>
            <a:xfrm>
              <a:off x="11605997" y="736940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2" name="object 57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1690832" y="7428325"/>
              <a:ext cx="242290" cy="168275"/>
            </a:xfrm>
            <a:prstGeom prst="rect">
              <a:avLst/>
            </a:prstGeom>
          </p:spPr>
        </p:pic>
        <p:pic>
          <p:nvPicPr>
            <p:cNvPr id="573" name="object 573"/>
            <p:cNvPicPr/>
            <p:nvPr/>
          </p:nvPicPr>
          <p:blipFill>
            <a:blip r:embed="rId361" cstate="print"/>
            <a:stretch>
              <a:fillRect/>
            </a:stretch>
          </p:blipFill>
          <p:spPr>
            <a:xfrm>
              <a:off x="11963806" y="7428325"/>
              <a:ext cx="153797" cy="172046"/>
            </a:xfrm>
            <a:prstGeom prst="rect">
              <a:avLst/>
            </a:prstGeom>
          </p:spPr>
        </p:pic>
        <p:sp>
          <p:nvSpPr>
            <p:cNvPr id="574" name="object 574"/>
            <p:cNvSpPr/>
            <p:nvPr/>
          </p:nvSpPr>
          <p:spPr>
            <a:xfrm>
              <a:off x="12153087" y="736939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5" name="object 575"/>
            <p:cNvPicPr/>
            <p:nvPr/>
          </p:nvPicPr>
          <p:blipFill>
            <a:blip r:embed="rId362" cstate="print"/>
            <a:stretch>
              <a:fillRect/>
            </a:stretch>
          </p:blipFill>
          <p:spPr>
            <a:xfrm>
              <a:off x="12220664" y="7431906"/>
              <a:ext cx="169265" cy="231571"/>
            </a:xfrm>
            <a:prstGeom prst="rect">
              <a:avLst/>
            </a:prstGeom>
          </p:spPr>
        </p:pic>
      </p:grpSp>
      <p:grpSp>
        <p:nvGrpSpPr>
          <p:cNvPr id="576" name="object 576"/>
          <p:cNvGrpSpPr/>
          <p:nvPr/>
        </p:nvGrpSpPr>
        <p:grpSpPr>
          <a:xfrm>
            <a:off x="12506083" y="7369397"/>
            <a:ext cx="1860550" cy="231140"/>
            <a:chOff x="12506083" y="7369397"/>
            <a:chExt cx="1860550" cy="231140"/>
          </a:xfrm>
        </p:grpSpPr>
        <p:sp>
          <p:nvSpPr>
            <p:cNvPr id="577" name="object 577"/>
            <p:cNvSpPr/>
            <p:nvPr/>
          </p:nvSpPr>
          <p:spPr>
            <a:xfrm>
              <a:off x="12506084" y="736940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8" name="object 578"/>
            <p:cNvPicPr/>
            <p:nvPr/>
          </p:nvPicPr>
          <p:blipFill>
            <a:blip r:embed="rId363" cstate="print"/>
            <a:stretch>
              <a:fillRect/>
            </a:stretch>
          </p:blipFill>
          <p:spPr>
            <a:xfrm>
              <a:off x="12593904" y="7428325"/>
              <a:ext cx="150215" cy="168275"/>
            </a:xfrm>
            <a:prstGeom prst="rect">
              <a:avLst/>
            </a:prstGeom>
          </p:spPr>
        </p:pic>
        <p:pic>
          <p:nvPicPr>
            <p:cNvPr id="579" name="object 579"/>
            <p:cNvPicPr/>
            <p:nvPr/>
          </p:nvPicPr>
          <p:blipFill>
            <a:blip r:embed="rId364" cstate="print"/>
            <a:stretch>
              <a:fillRect/>
            </a:stretch>
          </p:blipFill>
          <p:spPr>
            <a:xfrm>
              <a:off x="12770180" y="7373753"/>
              <a:ext cx="264871" cy="226618"/>
            </a:xfrm>
            <a:prstGeom prst="rect">
              <a:avLst/>
            </a:prstGeom>
          </p:spPr>
        </p:pic>
        <p:pic>
          <p:nvPicPr>
            <p:cNvPr id="580" name="object 580"/>
            <p:cNvPicPr/>
            <p:nvPr/>
          </p:nvPicPr>
          <p:blipFill>
            <a:blip r:embed="rId365" cstate="print"/>
            <a:stretch>
              <a:fillRect/>
            </a:stretch>
          </p:blipFill>
          <p:spPr>
            <a:xfrm>
              <a:off x="13068554" y="7428325"/>
              <a:ext cx="443204" cy="172046"/>
            </a:xfrm>
            <a:prstGeom prst="rect">
              <a:avLst/>
            </a:prstGeom>
          </p:spPr>
        </p:pic>
        <p:pic>
          <p:nvPicPr>
            <p:cNvPr id="581" name="object 581"/>
            <p:cNvPicPr/>
            <p:nvPr/>
          </p:nvPicPr>
          <p:blipFill>
            <a:blip r:embed="rId366" cstate="print"/>
            <a:stretch>
              <a:fillRect/>
            </a:stretch>
          </p:blipFill>
          <p:spPr>
            <a:xfrm>
              <a:off x="13546861" y="7428325"/>
              <a:ext cx="150215" cy="168275"/>
            </a:xfrm>
            <a:prstGeom prst="rect">
              <a:avLst/>
            </a:prstGeom>
          </p:spPr>
        </p:pic>
        <p:pic>
          <p:nvPicPr>
            <p:cNvPr id="582" name="object 582"/>
            <p:cNvPicPr/>
            <p:nvPr/>
          </p:nvPicPr>
          <p:blipFill>
            <a:blip r:embed="rId367" cstate="print"/>
            <a:stretch>
              <a:fillRect/>
            </a:stretch>
          </p:blipFill>
          <p:spPr>
            <a:xfrm>
              <a:off x="13723137" y="7373753"/>
              <a:ext cx="97028" cy="226618"/>
            </a:xfrm>
            <a:prstGeom prst="rect">
              <a:avLst/>
            </a:prstGeom>
          </p:spPr>
        </p:pic>
        <p:sp>
          <p:nvSpPr>
            <p:cNvPr id="583" name="object 583"/>
            <p:cNvSpPr/>
            <p:nvPr/>
          </p:nvSpPr>
          <p:spPr>
            <a:xfrm>
              <a:off x="13846925" y="736940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4" name="object 584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3925016" y="7428325"/>
              <a:ext cx="169862" cy="172046"/>
            </a:xfrm>
            <a:prstGeom prst="rect">
              <a:avLst/>
            </a:prstGeom>
          </p:spPr>
        </p:pic>
        <p:pic>
          <p:nvPicPr>
            <p:cNvPr id="585" name="object 585"/>
            <p:cNvPicPr/>
            <p:nvPr/>
          </p:nvPicPr>
          <p:blipFill>
            <a:blip r:embed="rId368" cstate="print"/>
            <a:stretch>
              <a:fillRect/>
            </a:stretch>
          </p:blipFill>
          <p:spPr>
            <a:xfrm>
              <a:off x="14128674" y="7428325"/>
              <a:ext cx="150215" cy="168275"/>
            </a:xfrm>
            <a:prstGeom prst="rect">
              <a:avLst/>
            </a:prstGeom>
          </p:spPr>
        </p:pic>
        <p:sp>
          <p:nvSpPr>
            <p:cNvPr id="586" name="object 586"/>
            <p:cNvSpPr/>
            <p:nvPr/>
          </p:nvSpPr>
          <p:spPr>
            <a:xfrm>
              <a:off x="14323009" y="7552950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5">
                  <a:moveTo>
                    <a:pt x="43459" y="0"/>
                  </a:moveTo>
                  <a:lnTo>
                    <a:pt x="0" y="0"/>
                  </a:lnTo>
                  <a:lnTo>
                    <a:pt x="0" y="43649"/>
                  </a:lnTo>
                  <a:lnTo>
                    <a:pt x="43459" y="43649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7" name="object 587"/>
          <p:cNvGrpSpPr/>
          <p:nvPr/>
        </p:nvGrpSpPr>
        <p:grpSpPr>
          <a:xfrm>
            <a:off x="2123395" y="8263985"/>
            <a:ext cx="1163320" cy="306070"/>
            <a:chOff x="2123395" y="8263985"/>
            <a:chExt cx="1163320" cy="306070"/>
          </a:xfrm>
        </p:grpSpPr>
        <p:pic>
          <p:nvPicPr>
            <p:cNvPr id="588" name="object 588"/>
            <p:cNvPicPr/>
            <p:nvPr/>
          </p:nvPicPr>
          <p:blipFill>
            <a:blip r:embed="rId369" cstate="print"/>
            <a:stretch>
              <a:fillRect/>
            </a:stretch>
          </p:blipFill>
          <p:spPr>
            <a:xfrm>
              <a:off x="2123395" y="8263985"/>
              <a:ext cx="187325" cy="236334"/>
            </a:xfrm>
            <a:prstGeom prst="rect">
              <a:avLst/>
            </a:prstGeom>
          </p:spPr>
        </p:pic>
        <p:pic>
          <p:nvPicPr>
            <p:cNvPr id="589" name="object 589"/>
            <p:cNvPicPr/>
            <p:nvPr/>
          </p:nvPicPr>
          <p:blipFill>
            <a:blip r:embed="rId370" cstate="print"/>
            <a:stretch>
              <a:fillRect/>
            </a:stretch>
          </p:blipFill>
          <p:spPr>
            <a:xfrm>
              <a:off x="2350542" y="8325301"/>
              <a:ext cx="176610" cy="178993"/>
            </a:xfrm>
            <a:prstGeom prst="rect">
              <a:avLst/>
            </a:prstGeom>
          </p:spPr>
        </p:pic>
        <p:pic>
          <p:nvPicPr>
            <p:cNvPr id="590" name="object 590"/>
            <p:cNvPicPr/>
            <p:nvPr/>
          </p:nvPicPr>
          <p:blipFill>
            <a:blip r:embed="rId371" cstate="print"/>
            <a:stretch>
              <a:fillRect/>
            </a:stretch>
          </p:blipFill>
          <p:spPr>
            <a:xfrm>
              <a:off x="2540731" y="8329072"/>
              <a:ext cx="177800" cy="171246"/>
            </a:xfrm>
            <a:prstGeom prst="rect">
              <a:avLst/>
            </a:prstGeom>
          </p:spPr>
        </p:pic>
        <p:pic>
          <p:nvPicPr>
            <p:cNvPr id="591" name="object 591"/>
            <p:cNvPicPr/>
            <p:nvPr/>
          </p:nvPicPr>
          <p:blipFill>
            <a:blip r:embed="rId372" cstate="print"/>
            <a:stretch>
              <a:fillRect/>
            </a:stretch>
          </p:blipFill>
          <p:spPr>
            <a:xfrm>
              <a:off x="2733103" y="8325301"/>
              <a:ext cx="159939" cy="178993"/>
            </a:xfrm>
            <a:prstGeom prst="rect">
              <a:avLst/>
            </a:prstGeom>
          </p:spPr>
        </p:pic>
        <p:pic>
          <p:nvPicPr>
            <p:cNvPr id="592" name="object 592"/>
            <p:cNvPicPr/>
            <p:nvPr/>
          </p:nvPicPr>
          <p:blipFill>
            <a:blip r:embed="rId373" cstate="print"/>
            <a:stretch>
              <a:fillRect/>
            </a:stretch>
          </p:blipFill>
          <p:spPr>
            <a:xfrm>
              <a:off x="2929840" y="8263985"/>
              <a:ext cx="45443" cy="236334"/>
            </a:xfrm>
            <a:prstGeom prst="rect">
              <a:avLst/>
            </a:prstGeom>
          </p:spPr>
        </p:pic>
        <p:pic>
          <p:nvPicPr>
            <p:cNvPr id="593" name="object 593"/>
            <p:cNvPicPr/>
            <p:nvPr/>
          </p:nvPicPr>
          <p:blipFill>
            <a:blip r:embed="rId374" cstate="print"/>
            <a:stretch>
              <a:fillRect/>
            </a:stretch>
          </p:blipFill>
          <p:spPr>
            <a:xfrm>
              <a:off x="3002926" y="8268544"/>
              <a:ext cx="283391" cy="301231"/>
            </a:xfrm>
            <a:prstGeom prst="rect">
              <a:avLst/>
            </a:prstGeom>
          </p:spPr>
        </p:pic>
      </p:grpSp>
      <p:pic>
        <p:nvPicPr>
          <p:cNvPr id="594" name="object 594"/>
          <p:cNvPicPr/>
          <p:nvPr/>
        </p:nvPicPr>
        <p:blipFill>
          <a:blip r:embed="rId296" cstate="print"/>
          <a:stretch>
            <a:fillRect/>
          </a:stretch>
        </p:blipFill>
        <p:spPr>
          <a:xfrm>
            <a:off x="2385529" y="8796890"/>
            <a:ext cx="78581" cy="78574"/>
          </a:xfrm>
          <a:prstGeom prst="rect">
            <a:avLst/>
          </a:prstGeom>
        </p:spPr>
      </p:pic>
      <p:grpSp>
        <p:nvGrpSpPr>
          <p:cNvPr id="595" name="object 595"/>
          <p:cNvGrpSpPr/>
          <p:nvPr/>
        </p:nvGrpSpPr>
        <p:grpSpPr>
          <a:xfrm>
            <a:off x="2660167" y="8720296"/>
            <a:ext cx="1586230" cy="231140"/>
            <a:chOff x="2660167" y="8720296"/>
            <a:chExt cx="1586230" cy="231140"/>
          </a:xfrm>
        </p:grpSpPr>
        <p:sp>
          <p:nvSpPr>
            <p:cNvPr id="596" name="object 596"/>
            <p:cNvSpPr/>
            <p:nvPr/>
          </p:nvSpPr>
          <p:spPr>
            <a:xfrm>
              <a:off x="2660167" y="8720296"/>
              <a:ext cx="46355" cy="227329"/>
            </a:xfrm>
            <a:custGeom>
              <a:avLst/>
              <a:gdLst/>
              <a:ahLst/>
              <a:cxnLst/>
              <a:rect l="l" t="t" r="r" b="b"/>
              <a:pathLst>
                <a:path w="46355" h="227329">
                  <a:moveTo>
                    <a:pt x="46037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6037" y="227202"/>
                  </a:lnTo>
                  <a:lnTo>
                    <a:pt x="4603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7" name="object 597"/>
            <p:cNvPicPr/>
            <p:nvPr/>
          </p:nvPicPr>
          <p:blipFill>
            <a:blip r:embed="rId375" cstate="print"/>
            <a:stretch>
              <a:fillRect/>
            </a:stretch>
          </p:blipFill>
          <p:spPr>
            <a:xfrm>
              <a:off x="2749172" y="8779224"/>
              <a:ext cx="150216" cy="168275"/>
            </a:xfrm>
            <a:prstGeom prst="rect">
              <a:avLst/>
            </a:prstGeom>
          </p:spPr>
        </p:pic>
        <p:pic>
          <p:nvPicPr>
            <p:cNvPr id="598" name="object 598"/>
            <p:cNvPicPr/>
            <p:nvPr/>
          </p:nvPicPr>
          <p:blipFill>
            <a:blip r:embed="rId376" cstate="print"/>
            <a:stretch>
              <a:fillRect/>
            </a:stretch>
          </p:blipFill>
          <p:spPr>
            <a:xfrm>
              <a:off x="2925451" y="8724652"/>
              <a:ext cx="97035" cy="226618"/>
            </a:xfrm>
            <a:prstGeom prst="rect">
              <a:avLst/>
            </a:prstGeom>
          </p:spPr>
        </p:pic>
        <p:pic>
          <p:nvPicPr>
            <p:cNvPr id="599" name="object 599"/>
            <p:cNvPicPr/>
            <p:nvPr/>
          </p:nvPicPr>
          <p:blipFill>
            <a:blip r:embed="rId377" cstate="print"/>
            <a:stretch>
              <a:fillRect/>
            </a:stretch>
          </p:blipFill>
          <p:spPr>
            <a:xfrm>
              <a:off x="3047253" y="8779224"/>
              <a:ext cx="285282" cy="172046"/>
            </a:xfrm>
            <a:prstGeom prst="rect">
              <a:avLst/>
            </a:prstGeom>
          </p:spPr>
        </p:pic>
        <p:pic>
          <p:nvPicPr>
            <p:cNvPr id="600" name="object 600"/>
            <p:cNvPicPr/>
            <p:nvPr/>
          </p:nvPicPr>
          <p:blipFill>
            <a:blip r:embed="rId378" cstate="print"/>
            <a:stretch>
              <a:fillRect/>
            </a:stretch>
          </p:blipFill>
          <p:spPr>
            <a:xfrm>
              <a:off x="3357088" y="8720296"/>
              <a:ext cx="160659" cy="230974"/>
            </a:xfrm>
            <a:prstGeom prst="rect">
              <a:avLst/>
            </a:prstGeom>
          </p:spPr>
        </p:pic>
        <p:pic>
          <p:nvPicPr>
            <p:cNvPr id="601" name="object 601"/>
            <p:cNvPicPr/>
            <p:nvPr/>
          </p:nvPicPr>
          <p:blipFill>
            <a:blip r:embed="rId379" cstate="print"/>
            <a:stretch>
              <a:fillRect/>
            </a:stretch>
          </p:blipFill>
          <p:spPr>
            <a:xfrm>
              <a:off x="3559683" y="8782805"/>
              <a:ext cx="149821" cy="168465"/>
            </a:xfrm>
            <a:prstGeom prst="rect">
              <a:avLst/>
            </a:prstGeom>
          </p:spPr>
        </p:pic>
        <p:pic>
          <p:nvPicPr>
            <p:cNvPr id="602" name="object 602"/>
            <p:cNvPicPr/>
            <p:nvPr/>
          </p:nvPicPr>
          <p:blipFill>
            <a:blip r:embed="rId380" cstate="print"/>
            <a:stretch>
              <a:fillRect/>
            </a:stretch>
          </p:blipFill>
          <p:spPr>
            <a:xfrm>
              <a:off x="3744887" y="8779224"/>
              <a:ext cx="327393" cy="172046"/>
            </a:xfrm>
            <a:prstGeom prst="rect">
              <a:avLst/>
            </a:prstGeom>
          </p:spPr>
        </p:pic>
        <p:pic>
          <p:nvPicPr>
            <p:cNvPr id="603" name="object 603"/>
            <p:cNvPicPr/>
            <p:nvPr/>
          </p:nvPicPr>
          <p:blipFill>
            <a:blip r:embed="rId381" cstate="print"/>
            <a:stretch>
              <a:fillRect/>
            </a:stretch>
          </p:blipFill>
          <p:spPr>
            <a:xfrm>
              <a:off x="4092486" y="8779224"/>
              <a:ext cx="153784" cy="172046"/>
            </a:xfrm>
            <a:prstGeom prst="rect">
              <a:avLst/>
            </a:prstGeom>
          </p:spPr>
        </p:pic>
      </p:grpSp>
      <p:grpSp>
        <p:nvGrpSpPr>
          <p:cNvPr id="604" name="object 604"/>
          <p:cNvGrpSpPr/>
          <p:nvPr/>
        </p:nvGrpSpPr>
        <p:grpSpPr>
          <a:xfrm>
            <a:off x="4359859" y="8720296"/>
            <a:ext cx="726440" cy="294640"/>
            <a:chOff x="4359859" y="8720296"/>
            <a:chExt cx="726440" cy="294640"/>
          </a:xfrm>
        </p:grpSpPr>
        <p:pic>
          <p:nvPicPr>
            <p:cNvPr id="605" name="object 605"/>
            <p:cNvPicPr/>
            <p:nvPr/>
          </p:nvPicPr>
          <p:blipFill>
            <a:blip r:embed="rId315" cstate="print"/>
            <a:stretch>
              <a:fillRect/>
            </a:stretch>
          </p:blipFill>
          <p:spPr>
            <a:xfrm>
              <a:off x="4359859" y="8779224"/>
              <a:ext cx="153784" cy="172046"/>
            </a:xfrm>
            <a:prstGeom prst="rect">
              <a:avLst/>
            </a:prstGeom>
          </p:spPr>
        </p:pic>
        <p:pic>
          <p:nvPicPr>
            <p:cNvPr id="606" name="object 606"/>
            <p:cNvPicPr/>
            <p:nvPr/>
          </p:nvPicPr>
          <p:blipFill>
            <a:blip r:embed="rId382" cstate="print"/>
            <a:stretch>
              <a:fillRect/>
            </a:stretch>
          </p:blipFill>
          <p:spPr>
            <a:xfrm>
              <a:off x="4537620" y="8779224"/>
              <a:ext cx="154584" cy="172046"/>
            </a:xfrm>
            <a:prstGeom prst="rect">
              <a:avLst/>
            </a:prstGeom>
          </p:spPr>
        </p:pic>
        <p:sp>
          <p:nvSpPr>
            <p:cNvPr id="607" name="object 607"/>
            <p:cNvSpPr/>
            <p:nvPr/>
          </p:nvSpPr>
          <p:spPr>
            <a:xfrm>
              <a:off x="4723727" y="8720302"/>
              <a:ext cx="169545" cy="227329"/>
            </a:xfrm>
            <a:custGeom>
              <a:avLst/>
              <a:gdLst/>
              <a:ahLst/>
              <a:cxnLst/>
              <a:rect l="l" t="t" r="r" b="b"/>
              <a:pathLst>
                <a:path w="169545" h="227329">
                  <a:moveTo>
                    <a:pt x="106756" y="67068"/>
                  </a:moveTo>
                  <a:lnTo>
                    <a:pt x="99745" y="63512"/>
                  </a:lnTo>
                  <a:lnTo>
                    <a:pt x="92608" y="60960"/>
                  </a:lnTo>
                  <a:lnTo>
                    <a:pt x="85356" y="59436"/>
                  </a:lnTo>
                  <a:lnTo>
                    <a:pt x="77978" y="58928"/>
                  </a:lnTo>
                  <a:lnTo>
                    <a:pt x="70967" y="58928"/>
                  </a:lnTo>
                  <a:lnTo>
                    <a:pt x="40474" y="85915"/>
                  </a:lnTo>
                  <a:lnTo>
                    <a:pt x="40474" y="62509"/>
                  </a:lnTo>
                  <a:lnTo>
                    <a:pt x="0" y="62509"/>
                  </a:lnTo>
                  <a:lnTo>
                    <a:pt x="0" y="227203"/>
                  </a:lnTo>
                  <a:lnTo>
                    <a:pt x="43649" y="227203"/>
                  </a:lnTo>
                  <a:lnTo>
                    <a:pt x="43649" y="176403"/>
                  </a:lnTo>
                  <a:lnTo>
                    <a:pt x="43865" y="157187"/>
                  </a:lnTo>
                  <a:lnTo>
                    <a:pt x="49733" y="112382"/>
                  </a:lnTo>
                  <a:lnTo>
                    <a:pt x="66738" y="97828"/>
                  </a:lnTo>
                  <a:lnTo>
                    <a:pt x="79171" y="97828"/>
                  </a:lnTo>
                  <a:lnTo>
                    <a:pt x="85991" y="100203"/>
                  </a:lnTo>
                  <a:lnTo>
                    <a:pt x="93256" y="104965"/>
                  </a:lnTo>
                  <a:lnTo>
                    <a:pt x="106756" y="67068"/>
                  </a:lnTo>
                  <a:close/>
                </a:path>
                <a:path w="169545" h="227329">
                  <a:moveTo>
                    <a:pt x="168998" y="0"/>
                  </a:moveTo>
                  <a:lnTo>
                    <a:pt x="125539" y="0"/>
                  </a:lnTo>
                  <a:lnTo>
                    <a:pt x="125539" y="227203"/>
                  </a:lnTo>
                  <a:lnTo>
                    <a:pt x="168998" y="227203"/>
                  </a:lnTo>
                  <a:lnTo>
                    <a:pt x="16899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8" name="object 608"/>
            <p:cNvPicPr/>
            <p:nvPr/>
          </p:nvPicPr>
          <p:blipFill>
            <a:blip r:embed="rId383" cstate="print"/>
            <a:stretch>
              <a:fillRect/>
            </a:stretch>
          </p:blipFill>
          <p:spPr>
            <a:xfrm>
              <a:off x="4916842" y="8782805"/>
              <a:ext cx="169265" cy="231571"/>
            </a:xfrm>
            <a:prstGeom prst="rect">
              <a:avLst/>
            </a:prstGeom>
          </p:spPr>
        </p:pic>
      </p:grpSp>
      <p:grpSp>
        <p:nvGrpSpPr>
          <p:cNvPr id="609" name="object 609"/>
          <p:cNvGrpSpPr/>
          <p:nvPr/>
        </p:nvGrpSpPr>
        <p:grpSpPr>
          <a:xfrm>
            <a:off x="5180838" y="8720296"/>
            <a:ext cx="1195705" cy="294640"/>
            <a:chOff x="5180838" y="8720296"/>
            <a:chExt cx="1195705" cy="294640"/>
          </a:xfrm>
        </p:grpSpPr>
        <p:pic>
          <p:nvPicPr>
            <p:cNvPr id="610" name="object 610"/>
            <p:cNvPicPr/>
            <p:nvPr/>
          </p:nvPicPr>
          <p:blipFill>
            <a:blip r:embed="rId384" cstate="print"/>
            <a:stretch>
              <a:fillRect/>
            </a:stretch>
          </p:blipFill>
          <p:spPr>
            <a:xfrm>
              <a:off x="5180838" y="8779224"/>
              <a:ext cx="411454" cy="172046"/>
            </a:xfrm>
            <a:prstGeom prst="rect">
              <a:avLst/>
            </a:prstGeom>
          </p:spPr>
        </p:pic>
        <p:pic>
          <p:nvPicPr>
            <p:cNvPr id="611" name="object 611"/>
            <p:cNvPicPr/>
            <p:nvPr/>
          </p:nvPicPr>
          <p:blipFill>
            <a:blip r:embed="rId385" cstate="print"/>
            <a:stretch>
              <a:fillRect/>
            </a:stretch>
          </p:blipFill>
          <p:spPr>
            <a:xfrm>
              <a:off x="5623814" y="8779224"/>
              <a:ext cx="275361" cy="168275"/>
            </a:xfrm>
            <a:prstGeom prst="rect">
              <a:avLst/>
            </a:prstGeom>
          </p:spPr>
        </p:pic>
        <p:sp>
          <p:nvSpPr>
            <p:cNvPr id="612" name="object 612"/>
            <p:cNvSpPr/>
            <p:nvPr/>
          </p:nvSpPr>
          <p:spPr>
            <a:xfrm>
              <a:off x="5943295" y="872030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3" name="object 613"/>
            <p:cNvPicPr/>
            <p:nvPr/>
          </p:nvPicPr>
          <p:blipFill>
            <a:blip r:embed="rId386" cstate="print"/>
            <a:stretch>
              <a:fillRect/>
            </a:stretch>
          </p:blipFill>
          <p:spPr>
            <a:xfrm>
              <a:off x="6031115" y="8779224"/>
              <a:ext cx="150215" cy="168275"/>
            </a:xfrm>
            <a:prstGeom prst="rect">
              <a:avLst/>
            </a:prstGeom>
          </p:spPr>
        </p:pic>
        <p:pic>
          <p:nvPicPr>
            <p:cNvPr id="614" name="object 614"/>
            <p:cNvPicPr/>
            <p:nvPr/>
          </p:nvPicPr>
          <p:blipFill>
            <a:blip r:embed="rId387" cstate="print"/>
            <a:stretch>
              <a:fillRect/>
            </a:stretch>
          </p:blipFill>
          <p:spPr>
            <a:xfrm>
              <a:off x="6215722" y="8779224"/>
              <a:ext cx="160540" cy="235153"/>
            </a:xfrm>
            <a:prstGeom prst="rect">
              <a:avLst/>
            </a:prstGeom>
          </p:spPr>
        </p:pic>
      </p:grpSp>
      <p:grpSp>
        <p:nvGrpSpPr>
          <p:cNvPr id="615" name="object 615"/>
          <p:cNvGrpSpPr/>
          <p:nvPr/>
        </p:nvGrpSpPr>
        <p:grpSpPr>
          <a:xfrm>
            <a:off x="6507594" y="8716321"/>
            <a:ext cx="1931670" cy="234950"/>
            <a:chOff x="6507594" y="8716321"/>
            <a:chExt cx="1931670" cy="234950"/>
          </a:xfrm>
        </p:grpSpPr>
        <p:sp>
          <p:nvSpPr>
            <p:cNvPr id="616" name="object 616"/>
            <p:cNvSpPr/>
            <p:nvPr/>
          </p:nvSpPr>
          <p:spPr>
            <a:xfrm>
              <a:off x="6507594" y="872030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7" name="object 617"/>
            <p:cNvPicPr/>
            <p:nvPr/>
          </p:nvPicPr>
          <p:blipFill>
            <a:blip r:embed="rId388" cstate="print"/>
            <a:stretch>
              <a:fillRect/>
            </a:stretch>
          </p:blipFill>
          <p:spPr>
            <a:xfrm>
              <a:off x="6586158" y="8720296"/>
              <a:ext cx="160665" cy="230974"/>
            </a:xfrm>
            <a:prstGeom prst="rect">
              <a:avLst/>
            </a:prstGeom>
          </p:spPr>
        </p:pic>
        <p:pic>
          <p:nvPicPr>
            <p:cNvPr id="618" name="object 618"/>
            <p:cNvPicPr/>
            <p:nvPr/>
          </p:nvPicPr>
          <p:blipFill>
            <a:blip r:embed="rId389" cstate="print"/>
            <a:stretch>
              <a:fillRect/>
            </a:stretch>
          </p:blipFill>
          <p:spPr>
            <a:xfrm>
              <a:off x="6777050" y="8779224"/>
              <a:ext cx="153784" cy="172046"/>
            </a:xfrm>
            <a:prstGeom prst="rect">
              <a:avLst/>
            </a:prstGeom>
          </p:spPr>
        </p:pic>
        <p:pic>
          <p:nvPicPr>
            <p:cNvPr id="619" name="object 619"/>
            <p:cNvPicPr/>
            <p:nvPr/>
          </p:nvPicPr>
          <p:blipFill>
            <a:blip r:embed="rId390" cstate="print"/>
            <a:stretch>
              <a:fillRect/>
            </a:stretch>
          </p:blipFill>
          <p:spPr>
            <a:xfrm>
              <a:off x="6965924" y="8779224"/>
              <a:ext cx="150215" cy="168275"/>
            </a:xfrm>
            <a:prstGeom prst="rect">
              <a:avLst/>
            </a:prstGeom>
          </p:spPr>
        </p:pic>
        <p:pic>
          <p:nvPicPr>
            <p:cNvPr id="620" name="object 620"/>
            <p:cNvPicPr/>
            <p:nvPr/>
          </p:nvPicPr>
          <p:blipFill>
            <a:blip r:embed="rId391" cstate="print"/>
            <a:stretch>
              <a:fillRect/>
            </a:stretch>
          </p:blipFill>
          <p:spPr>
            <a:xfrm>
              <a:off x="7142200" y="8724652"/>
              <a:ext cx="97040" cy="226618"/>
            </a:xfrm>
            <a:prstGeom prst="rect">
              <a:avLst/>
            </a:prstGeom>
          </p:spPr>
        </p:pic>
        <p:sp>
          <p:nvSpPr>
            <p:cNvPr id="621" name="object 621"/>
            <p:cNvSpPr/>
            <p:nvPr/>
          </p:nvSpPr>
          <p:spPr>
            <a:xfrm>
              <a:off x="7265987" y="872030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2" name="object 622"/>
            <p:cNvPicPr/>
            <p:nvPr/>
          </p:nvPicPr>
          <p:blipFill>
            <a:blip r:embed="rId392" cstate="print"/>
            <a:stretch>
              <a:fillRect/>
            </a:stretch>
          </p:blipFill>
          <p:spPr>
            <a:xfrm>
              <a:off x="7335151" y="8716321"/>
              <a:ext cx="168236" cy="231178"/>
            </a:xfrm>
            <a:prstGeom prst="rect">
              <a:avLst/>
            </a:prstGeom>
          </p:spPr>
        </p:pic>
        <p:pic>
          <p:nvPicPr>
            <p:cNvPr id="623" name="object 623"/>
            <p:cNvPicPr/>
            <p:nvPr/>
          </p:nvPicPr>
          <p:blipFill>
            <a:blip r:embed="rId393" cstate="print"/>
            <a:stretch>
              <a:fillRect/>
            </a:stretch>
          </p:blipFill>
          <p:spPr>
            <a:xfrm>
              <a:off x="7538415" y="8779224"/>
              <a:ext cx="155384" cy="172046"/>
            </a:xfrm>
            <a:prstGeom prst="rect">
              <a:avLst/>
            </a:prstGeom>
          </p:spPr>
        </p:pic>
        <p:pic>
          <p:nvPicPr>
            <p:cNvPr id="624" name="object 624"/>
            <p:cNvPicPr/>
            <p:nvPr/>
          </p:nvPicPr>
          <p:blipFill>
            <a:blip r:embed="rId394" cstate="print"/>
            <a:stretch>
              <a:fillRect/>
            </a:stretch>
          </p:blipFill>
          <p:spPr>
            <a:xfrm>
              <a:off x="7713205" y="8724652"/>
              <a:ext cx="267068" cy="226618"/>
            </a:xfrm>
            <a:prstGeom prst="rect">
              <a:avLst/>
            </a:prstGeom>
          </p:spPr>
        </p:pic>
        <p:sp>
          <p:nvSpPr>
            <p:cNvPr id="625" name="object 625"/>
            <p:cNvSpPr/>
            <p:nvPr/>
          </p:nvSpPr>
          <p:spPr>
            <a:xfrm>
              <a:off x="8007020" y="872030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6" name="object 626"/>
            <p:cNvPicPr/>
            <p:nvPr/>
          </p:nvPicPr>
          <p:blipFill>
            <a:blip r:embed="rId395" cstate="print"/>
            <a:stretch>
              <a:fillRect/>
            </a:stretch>
          </p:blipFill>
          <p:spPr>
            <a:xfrm>
              <a:off x="8085112" y="8779224"/>
              <a:ext cx="169862" cy="172046"/>
            </a:xfrm>
            <a:prstGeom prst="rect">
              <a:avLst/>
            </a:prstGeom>
          </p:spPr>
        </p:pic>
        <p:pic>
          <p:nvPicPr>
            <p:cNvPr id="627" name="object 627"/>
            <p:cNvPicPr/>
            <p:nvPr/>
          </p:nvPicPr>
          <p:blipFill>
            <a:blip r:embed="rId396" cstate="print"/>
            <a:stretch>
              <a:fillRect/>
            </a:stretch>
          </p:blipFill>
          <p:spPr>
            <a:xfrm>
              <a:off x="8288782" y="8779224"/>
              <a:ext cx="150215" cy="168275"/>
            </a:xfrm>
            <a:prstGeom prst="rect">
              <a:avLst/>
            </a:prstGeom>
          </p:spPr>
        </p:pic>
      </p:grpSp>
      <p:pic>
        <p:nvPicPr>
          <p:cNvPr id="628" name="object 628"/>
          <p:cNvPicPr/>
          <p:nvPr/>
        </p:nvPicPr>
        <p:blipFill>
          <a:blip r:embed="rId397" cstate="print"/>
          <a:stretch>
            <a:fillRect/>
          </a:stretch>
        </p:blipFill>
        <p:spPr>
          <a:xfrm>
            <a:off x="8561209" y="8716321"/>
            <a:ext cx="296329" cy="234950"/>
          </a:xfrm>
          <a:prstGeom prst="rect">
            <a:avLst/>
          </a:prstGeom>
        </p:spPr>
      </p:pic>
      <p:grpSp>
        <p:nvGrpSpPr>
          <p:cNvPr id="629" name="object 629"/>
          <p:cNvGrpSpPr/>
          <p:nvPr/>
        </p:nvGrpSpPr>
        <p:grpSpPr>
          <a:xfrm>
            <a:off x="8959201" y="8720296"/>
            <a:ext cx="1191895" cy="294640"/>
            <a:chOff x="8959201" y="8720296"/>
            <a:chExt cx="1191895" cy="294640"/>
          </a:xfrm>
        </p:grpSpPr>
        <p:sp>
          <p:nvSpPr>
            <p:cNvPr id="630" name="object 630"/>
            <p:cNvSpPr/>
            <p:nvPr/>
          </p:nvSpPr>
          <p:spPr>
            <a:xfrm>
              <a:off x="8959201" y="872029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1" name="object 631"/>
            <p:cNvPicPr/>
            <p:nvPr/>
          </p:nvPicPr>
          <p:blipFill>
            <a:blip r:embed="rId398" cstate="print"/>
            <a:stretch>
              <a:fillRect/>
            </a:stretch>
          </p:blipFill>
          <p:spPr>
            <a:xfrm>
              <a:off x="9034716" y="8779224"/>
              <a:ext cx="153784" cy="172046"/>
            </a:xfrm>
            <a:prstGeom prst="rect">
              <a:avLst/>
            </a:prstGeom>
          </p:spPr>
        </p:pic>
        <p:pic>
          <p:nvPicPr>
            <p:cNvPr id="632" name="object 632"/>
            <p:cNvPicPr/>
            <p:nvPr/>
          </p:nvPicPr>
          <p:blipFill>
            <a:blip r:embed="rId399" cstate="print"/>
            <a:stretch>
              <a:fillRect/>
            </a:stretch>
          </p:blipFill>
          <p:spPr>
            <a:xfrm>
              <a:off x="9212478" y="8779224"/>
              <a:ext cx="154584" cy="172046"/>
            </a:xfrm>
            <a:prstGeom prst="rect">
              <a:avLst/>
            </a:prstGeom>
          </p:spPr>
        </p:pic>
        <p:pic>
          <p:nvPicPr>
            <p:cNvPr id="633" name="object 633"/>
            <p:cNvPicPr/>
            <p:nvPr/>
          </p:nvPicPr>
          <p:blipFill>
            <a:blip r:embed="rId400" cstate="print"/>
            <a:stretch>
              <a:fillRect/>
            </a:stretch>
          </p:blipFill>
          <p:spPr>
            <a:xfrm>
              <a:off x="9398583" y="8779224"/>
              <a:ext cx="275361" cy="168275"/>
            </a:xfrm>
            <a:prstGeom prst="rect">
              <a:avLst/>
            </a:prstGeom>
          </p:spPr>
        </p:pic>
        <p:sp>
          <p:nvSpPr>
            <p:cNvPr id="634" name="object 634"/>
            <p:cNvSpPr/>
            <p:nvPr/>
          </p:nvSpPr>
          <p:spPr>
            <a:xfrm>
              <a:off x="9718065" y="872030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5" name="object 635"/>
            <p:cNvPicPr/>
            <p:nvPr/>
          </p:nvPicPr>
          <p:blipFill>
            <a:blip r:embed="rId401" cstate="print"/>
            <a:stretch>
              <a:fillRect/>
            </a:stretch>
          </p:blipFill>
          <p:spPr>
            <a:xfrm>
              <a:off x="9805885" y="8779224"/>
              <a:ext cx="150215" cy="168275"/>
            </a:xfrm>
            <a:prstGeom prst="rect">
              <a:avLst/>
            </a:prstGeom>
          </p:spPr>
        </p:pic>
        <p:pic>
          <p:nvPicPr>
            <p:cNvPr id="636" name="object 636"/>
            <p:cNvPicPr/>
            <p:nvPr/>
          </p:nvPicPr>
          <p:blipFill>
            <a:blip r:embed="rId402" cstate="print"/>
            <a:stretch>
              <a:fillRect/>
            </a:stretch>
          </p:blipFill>
          <p:spPr>
            <a:xfrm>
              <a:off x="9990492" y="8779224"/>
              <a:ext cx="160540" cy="235153"/>
            </a:xfrm>
            <a:prstGeom prst="rect">
              <a:avLst/>
            </a:prstGeom>
          </p:spPr>
        </p:pic>
      </p:grpSp>
      <p:grpSp>
        <p:nvGrpSpPr>
          <p:cNvPr id="637" name="object 637"/>
          <p:cNvGrpSpPr/>
          <p:nvPr/>
        </p:nvGrpSpPr>
        <p:grpSpPr>
          <a:xfrm>
            <a:off x="10267086" y="8720296"/>
            <a:ext cx="1576705" cy="294640"/>
            <a:chOff x="10267086" y="8720296"/>
            <a:chExt cx="1576705" cy="294640"/>
          </a:xfrm>
        </p:grpSpPr>
        <p:pic>
          <p:nvPicPr>
            <p:cNvPr id="638" name="object 638"/>
            <p:cNvPicPr/>
            <p:nvPr/>
          </p:nvPicPr>
          <p:blipFill>
            <a:blip r:embed="rId403" cstate="print"/>
            <a:stretch>
              <a:fillRect/>
            </a:stretch>
          </p:blipFill>
          <p:spPr>
            <a:xfrm>
              <a:off x="10267086" y="8724652"/>
              <a:ext cx="1117600" cy="289725"/>
            </a:xfrm>
            <a:prstGeom prst="rect">
              <a:avLst/>
            </a:prstGeom>
          </p:spPr>
        </p:pic>
        <p:sp>
          <p:nvSpPr>
            <p:cNvPr id="639" name="object 639"/>
            <p:cNvSpPr/>
            <p:nvPr/>
          </p:nvSpPr>
          <p:spPr>
            <a:xfrm>
              <a:off x="11411433" y="872030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0" name="object 640"/>
            <p:cNvPicPr/>
            <p:nvPr/>
          </p:nvPicPr>
          <p:blipFill>
            <a:blip r:embed="rId404" cstate="print"/>
            <a:stretch>
              <a:fillRect/>
            </a:stretch>
          </p:blipFill>
          <p:spPr>
            <a:xfrm>
              <a:off x="11489524" y="8779224"/>
              <a:ext cx="169862" cy="172046"/>
            </a:xfrm>
            <a:prstGeom prst="rect">
              <a:avLst/>
            </a:prstGeom>
          </p:spPr>
        </p:pic>
        <p:pic>
          <p:nvPicPr>
            <p:cNvPr id="641" name="object 641"/>
            <p:cNvPicPr/>
            <p:nvPr/>
          </p:nvPicPr>
          <p:blipFill>
            <a:blip r:embed="rId405" cstate="print"/>
            <a:stretch>
              <a:fillRect/>
            </a:stretch>
          </p:blipFill>
          <p:spPr>
            <a:xfrm>
              <a:off x="11693182" y="8779224"/>
              <a:ext cx="150228" cy="168275"/>
            </a:xfrm>
            <a:prstGeom prst="rect">
              <a:avLst/>
            </a:prstGeom>
          </p:spPr>
        </p:pic>
      </p:grpSp>
      <p:grpSp>
        <p:nvGrpSpPr>
          <p:cNvPr id="642" name="object 642"/>
          <p:cNvGrpSpPr/>
          <p:nvPr/>
        </p:nvGrpSpPr>
        <p:grpSpPr>
          <a:xfrm>
            <a:off x="11974538" y="8724652"/>
            <a:ext cx="1216025" cy="285750"/>
            <a:chOff x="11974538" y="8724652"/>
            <a:chExt cx="1216025" cy="285750"/>
          </a:xfrm>
        </p:grpSpPr>
        <p:pic>
          <p:nvPicPr>
            <p:cNvPr id="643" name="object 643"/>
            <p:cNvPicPr/>
            <p:nvPr/>
          </p:nvPicPr>
          <p:blipFill>
            <a:blip r:embed="rId406" cstate="print"/>
            <a:stretch>
              <a:fillRect/>
            </a:stretch>
          </p:blipFill>
          <p:spPr>
            <a:xfrm>
              <a:off x="11974538" y="8779224"/>
              <a:ext cx="160515" cy="230987"/>
            </a:xfrm>
            <a:prstGeom prst="rect">
              <a:avLst/>
            </a:prstGeom>
          </p:spPr>
        </p:pic>
        <p:sp>
          <p:nvSpPr>
            <p:cNvPr id="644" name="object 644"/>
            <p:cNvSpPr/>
            <p:nvPr/>
          </p:nvSpPr>
          <p:spPr>
            <a:xfrm>
              <a:off x="12158167" y="8724659"/>
              <a:ext cx="541020" cy="226695"/>
            </a:xfrm>
            <a:custGeom>
              <a:avLst/>
              <a:gdLst/>
              <a:ahLst/>
              <a:cxnLst/>
              <a:rect l="l" t="t" r="r" b="b"/>
              <a:pathLst>
                <a:path w="541020" h="226695">
                  <a:moveTo>
                    <a:pt x="154584" y="222846"/>
                  </a:moveTo>
                  <a:lnTo>
                    <a:pt x="145910" y="195859"/>
                  </a:lnTo>
                  <a:lnTo>
                    <a:pt x="145770" y="194945"/>
                  </a:lnTo>
                  <a:lnTo>
                    <a:pt x="145288" y="189318"/>
                  </a:lnTo>
                  <a:lnTo>
                    <a:pt x="145173" y="187960"/>
                  </a:lnTo>
                  <a:lnTo>
                    <a:pt x="145148" y="187629"/>
                  </a:lnTo>
                  <a:lnTo>
                    <a:pt x="144805" y="179527"/>
                  </a:lnTo>
                  <a:lnTo>
                    <a:pt x="144843" y="143878"/>
                  </a:lnTo>
                  <a:lnTo>
                    <a:pt x="144970" y="128295"/>
                  </a:lnTo>
                  <a:lnTo>
                    <a:pt x="144983" y="115493"/>
                  </a:lnTo>
                  <a:lnTo>
                    <a:pt x="135877" y="73875"/>
                  </a:lnTo>
                  <a:lnTo>
                    <a:pt x="101244" y="56311"/>
                  </a:lnTo>
                  <a:lnTo>
                    <a:pt x="75806" y="54571"/>
                  </a:lnTo>
                  <a:lnTo>
                    <a:pt x="60718" y="55295"/>
                  </a:lnTo>
                  <a:lnTo>
                    <a:pt x="19850" y="72517"/>
                  </a:lnTo>
                  <a:lnTo>
                    <a:pt x="4559" y="101206"/>
                  </a:lnTo>
                  <a:lnTo>
                    <a:pt x="44056" y="108356"/>
                  </a:lnTo>
                  <a:lnTo>
                    <a:pt x="46697" y="100812"/>
                  </a:lnTo>
                  <a:lnTo>
                    <a:pt x="50203" y="95516"/>
                  </a:lnTo>
                  <a:lnTo>
                    <a:pt x="58928" y="89433"/>
                  </a:lnTo>
                  <a:lnTo>
                    <a:pt x="64947" y="87909"/>
                  </a:lnTo>
                  <a:lnTo>
                    <a:pt x="84137" y="87909"/>
                  </a:lnTo>
                  <a:lnTo>
                    <a:pt x="91935" y="89700"/>
                  </a:lnTo>
                  <a:lnTo>
                    <a:pt x="96037" y="93268"/>
                  </a:lnTo>
                  <a:lnTo>
                    <a:pt x="100279" y="96710"/>
                  </a:lnTo>
                  <a:lnTo>
                    <a:pt x="102387" y="102666"/>
                  </a:lnTo>
                  <a:lnTo>
                    <a:pt x="102387" y="115493"/>
                  </a:lnTo>
                  <a:lnTo>
                    <a:pt x="102387" y="143878"/>
                  </a:lnTo>
                  <a:lnTo>
                    <a:pt x="102387" y="162852"/>
                  </a:lnTo>
                  <a:lnTo>
                    <a:pt x="102019" y="167220"/>
                  </a:lnTo>
                  <a:lnTo>
                    <a:pt x="101892" y="168681"/>
                  </a:lnTo>
                  <a:lnTo>
                    <a:pt x="101790" y="169938"/>
                  </a:lnTo>
                  <a:lnTo>
                    <a:pt x="100609" y="173634"/>
                  </a:lnTo>
                  <a:lnTo>
                    <a:pt x="99136" y="178879"/>
                  </a:lnTo>
                  <a:lnTo>
                    <a:pt x="99021" y="179324"/>
                  </a:lnTo>
                  <a:lnTo>
                    <a:pt x="95580" y="184150"/>
                  </a:lnTo>
                  <a:lnTo>
                    <a:pt x="90284" y="188125"/>
                  </a:lnTo>
                  <a:lnTo>
                    <a:pt x="83146" y="193281"/>
                  </a:lnTo>
                  <a:lnTo>
                    <a:pt x="75603" y="195859"/>
                  </a:lnTo>
                  <a:lnTo>
                    <a:pt x="60655" y="195859"/>
                  </a:lnTo>
                  <a:lnTo>
                    <a:pt x="54902" y="193675"/>
                  </a:lnTo>
                  <a:lnTo>
                    <a:pt x="50406" y="189318"/>
                  </a:lnTo>
                  <a:lnTo>
                    <a:pt x="45897" y="184823"/>
                  </a:lnTo>
                  <a:lnTo>
                    <a:pt x="43649" y="179527"/>
                  </a:lnTo>
                  <a:lnTo>
                    <a:pt x="43649" y="167220"/>
                  </a:lnTo>
                  <a:lnTo>
                    <a:pt x="75806" y="150622"/>
                  </a:lnTo>
                  <a:lnTo>
                    <a:pt x="84226" y="148704"/>
                  </a:lnTo>
                  <a:lnTo>
                    <a:pt x="91465" y="146939"/>
                  </a:lnTo>
                  <a:lnTo>
                    <a:pt x="97523" y="145338"/>
                  </a:lnTo>
                  <a:lnTo>
                    <a:pt x="102387" y="143878"/>
                  </a:lnTo>
                  <a:lnTo>
                    <a:pt x="102387" y="115493"/>
                  </a:lnTo>
                  <a:lnTo>
                    <a:pt x="95262" y="118021"/>
                  </a:lnTo>
                  <a:lnTo>
                    <a:pt x="85813" y="120611"/>
                  </a:lnTo>
                  <a:lnTo>
                    <a:pt x="74041" y="123278"/>
                  </a:lnTo>
                  <a:lnTo>
                    <a:pt x="59931" y="126009"/>
                  </a:lnTo>
                  <a:lnTo>
                    <a:pt x="49263" y="128295"/>
                  </a:lnTo>
                  <a:lnTo>
                    <a:pt x="11049" y="145719"/>
                  </a:lnTo>
                  <a:lnTo>
                    <a:pt x="0" y="177800"/>
                  </a:lnTo>
                  <a:lnTo>
                    <a:pt x="876" y="187629"/>
                  </a:lnTo>
                  <a:lnTo>
                    <a:pt x="22682" y="218922"/>
                  </a:lnTo>
                  <a:lnTo>
                    <a:pt x="54762" y="226618"/>
                  </a:lnTo>
                  <a:lnTo>
                    <a:pt x="61798" y="226288"/>
                  </a:lnTo>
                  <a:lnTo>
                    <a:pt x="100037" y="209956"/>
                  </a:lnTo>
                  <a:lnTo>
                    <a:pt x="105765" y="204787"/>
                  </a:lnTo>
                  <a:lnTo>
                    <a:pt x="106553" y="207441"/>
                  </a:lnTo>
                  <a:lnTo>
                    <a:pt x="107353" y="209956"/>
                  </a:lnTo>
                  <a:lnTo>
                    <a:pt x="108940" y="215646"/>
                  </a:lnTo>
                  <a:lnTo>
                    <a:pt x="110324" y="219938"/>
                  </a:lnTo>
                  <a:lnTo>
                    <a:pt x="111518" y="222846"/>
                  </a:lnTo>
                  <a:lnTo>
                    <a:pt x="154584" y="222846"/>
                  </a:lnTo>
                  <a:close/>
                </a:path>
                <a:path w="541020" h="226695">
                  <a:moveTo>
                    <a:pt x="267055" y="220078"/>
                  </a:moveTo>
                  <a:lnTo>
                    <a:pt x="263486" y="186334"/>
                  </a:lnTo>
                  <a:lnTo>
                    <a:pt x="255816" y="189115"/>
                  </a:lnTo>
                  <a:lnTo>
                    <a:pt x="249936" y="190500"/>
                  </a:lnTo>
                  <a:lnTo>
                    <a:pt x="242912" y="190500"/>
                  </a:lnTo>
                  <a:lnTo>
                    <a:pt x="240474" y="189776"/>
                  </a:lnTo>
                  <a:lnTo>
                    <a:pt x="236499" y="186867"/>
                  </a:lnTo>
                  <a:lnTo>
                    <a:pt x="235178" y="185013"/>
                  </a:lnTo>
                  <a:lnTo>
                    <a:pt x="233984" y="180517"/>
                  </a:lnTo>
                  <a:lnTo>
                    <a:pt x="233718" y="172707"/>
                  </a:lnTo>
                  <a:lnTo>
                    <a:pt x="233718" y="92875"/>
                  </a:lnTo>
                  <a:lnTo>
                    <a:pt x="263486" y="92875"/>
                  </a:lnTo>
                  <a:lnTo>
                    <a:pt x="263486" y="58153"/>
                  </a:lnTo>
                  <a:lnTo>
                    <a:pt x="233718" y="58153"/>
                  </a:lnTo>
                  <a:lnTo>
                    <a:pt x="233718" y="0"/>
                  </a:lnTo>
                  <a:lnTo>
                    <a:pt x="190068" y="25400"/>
                  </a:lnTo>
                  <a:lnTo>
                    <a:pt x="190068" y="58153"/>
                  </a:lnTo>
                  <a:lnTo>
                    <a:pt x="170027" y="58153"/>
                  </a:lnTo>
                  <a:lnTo>
                    <a:pt x="170027" y="92875"/>
                  </a:lnTo>
                  <a:lnTo>
                    <a:pt x="190068" y="92875"/>
                  </a:lnTo>
                  <a:lnTo>
                    <a:pt x="190068" y="164706"/>
                  </a:lnTo>
                  <a:lnTo>
                    <a:pt x="190411" y="183908"/>
                  </a:lnTo>
                  <a:lnTo>
                    <a:pt x="205079" y="220002"/>
                  </a:lnTo>
                  <a:lnTo>
                    <a:pt x="224790" y="226618"/>
                  </a:lnTo>
                  <a:lnTo>
                    <a:pt x="232727" y="226618"/>
                  </a:lnTo>
                  <a:lnTo>
                    <a:pt x="242087" y="226212"/>
                  </a:lnTo>
                  <a:lnTo>
                    <a:pt x="250939" y="224980"/>
                  </a:lnTo>
                  <a:lnTo>
                    <a:pt x="259257" y="222935"/>
                  </a:lnTo>
                  <a:lnTo>
                    <a:pt x="267055" y="220078"/>
                  </a:lnTo>
                  <a:close/>
                </a:path>
                <a:path w="541020" h="226695">
                  <a:moveTo>
                    <a:pt x="372795" y="220078"/>
                  </a:moveTo>
                  <a:lnTo>
                    <a:pt x="369214" y="186334"/>
                  </a:lnTo>
                  <a:lnTo>
                    <a:pt x="361543" y="189115"/>
                  </a:lnTo>
                  <a:lnTo>
                    <a:pt x="355663" y="190500"/>
                  </a:lnTo>
                  <a:lnTo>
                    <a:pt x="348653" y="190500"/>
                  </a:lnTo>
                  <a:lnTo>
                    <a:pt x="346202" y="189776"/>
                  </a:lnTo>
                  <a:lnTo>
                    <a:pt x="342226" y="186867"/>
                  </a:lnTo>
                  <a:lnTo>
                    <a:pt x="340906" y="185013"/>
                  </a:lnTo>
                  <a:lnTo>
                    <a:pt x="339712" y="180517"/>
                  </a:lnTo>
                  <a:lnTo>
                    <a:pt x="339458" y="172707"/>
                  </a:lnTo>
                  <a:lnTo>
                    <a:pt x="339458" y="92875"/>
                  </a:lnTo>
                  <a:lnTo>
                    <a:pt x="369214" y="92875"/>
                  </a:lnTo>
                  <a:lnTo>
                    <a:pt x="369214" y="58153"/>
                  </a:lnTo>
                  <a:lnTo>
                    <a:pt x="339458" y="58153"/>
                  </a:lnTo>
                  <a:lnTo>
                    <a:pt x="339458" y="0"/>
                  </a:lnTo>
                  <a:lnTo>
                    <a:pt x="295795" y="25400"/>
                  </a:lnTo>
                  <a:lnTo>
                    <a:pt x="295795" y="58153"/>
                  </a:lnTo>
                  <a:lnTo>
                    <a:pt x="275755" y="58153"/>
                  </a:lnTo>
                  <a:lnTo>
                    <a:pt x="275755" y="92875"/>
                  </a:lnTo>
                  <a:lnTo>
                    <a:pt x="295795" y="92875"/>
                  </a:lnTo>
                  <a:lnTo>
                    <a:pt x="295795" y="164706"/>
                  </a:lnTo>
                  <a:lnTo>
                    <a:pt x="296138" y="183908"/>
                  </a:lnTo>
                  <a:lnTo>
                    <a:pt x="310807" y="220002"/>
                  </a:lnTo>
                  <a:lnTo>
                    <a:pt x="330517" y="226618"/>
                  </a:lnTo>
                  <a:lnTo>
                    <a:pt x="338455" y="226618"/>
                  </a:lnTo>
                  <a:lnTo>
                    <a:pt x="347814" y="226212"/>
                  </a:lnTo>
                  <a:lnTo>
                    <a:pt x="356666" y="224980"/>
                  </a:lnTo>
                  <a:lnTo>
                    <a:pt x="364985" y="222935"/>
                  </a:lnTo>
                  <a:lnTo>
                    <a:pt x="372795" y="220078"/>
                  </a:lnTo>
                  <a:close/>
                </a:path>
                <a:path w="541020" h="226695">
                  <a:moveTo>
                    <a:pt x="540626" y="152996"/>
                  </a:moveTo>
                  <a:lnTo>
                    <a:pt x="539635" y="129603"/>
                  </a:lnTo>
                  <a:lnTo>
                    <a:pt x="539051" y="126415"/>
                  </a:lnTo>
                  <a:lnTo>
                    <a:pt x="536092" y="110439"/>
                  </a:lnTo>
                  <a:lnTo>
                    <a:pt x="535978" y="109842"/>
                  </a:lnTo>
                  <a:lnTo>
                    <a:pt x="535914" y="109435"/>
                  </a:lnTo>
                  <a:lnTo>
                    <a:pt x="529424" y="92506"/>
                  </a:lnTo>
                  <a:lnTo>
                    <a:pt x="526326" y="87909"/>
                  </a:lnTo>
                  <a:lnTo>
                    <a:pt x="520192" y="78790"/>
                  </a:lnTo>
                  <a:lnTo>
                    <a:pt x="508596" y="68199"/>
                  </a:lnTo>
                  <a:lnTo>
                    <a:pt x="497370" y="61912"/>
                  </a:lnTo>
                  <a:lnTo>
                    <a:pt x="497370" y="126415"/>
                  </a:lnTo>
                  <a:lnTo>
                    <a:pt x="432282" y="126415"/>
                  </a:lnTo>
                  <a:lnTo>
                    <a:pt x="451967" y="90487"/>
                  </a:lnTo>
                  <a:lnTo>
                    <a:pt x="465023" y="87909"/>
                  </a:lnTo>
                  <a:lnTo>
                    <a:pt x="473887" y="87909"/>
                  </a:lnTo>
                  <a:lnTo>
                    <a:pt x="497370" y="126415"/>
                  </a:lnTo>
                  <a:lnTo>
                    <a:pt x="497370" y="61912"/>
                  </a:lnTo>
                  <a:lnTo>
                    <a:pt x="495084" y="60629"/>
                  </a:lnTo>
                  <a:lnTo>
                    <a:pt x="479628" y="56083"/>
                  </a:lnTo>
                  <a:lnTo>
                    <a:pt x="462241" y="54571"/>
                  </a:lnTo>
                  <a:lnTo>
                    <a:pt x="445909" y="56083"/>
                  </a:lnTo>
                  <a:lnTo>
                    <a:pt x="446379" y="56083"/>
                  </a:lnTo>
                  <a:lnTo>
                    <a:pt x="432333" y="60375"/>
                  </a:lnTo>
                  <a:lnTo>
                    <a:pt x="400151" y="88557"/>
                  </a:lnTo>
                  <a:lnTo>
                    <a:pt x="386842" y="141693"/>
                  </a:lnTo>
                  <a:lnTo>
                    <a:pt x="387858" y="158115"/>
                  </a:lnTo>
                  <a:lnTo>
                    <a:pt x="403110" y="198437"/>
                  </a:lnTo>
                  <a:lnTo>
                    <a:pt x="446557" y="224853"/>
                  </a:lnTo>
                  <a:lnTo>
                    <a:pt x="466610" y="226618"/>
                  </a:lnTo>
                  <a:lnTo>
                    <a:pt x="479628" y="225831"/>
                  </a:lnTo>
                  <a:lnTo>
                    <a:pt x="520268" y="207162"/>
                  </a:lnTo>
                  <a:lnTo>
                    <a:pt x="530352" y="194081"/>
                  </a:lnTo>
                  <a:lnTo>
                    <a:pt x="533463" y="189001"/>
                  </a:lnTo>
                  <a:lnTo>
                    <a:pt x="538251" y="177800"/>
                  </a:lnTo>
                  <a:lnTo>
                    <a:pt x="494792" y="170459"/>
                  </a:lnTo>
                  <a:lnTo>
                    <a:pt x="492404" y="178663"/>
                  </a:lnTo>
                  <a:lnTo>
                    <a:pt x="488899" y="184683"/>
                  </a:lnTo>
                  <a:lnTo>
                    <a:pt x="484276" y="188518"/>
                  </a:lnTo>
                  <a:lnTo>
                    <a:pt x="479640" y="192227"/>
                  </a:lnTo>
                  <a:lnTo>
                    <a:pt x="473887" y="194081"/>
                  </a:lnTo>
                  <a:lnTo>
                    <a:pt x="467004" y="194081"/>
                  </a:lnTo>
                  <a:lnTo>
                    <a:pt x="434378" y="170459"/>
                  </a:lnTo>
                  <a:lnTo>
                    <a:pt x="434301" y="170307"/>
                  </a:lnTo>
                  <a:lnTo>
                    <a:pt x="432282" y="162191"/>
                  </a:lnTo>
                  <a:lnTo>
                    <a:pt x="431482" y="152996"/>
                  </a:lnTo>
                  <a:lnTo>
                    <a:pt x="540626" y="15299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5" name="object 645"/>
            <p:cNvPicPr/>
            <p:nvPr/>
          </p:nvPicPr>
          <p:blipFill>
            <a:blip r:embed="rId400" cstate="print"/>
            <a:stretch>
              <a:fillRect/>
            </a:stretch>
          </p:blipFill>
          <p:spPr>
            <a:xfrm>
              <a:off x="12732296" y="8779224"/>
              <a:ext cx="275361" cy="168275"/>
            </a:xfrm>
            <a:prstGeom prst="rect">
              <a:avLst/>
            </a:prstGeom>
          </p:spPr>
        </p:pic>
        <p:pic>
          <p:nvPicPr>
            <p:cNvPr id="646" name="object 646"/>
            <p:cNvPicPr/>
            <p:nvPr/>
          </p:nvPicPr>
          <p:blipFill>
            <a:blip r:embed="rId407" cstate="print"/>
            <a:stretch>
              <a:fillRect/>
            </a:stretch>
          </p:blipFill>
          <p:spPr>
            <a:xfrm>
              <a:off x="13036499" y="8779224"/>
              <a:ext cx="153784" cy="172046"/>
            </a:xfrm>
            <a:prstGeom prst="rect">
              <a:avLst/>
            </a:prstGeom>
          </p:spPr>
        </p:pic>
      </p:grpSp>
      <p:grpSp>
        <p:nvGrpSpPr>
          <p:cNvPr id="647" name="object 647"/>
          <p:cNvGrpSpPr/>
          <p:nvPr/>
        </p:nvGrpSpPr>
        <p:grpSpPr>
          <a:xfrm>
            <a:off x="13316571" y="8720296"/>
            <a:ext cx="238125" cy="227329"/>
            <a:chOff x="13316571" y="8720296"/>
            <a:chExt cx="238125" cy="227329"/>
          </a:xfrm>
        </p:grpSpPr>
        <p:sp>
          <p:nvSpPr>
            <p:cNvPr id="648" name="object 648"/>
            <p:cNvSpPr/>
            <p:nvPr/>
          </p:nvSpPr>
          <p:spPr>
            <a:xfrm>
              <a:off x="13316572" y="872030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9" name="object 649"/>
            <p:cNvPicPr/>
            <p:nvPr/>
          </p:nvPicPr>
          <p:blipFill>
            <a:blip r:embed="rId390" cstate="print"/>
            <a:stretch>
              <a:fillRect/>
            </a:stretch>
          </p:blipFill>
          <p:spPr>
            <a:xfrm>
              <a:off x="13404379" y="8779224"/>
              <a:ext cx="150215" cy="168275"/>
            </a:xfrm>
            <a:prstGeom prst="rect">
              <a:avLst/>
            </a:prstGeom>
          </p:spPr>
        </p:pic>
      </p:grpSp>
      <p:grpSp>
        <p:nvGrpSpPr>
          <p:cNvPr id="650" name="object 650"/>
          <p:cNvGrpSpPr/>
          <p:nvPr/>
        </p:nvGrpSpPr>
        <p:grpSpPr>
          <a:xfrm>
            <a:off x="13666292" y="8779224"/>
            <a:ext cx="540385" cy="235585"/>
            <a:chOff x="13666292" y="8779224"/>
            <a:chExt cx="540385" cy="235585"/>
          </a:xfrm>
        </p:grpSpPr>
        <p:pic>
          <p:nvPicPr>
            <p:cNvPr id="651" name="object 651"/>
            <p:cNvPicPr/>
            <p:nvPr/>
          </p:nvPicPr>
          <p:blipFill>
            <a:blip r:embed="rId408" cstate="print"/>
            <a:stretch>
              <a:fillRect/>
            </a:stretch>
          </p:blipFill>
          <p:spPr>
            <a:xfrm>
              <a:off x="13666292" y="8779224"/>
              <a:ext cx="356958" cy="235153"/>
            </a:xfrm>
            <a:prstGeom prst="rect">
              <a:avLst/>
            </a:prstGeom>
          </p:spPr>
        </p:pic>
        <p:pic>
          <p:nvPicPr>
            <p:cNvPr id="652" name="object 652"/>
            <p:cNvPicPr/>
            <p:nvPr/>
          </p:nvPicPr>
          <p:blipFill>
            <a:blip r:embed="rId409" cstate="print"/>
            <a:stretch>
              <a:fillRect/>
            </a:stretch>
          </p:blipFill>
          <p:spPr>
            <a:xfrm>
              <a:off x="14056449" y="8782805"/>
              <a:ext cx="149821" cy="168465"/>
            </a:xfrm>
            <a:prstGeom prst="rect">
              <a:avLst/>
            </a:prstGeom>
          </p:spPr>
        </p:pic>
      </p:grpSp>
      <p:grpSp>
        <p:nvGrpSpPr>
          <p:cNvPr id="653" name="object 653"/>
          <p:cNvGrpSpPr/>
          <p:nvPr/>
        </p:nvGrpSpPr>
        <p:grpSpPr>
          <a:xfrm>
            <a:off x="14250987" y="8779224"/>
            <a:ext cx="345440" cy="235585"/>
            <a:chOff x="14250987" y="8779224"/>
            <a:chExt cx="345440" cy="235585"/>
          </a:xfrm>
        </p:grpSpPr>
        <p:pic>
          <p:nvPicPr>
            <p:cNvPr id="654" name="object 654"/>
            <p:cNvPicPr/>
            <p:nvPr/>
          </p:nvPicPr>
          <p:blipFill>
            <a:blip r:embed="rId318" cstate="print"/>
            <a:stretch>
              <a:fillRect/>
            </a:stretch>
          </p:blipFill>
          <p:spPr>
            <a:xfrm>
              <a:off x="14250987" y="8779224"/>
              <a:ext cx="150215" cy="168275"/>
            </a:xfrm>
            <a:prstGeom prst="rect">
              <a:avLst/>
            </a:prstGeom>
          </p:spPr>
        </p:pic>
        <p:pic>
          <p:nvPicPr>
            <p:cNvPr id="655" name="object 655"/>
            <p:cNvPicPr/>
            <p:nvPr/>
          </p:nvPicPr>
          <p:blipFill>
            <a:blip r:embed="rId319" cstate="print"/>
            <a:stretch>
              <a:fillRect/>
            </a:stretch>
          </p:blipFill>
          <p:spPr>
            <a:xfrm>
              <a:off x="14435607" y="8779224"/>
              <a:ext cx="160527" cy="235153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  <p:grpSp>
        <p:nvGrpSpPr>
          <p:cNvPr id="656" name="object 656"/>
          <p:cNvGrpSpPr/>
          <p:nvPr/>
        </p:nvGrpSpPr>
        <p:grpSpPr>
          <a:xfrm>
            <a:off x="14727479" y="8720296"/>
            <a:ext cx="1279525" cy="231140"/>
            <a:chOff x="14727479" y="8720296"/>
            <a:chExt cx="1279525" cy="231140"/>
          </a:xfrm>
        </p:grpSpPr>
        <p:sp>
          <p:nvSpPr>
            <p:cNvPr id="657" name="object 657"/>
            <p:cNvSpPr/>
            <p:nvPr/>
          </p:nvSpPr>
          <p:spPr>
            <a:xfrm>
              <a:off x="14727479" y="872029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8" name="object 658"/>
            <p:cNvPicPr/>
            <p:nvPr/>
          </p:nvPicPr>
          <p:blipFill>
            <a:blip r:embed="rId410" cstate="print"/>
            <a:stretch>
              <a:fillRect/>
            </a:stretch>
          </p:blipFill>
          <p:spPr>
            <a:xfrm>
              <a:off x="14802980" y="8779224"/>
              <a:ext cx="153797" cy="172046"/>
            </a:xfrm>
            <a:prstGeom prst="rect">
              <a:avLst/>
            </a:prstGeom>
          </p:spPr>
        </p:pic>
        <p:pic>
          <p:nvPicPr>
            <p:cNvPr id="659" name="object 659"/>
            <p:cNvPicPr/>
            <p:nvPr/>
          </p:nvPicPr>
          <p:blipFill>
            <a:blip r:embed="rId411" cstate="print"/>
            <a:stretch>
              <a:fillRect/>
            </a:stretch>
          </p:blipFill>
          <p:spPr>
            <a:xfrm>
              <a:off x="14980780" y="8779224"/>
              <a:ext cx="154559" cy="172046"/>
            </a:xfrm>
            <a:prstGeom prst="rect">
              <a:avLst/>
            </a:prstGeom>
          </p:spPr>
        </p:pic>
        <p:pic>
          <p:nvPicPr>
            <p:cNvPr id="660" name="object 660"/>
            <p:cNvPicPr/>
            <p:nvPr/>
          </p:nvPicPr>
          <p:blipFill>
            <a:blip r:embed="rId412" cstate="print"/>
            <a:stretch>
              <a:fillRect/>
            </a:stretch>
          </p:blipFill>
          <p:spPr>
            <a:xfrm>
              <a:off x="15166835" y="8779224"/>
              <a:ext cx="275336" cy="168275"/>
            </a:xfrm>
            <a:prstGeom prst="rect">
              <a:avLst/>
            </a:prstGeom>
          </p:spPr>
        </p:pic>
        <p:pic>
          <p:nvPicPr>
            <p:cNvPr id="661" name="object 661"/>
            <p:cNvPicPr/>
            <p:nvPr/>
          </p:nvPicPr>
          <p:blipFill>
            <a:blip r:embed="rId413" cstate="print"/>
            <a:stretch>
              <a:fillRect/>
            </a:stretch>
          </p:blipFill>
          <p:spPr>
            <a:xfrm>
              <a:off x="15473667" y="8779224"/>
              <a:ext cx="153796" cy="172046"/>
            </a:xfrm>
            <a:prstGeom prst="rect">
              <a:avLst/>
            </a:prstGeom>
          </p:spPr>
        </p:pic>
        <p:pic>
          <p:nvPicPr>
            <p:cNvPr id="662" name="object 662"/>
            <p:cNvPicPr/>
            <p:nvPr/>
          </p:nvPicPr>
          <p:blipFill>
            <a:blip r:embed="rId414" cstate="print"/>
            <a:stretch>
              <a:fillRect/>
            </a:stretch>
          </p:blipFill>
          <p:spPr>
            <a:xfrm>
              <a:off x="15660992" y="8779224"/>
              <a:ext cx="264032" cy="172046"/>
            </a:xfrm>
            <a:prstGeom prst="rect">
              <a:avLst/>
            </a:prstGeom>
          </p:spPr>
        </p:pic>
        <p:sp>
          <p:nvSpPr>
            <p:cNvPr id="663" name="object 663"/>
            <p:cNvSpPr/>
            <p:nvPr/>
          </p:nvSpPr>
          <p:spPr>
            <a:xfrm>
              <a:off x="15962998" y="8903849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5">
                  <a:moveTo>
                    <a:pt x="43560" y="0"/>
                  </a:moveTo>
                  <a:lnTo>
                    <a:pt x="0" y="0"/>
                  </a:lnTo>
                  <a:lnTo>
                    <a:pt x="0" y="43649"/>
                  </a:lnTo>
                  <a:lnTo>
                    <a:pt x="43560" y="43649"/>
                  </a:lnTo>
                  <a:lnTo>
                    <a:pt x="43560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65" name="object 665"/>
          <p:cNvPicPr/>
          <p:nvPr/>
        </p:nvPicPr>
        <p:blipFill>
          <a:blip r:embed="rId296" cstate="print"/>
          <a:stretch>
            <a:fillRect/>
          </a:stretch>
        </p:blipFill>
        <p:spPr>
          <a:xfrm>
            <a:off x="2385529" y="9241263"/>
            <a:ext cx="78581" cy="78574"/>
          </a:xfrm>
          <a:prstGeom prst="rect">
            <a:avLst/>
          </a:prstGeom>
        </p:spPr>
      </p:pic>
      <p:pic>
        <p:nvPicPr>
          <p:cNvPr id="664" name="object 664"/>
          <p:cNvPicPr/>
          <p:nvPr/>
        </p:nvPicPr>
        <p:blipFill>
          <a:blip r:embed="rId334" cstate="print"/>
          <a:stretch>
            <a:fillRect/>
          </a:stretch>
        </p:blipFill>
        <p:spPr>
          <a:xfrm>
            <a:off x="2661556" y="9164669"/>
            <a:ext cx="174228" cy="227203"/>
          </a:xfrm>
          <a:prstGeom prst="rect">
            <a:avLst/>
          </a:prstGeom>
        </p:spPr>
      </p:pic>
      <p:grpSp>
        <p:nvGrpSpPr>
          <p:cNvPr id="666" name="object 666"/>
          <p:cNvGrpSpPr/>
          <p:nvPr/>
        </p:nvGrpSpPr>
        <p:grpSpPr>
          <a:xfrm>
            <a:off x="2871142" y="9164669"/>
            <a:ext cx="1093470" cy="231140"/>
            <a:chOff x="2871142" y="9164669"/>
            <a:chExt cx="1093470" cy="231140"/>
          </a:xfrm>
        </p:grpSpPr>
        <p:pic>
          <p:nvPicPr>
            <p:cNvPr id="667" name="object 667"/>
            <p:cNvPicPr/>
            <p:nvPr/>
          </p:nvPicPr>
          <p:blipFill>
            <a:blip r:embed="rId335" cstate="print"/>
            <a:stretch>
              <a:fillRect/>
            </a:stretch>
          </p:blipFill>
          <p:spPr>
            <a:xfrm>
              <a:off x="2871142" y="9223597"/>
              <a:ext cx="469300" cy="172046"/>
            </a:xfrm>
            <a:prstGeom prst="rect">
              <a:avLst/>
            </a:prstGeom>
          </p:spPr>
        </p:pic>
        <p:sp>
          <p:nvSpPr>
            <p:cNvPr id="668" name="object 668"/>
            <p:cNvSpPr/>
            <p:nvPr/>
          </p:nvSpPr>
          <p:spPr>
            <a:xfrm>
              <a:off x="3367189" y="916467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72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72" y="227203"/>
                  </a:lnTo>
                  <a:lnTo>
                    <a:pt x="43472" y="62509"/>
                  </a:lnTo>
                  <a:close/>
                </a:path>
                <a:path w="43814" h="227329">
                  <a:moveTo>
                    <a:pt x="43472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72" y="40284"/>
                  </a:lnTo>
                  <a:lnTo>
                    <a:pt x="4347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9" name="object 669"/>
            <p:cNvPicPr/>
            <p:nvPr/>
          </p:nvPicPr>
          <p:blipFill>
            <a:blip r:embed="rId415" cstate="print"/>
            <a:stretch>
              <a:fillRect/>
            </a:stretch>
          </p:blipFill>
          <p:spPr>
            <a:xfrm>
              <a:off x="3445765" y="9164669"/>
              <a:ext cx="160653" cy="230974"/>
            </a:xfrm>
            <a:prstGeom prst="rect">
              <a:avLst/>
            </a:prstGeom>
          </p:spPr>
        </p:pic>
        <p:pic>
          <p:nvPicPr>
            <p:cNvPr id="670" name="object 670"/>
            <p:cNvPicPr/>
            <p:nvPr/>
          </p:nvPicPr>
          <p:blipFill>
            <a:blip r:embed="rId416" cstate="print"/>
            <a:stretch>
              <a:fillRect/>
            </a:stretch>
          </p:blipFill>
          <p:spPr>
            <a:xfrm>
              <a:off x="3636645" y="9223597"/>
              <a:ext cx="153797" cy="172046"/>
            </a:xfrm>
            <a:prstGeom prst="rect">
              <a:avLst/>
            </a:prstGeom>
          </p:spPr>
        </p:pic>
        <p:pic>
          <p:nvPicPr>
            <p:cNvPr id="671" name="object 671"/>
            <p:cNvPicPr/>
            <p:nvPr/>
          </p:nvPicPr>
          <p:blipFill>
            <a:blip r:embed="rId417" cstate="print"/>
            <a:stretch>
              <a:fillRect/>
            </a:stretch>
          </p:blipFill>
          <p:spPr>
            <a:xfrm>
              <a:off x="3810647" y="9223597"/>
              <a:ext cx="153784" cy="172046"/>
            </a:xfrm>
            <a:prstGeom prst="rect">
              <a:avLst/>
            </a:prstGeom>
          </p:spPr>
        </p:pic>
      </p:grpSp>
      <p:grpSp>
        <p:nvGrpSpPr>
          <p:cNvPr id="672" name="object 672"/>
          <p:cNvGrpSpPr/>
          <p:nvPr/>
        </p:nvGrpSpPr>
        <p:grpSpPr>
          <a:xfrm>
            <a:off x="4072661" y="9169025"/>
            <a:ext cx="443865" cy="226695"/>
            <a:chOff x="4072661" y="9169025"/>
            <a:chExt cx="443865" cy="226695"/>
          </a:xfrm>
        </p:grpSpPr>
        <p:pic>
          <p:nvPicPr>
            <p:cNvPr id="673" name="object 673"/>
            <p:cNvPicPr/>
            <p:nvPr/>
          </p:nvPicPr>
          <p:blipFill>
            <a:blip r:embed="rId418" cstate="print"/>
            <a:stretch>
              <a:fillRect/>
            </a:stretch>
          </p:blipFill>
          <p:spPr>
            <a:xfrm>
              <a:off x="4072661" y="9169025"/>
              <a:ext cx="264871" cy="226618"/>
            </a:xfrm>
            <a:prstGeom prst="rect">
              <a:avLst/>
            </a:prstGeom>
          </p:spPr>
        </p:pic>
        <p:pic>
          <p:nvPicPr>
            <p:cNvPr id="674" name="object 674"/>
            <p:cNvPicPr/>
            <p:nvPr/>
          </p:nvPicPr>
          <p:blipFill>
            <a:blip r:embed="rId419" cstate="print"/>
            <a:stretch>
              <a:fillRect/>
            </a:stretch>
          </p:blipFill>
          <p:spPr>
            <a:xfrm>
              <a:off x="4361510" y="9223597"/>
              <a:ext cx="154584" cy="172046"/>
            </a:xfrm>
            <a:prstGeom prst="rect">
              <a:avLst/>
            </a:prstGeom>
          </p:spPr>
        </p:pic>
      </p:grpSp>
      <p:grpSp>
        <p:nvGrpSpPr>
          <p:cNvPr id="675" name="object 675"/>
          <p:cNvGrpSpPr/>
          <p:nvPr/>
        </p:nvGrpSpPr>
        <p:grpSpPr>
          <a:xfrm>
            <a:off x="4539869" y="9164669"/>
            <a:ext cx="819150" cy="231140"/>
            <a:chOff x="4539869" y="9164669"/>
            <a:chExt cx="819150" cy="231140"/>
          </a:xfrm>
        </p:grpSpPr>
        <p:pic>
          <p:nvPicPr>
            <p:cNvPr id="676" name="object 676"/>
            <p:cNvPicPr/>
            <p:nvPr/>
          </p:nvPicPr>
          <p:blipFill>
            <a:blip r:embed="rId420" cstate="print"/>
            <a:stretch>
              <a:fillRect/>
            </a:stretch>
          </p:blipFill>
          <p:spPr>
            <a:xfrm>
              <a:off x="4725974" y="9164669"/>
              <a:ext cx="150012" cy="227203"/>
            </a:xfrm>
            <a:prstGeom prst="rect">
              <a:avLst/>
            </a:prstGeom>
          </p:spPr>
        </p:pic>
        <p:pic>
          <p:nvPicPr>
            <p:cNvPr id="677" name="object 677"/>
            <p:cNvPicPr/>
            <p:nvPr/>
          </p:nvPicPr>
          <p:blipFill>
            <a:blip r:embed="rId421" cstate="print"/>
            <a:stretch>
              <a:fillRect/>
            </a:stretch>
          </p:blipFill>
          <p:spPr>
            <a:xfrm>
              <a:off x="4539869" y="9223597"/>
              <a:ext cx="155384" cy="172046"/>
            </a:xfrm>
            <a:prstGeom prst="rect">
              <a:avLst/>
            </a:prstGeom>
          </p:spPr>
        </p:pic>
        <p:pic>
          <p:nvPicPr>
            <p:cNvPr id="678" name="object 678"/>
            <p:cNvPicPr/>
            <p:nvPr/>
          </p:nvPicPr>
          <p:blipFill>
            <a:blip r:embed="rId422" cstate="print"/>
            <a:stretch>
              <a:fillRect/>
            </a:stretch>
          </p:blipFill>
          <p:spPr>
            <a:xfrm>
              <a:off x="4907407" y="9223597"/>
              <a:ext cx="153797" cy="172046"/>
            </a:xfrm>
            <a:prstGeom prst="rect">
              <a:avLst/>
            </a:prstGeom>
          </p:spPr>
        </p:pic>
        <p:pic>
          <p:nvPicPr>
            <p:cNvPr id="679" name="object 679"/>
            <p:cNvPicPr/>
            <p:nvPr/>
          </p:nvPicPr>
          <p:blipFill>
            <a:blip r:embed="rId423" cstate="print"/>
            <a:stretch>
              <a:fillRect/>
            </a:stretch>
          </p:blipFill>
          <p:spPr>
            <a:xfrm>
              <a:off x="5094706" y="9223597"/>
              <a:ext cx="264045" cy="172046"/>
            </a:xfrm>
            <a:prstGeom prst="rect">
              <a:avLst/>
            </a:prstGeom>
          </p:spPr>
        </p:pic>
      </p:grpSp>
      <p:grpSp>
        <p:nvGrpSpPr>
          <p:cNvPr id="680" name="object 680"/>
          <p:cNvGrpSpPr/>
          <p:nvPr/>
        </p:nvGrpSpPr>
        <p:grpSpPr>
          <a:xfrm>
            <a:off x="5463603" y="9164669"/>
            <a:ext cx="612775" cy="231140"/>
            <a:chOff x="5463603" y="9164669"/>
            <a:chExt cx="612775" cy="231140"/>
          </a:xfrm>
        </p:grpSpPr>
        <p:pic>
          <p:nvPicPr>
            <p:cNvPr id="681" name="object 681"/>
            <p:cNvPicPr/>
            <p:nvPr/>
          </p:nvPicPr>
          <p:blipFill>
            <a:blip r:embed="rId424" cstate="print"/>
            <a:stretch>
              <a:fillRect/>
            </a:stretch>
          </p:blipFill>
          <p:spPr>
            <a:xfrm>
              <a:off x="5463603" y="9227178"/>
              <a:ext cx="245465" cy="164693"/>
            </a:xfrm>
            <a:prstGeom prst="rect">
              <a:avLst/>
            </a:prstGeom>
          </p:spPr>
        </p:pic>
        <p:sp>
          <p:nvSpPr>
            <p:cNvPr id="682" name="object 682"/>
            <p:cNvSpPr/>
            <p:nvPr/>
          </p:nvSpPr>
          <p:spPr>
            <a:xfrm>
              <a:off x="5731992" y="916467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3" name="object 683"/>
            <p:cNvPicPr/>
            <p:nvPr/>
          </p:nvPicPr>
          <p:blipFill>
            <a:blip r:embed="rId425" cstate="print"/>
            <a:stretch>
              <a:fillRect/>
            </a:stretch>
          </p:blipFill>
          <p:spPr>
            <a:xfrm>
              <a:off x="5802147" y="9169025"/>
              <a:ext cx="97040" cy="226618"/>
            </a:xfrm>
            <a:prstGeom prst="rect">
              <a:avLst/>
            </a:prstGeom>
          </p:spPr>
        </p:pic>
        <p:pic>
          <p:nvPicPr>
            <p:cNvPr id="684" name="object 684"/>
            <p:cNvPicPr/>
            <p:nvPr/>
          </p:nvPicPr>
          <p:blipFill>
            <a:blip r:embed="rId326" cstate="print"/>
            <a:stretch>
              <a:fillRect/>
            </a:stretch>
          </p:blipFill>
          <p:spPr>
            <a:xfrm>
              <a:off x="5925730" y="9164669"/>
              <a:ext cx="150025" cy="227203"/>
            </a:xfrm>
            <a:prstGeom prst="rect">
              <a:avLst/>
            </a:prstGeom>
          </p:spPr>
        </p:pic>
      </p:grpSp>
      <p:grpSp>
        <p:nvGrpSpPr>
          <p:cNvPr id="685" name="object 685"/>
          <p:cNvGrpSpPr/>
          <p:nvPr/>
        </p:nvGrpSpPr>
        <p:grpSpPr>
          <a:xfrm>
            <a:off x="6198440" y="9164669"/>
            <a:ext cx="1677035" cy="231140"/>
            <a:chOff x="6198440" y="9164669"/>
            <a:chExt cx="1677035" cy="231140"/>
          </a:xfrm>
        </p:grpSpPr>
        <p:pic>
          <p:nvPicPr>
            <p:cNvPr id="686" name="object 686"/>
            <p:cNvPicPr/>
            <p:nvPr/>
          </p:nvPicPr>
          <p:blipFill>
            <a:blip r:embed="rId426" cstate="print"/>
            <a:stretch>
              <a:fillRect/>
            </a:stretch>
          </p:blipFill>
          <p:spPr>
            <a:xfrm>
              <a:off x="6198440" y="9164669"/>
              <a:ext cx="160653" cy="230974"/>
            </a:xfrm>
            <a:prstGeom prst="rect">
              <a:avLst/>
            </a:prstGeom>
          </p:spPr>
        </p:pic>
        <p:pic>
          <p:nvPicPr>
            <p:cNvPr id="687" name="object 687"/>
            <p:cNvPicPr/>
            <p:nvPr/>
          </p:nvPicPr>
          <p:blipFill>
            <a:blip r:embed="rId427" cstate="print"/>
            <a:stretch>
              <a:fillRect/>
            </a:stretch>
          </p:blipFill>
          <p:spPr>
            <a:xfrm>
              <a:off x="6390513" y="9169025"/>
              <a:ext cx="436892" cy="226618"/>
            </a:xfrm>
            <a:prstGeom prst="rect">
              <a:avLst/>
            </a:prstGeom>
          </p:spPr>
        </p:pic>
        <p:sp>
          <p:nvSpPr>
            <p:cNvPr id="688" name="object 688"/>
            <p:cNvSpPr/>
            <p:nvPr/>
          </p:nvSpPr>
          <p:spPr>
            <a:xfrm>
              <a:off x="6855943" y="9164675"/>
              <a:ext cx="262255" cy="231140"/>
            </a:xfrm>
            <a:custGeom>
              <a:avLst/>
              <a:gdLst/>
              <a:ahLst/>
              <a:cxnLst/>
              <a:rect l="l" t="t" r="r" b="b"/>
              <a:pathLst>
                <a:path w="262254" h="231140">
                  <a:moveTo>
                    <a:pt x="85521" y="123024"/>
                  </a:moveTo>
                  <a:lnTo>
                    <a:pt x="0" y="123024"/>
                  </a:lnTo>
                  <a:lnTo>
                    <a:pt x="0" y="166687"/>
                  </a:lnTo>
                  <a:lnTo>
                    <a:pt x="85521" y="166687"/>
                  </a:lnTo>
                  <a:lnTo>
                    <a:pt x="85521" y="123024"/>
                  </a:lnTo>
                  <a:close/>
                </a:path>
                <a:path w="262254" h="231140">
                  <a:moveTo>
                    <a:pt x="261696" y="0"/>
                  </a:moveTo>
                  <a:lnTo>
                    <a:pt x="218249" y="0"/>
                  </a:lnTo>
                  <a:lnTo>
                    <a:pt x="218249" y="145453"/>
                  </a:lnTo>
                  <a:lnTo>
                    <a:pt x="217589" y="157365"/>
                  </a:lnTo>
                  <a:lnTo>
                    <a:pt x="196062" y="193268"/>
                  </a:lnTo>
                  <a:lnTo>
                    <a:pt x="182130" y="196443"/>
                  </a:lnTo>
                  <a:lnTo>
                    <a:pt x="173215" y="195376"/>
                  </a:lnTo>
                  <a:lnTo>
                    <a:pt x="147243" y="164007"/>
                  </a:lnTo>
                  <a:lnTo>
                    <a:pt x="145567" y="145453"/>
                  </a:lnTo>
                  <a:lnTo>
                    <a:pt x="145516" y="144259"/>
                  </a:lnTo>
                  <a:lnTo>
                    <a:pt x="155740" y="104571"/>
                  </a:lnTo>
                  <a:lnTo>
                    <a:pt x="181724" y="92265"/>
                  </a:lnTo>
                  <a:lnTo>
                    <a:pt x="189382" y="93052"/>
                  </a:lnTo>
                  <a:lnTo>
                    <a:pt x="215658" y="121094"/>
                  </a:lnTo>
                  <a:lnTo>
                    <a:pt x="218186" y="144259"/>
                  </a:lnTo>
                  <a:lnTo>
                    <a:pt x="218249" y="145453"/>
                  </a:lnTo>
                  <a:lnTo>
                    <a:pt x="218249" y="0"/>
                  </a:lnTo>
                  <a:lnTo>
                    <a:pt x="218046" y="0"/>
                  </a:lnTo>
                  <a:lnTo>
                    <a:pt x="218046" y="81749"/>
                  </a:lnTo>
                  <a:lnTo>
                    <a:pt x="207543" y="71767"/>
                  </a:lnTo>
                  <a:lnTo>
                    <a:pt x="196113" y="64630"/>
                  </a:lnTo>
                  <a:lnTo>
                    <a:pt x="183730" y="60350"/>
                  </a:lnTo>
                  <a:lnTo>
                    <a:pt x="170421" y="58928"/>
                  </a:lnTo>
                  <a:lnTo>
                    <a:pt x="155333" y="60350"/>
                  </a:lnTo>
                  <a:lnTo>
                    <a:pt x="155790" y="60350"/>
                  </a:lnTo>
                  <a:lnTo>
                    <a:pt x="142887" y="64389"/>
                  </a:lnTo>
                  <a:lnTo>
                    <a:pt x="112014" y="92837"/>
                  </a:lnTo>
                  <a:lnTo>
                    <a:pt x="101142" y="141287"/>
                  </a:lnTo>
                  <a:lnTo>
                    <a:pt x="101041" y="145453"/>
                  </a:lnTo>
                  <a:lnTo>
                    <a:pt x="102222" y="163588"/>
                  </a:lnTo>
                  <a:lnTo>
                    <a:pt x="121208" y="208153"/>
                  </a:lnTo>
                  <a:lnTo>
                    <a:pt x="156133" y="229552"/>
                  </a:lnTo>
                  <a:lnTo>
                    <a:pt x="169824" y="230974"/>
                  </a:lnTo>
                  <a:lnTo>
                    <a:pt x="176745" y="230543"/>
                  </a:lnTo>
                  <a:lnTo>
                    <a:pt x="215938" y="209600"/>
                  </a:lnTo>
                  <a:lnTo>
                    <a:pt x="221221" y="202996"/>
                  </a:lnTo>
                  <a:lnTo>
                    <a:pt x="221221" y="227203"/>
                  </a:lnTo>
                  <a:lnTo>
                    <a:pt x="261696" y="227203"/>
                  </a:lnTo>
                  <a:lnTo>
                    <a:pt x="261696" y="202996"/>
                  </a:lnTo>
                  <a:lnTo>
                    <a:pt x="261696" y="196443"/>
                  </a:lnTo>
                  <a:lnTo>
                    <a:pt x="261696" y="92265"/>
                  </a:lnTo>
                  <a:lnTo>
                    <a:pt x="261696" y="81749"/>
                  </a:lnTo>
                  <a:lnTo>
                    <a:pt x="26169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9" name="object 689"/>
            <p:cNvPicPr/>
            <p:nvPr/>
          </p:nvPicPr>
          <p:blipFill>
            <a:blip r:embed="rId428" cstate="print"/>
            <a:stretch>
              <a:fillRect/>
            </a:stretch>
          </p:blipFill>
          <p:spPr>
            <a:xfrm>
              <a:off x="7158583" y="9164669"/>
              <a:ext cx="168998" cy="227203"/>
            </a:xfrm>
            <a:prstGeom prst="rect">
              <a:avLst/>
            </a:prstGeom>
          </p:spPr>
        </p:pic>
        <p:pic>
          <p:nvPicPr>
            <p:cNvPr id="690" name="object 690"/>
            <p:cNvPicPr/>
            <p:nvPr/>
          </p:nvPicPr>
          <p:blipFill>
            <a:blip r:embed="rId429" cstate="print"/>
            <a:stretch>
              <a:fillRect/>
            </a:stretch>
          </p:blipFill>
          <p:spPr>
            <a:xfrm>
              <a:off x="7351306" y="9223597"/>
              <a:ext cx="338696" cy="172046"/>
            </a:xfrm>
            <a:prstGeom prst="rect">
              <a:avLst/>
            </a:prstGeom>
          </p:spPr>
        </p:pic>
        <p:pic>
          <p:nvPicPr>
            <p:cNvPr id="691" name="object 691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7725092" y="9223597"/>
              <a:ext cx="150215" cy="168275"/>
            </a:xfrm>
            <a:prstGeom prst="rect">
              <a:avLst/>
            </a:prstGeom>
          </p:spPr>
        </p:pic>
      </p:grpSp>
      <p:sp>
        <p:nvSpPr>
          <p:cNvPr id="692" name="object 692"/>
          <p:cNvSpPr/>
          <p:nvPr/>
        </p:nvSpPr>
        <p:spPr>
          <a:xfrm>
            <a:off x="8007642" y="9164675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5" h="227329">
                <a:moveTo>
                  <a:pt x="43459" y="62509"/>
                </a:moveTo>
                <a:lnTo>
                  <a:pt x="0" y="62509"/>
                </a:lnTo>
                <a:lnTo>
                  <a:pt x="0" y="227203"/>
                </a:lnTo>
                <a:lnTo>
                  <a:pt x="43459" y="227203"/>
                </a:lnTo>
                <a:lnTo>
                  <a:pt x="43459" y="62509"/>
                </a:lnTo>
                <a:close/>
              </a:path>
              <a:path w="43815" h="227329">
                <a:moveTo>
                  <a:pt x="43459" y="0"/>
                </a:moveTo>
                <a:lnTo>
                  <a:pt x="0" y="0"/>
                </a:lnTo>
                <a:lnTo>
                  <a:pt x="0" y="40284"/>
                </a:lnTo>
                <a:lnTo>
                  <a:pt x="43459" y="40284"/>
                </a:lnTo>
                <a:lnTo>
                  <a:pt x="4345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93" name="object 693"/>
          <p:cNvGrpSpPr/>
          <p:nvPr/>
        </p:nvGrpSpPr>
        <p:grpSpPr>
          <a:xfrm>
            <a:off x="8095462" y="9164669"/>
            <a:ext cx="1091565" cy="294640"/>
            <a:chOff x="8095462" y="9164669"/>
            <a:chExt cx="1091565" cy="294640"/>
          </a:xfrm>
        </p:grpSpPr>
        <p:pic>
          <p:nvPicPr>
            <p:cNvPr id="694" name="object 694"/>
            <p:cNvPicPr/>
            <p:nvPr/>
          </p:nvPicPr>
          <p:blipFill>
            <a:blip r:embed="rId430" cstate="print"/>
            <a:stretch>
              <a:fillRect/>
            </a:stretch>
          </p:blipFill>
          <p:spPr>
            <a:xfrm>
              <a:off x="8274519" y="9223597"/>
              <a:ext cx="153784" cy="172046"/>
            </a:xfrm>
            <a:prstGeom prst="rect">
              <a:avLst/>
            </a:prstGeom>
          </p:spPr>
        </p:pic>
        <p:pic>
          <p:nvPicPr>
            <p:cNvPr id="695" name="object 695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8095462" y="9223597"/>
              <a:ext cx="150215" cy="168275"/>
            </a:xfrm>
            <a:prstGeom prst="rect">
              <a:avLst/>
            </a:prstGeom>
          </p:spPr>
        </p:pic>
        <p:sp>
          <p:nvSpPr>
            <p:cNvPr id="696" name="object 696"/>
            <p:cNvSpPr/>
            <p:nvPr/>
          </p:nvSpPr>
          <p:spPr>
            <a:xfrm>
              <a:off x="8466366" y="916467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7" name="object 697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8544864" y="9223597"/>
              <a:ext cx="160528" cy="235153"/>
            </a:xfrm>
            <a:prstGeom prst="rect">
              <a:avLst/>
            </a:prstGeom>
          </p:spPr>
        </p:pic>
        <p:pic>
          <p:nvPicPr>
            <p:cNvPr id="698" name="object 698"/>
            <p:cNvPicPr/>
            <p:nvPr/>
          </p:nvPicPr>
          <p:blipFill>
            <a:blip r:embed="rId431" cstate="print"/>
            <a:stretch>
              <a:fillRect/>
            </a:stretch>
          </p:blipFill>
          <p:spPr>
            <a:xfrm>
              <a:off x="8748318" y="9164669"/>
              <a:ext cx="150025" cy="227203"/>
            </a:xfrm>
            <a:prstGeom prst="rect">
              <a:avLst/>
            </a:prstGeom>
          </p:spPr>
        </p:pic>
        <p:pic>
          <p:nvPicPr>
            <p:cNvPr id="699" name="object 699"/>
            <p:cNvPicPr/>
            <p:nvPr/>
          </p:nvPicPr>
          <p:blipFill>
            <a:blip r:embed="rId432" cstate="print"/>
            <a:stretch>
              <a:fillRect/>
            </a:stretch>
          </p:blipFill>
          <p:spPr>
            <a:xfrm>
              <a:off x="8924404" y="9169025"/>
              <a:ext cx="262293" cy="226618"/>
            </a:xfrm>
            <a:prstGeom prst="rect">
              <a:avLst/>
            </a:prstGeom>
          </p:spPr>
        </p:pic>
      </p:grpSp>
      <p:grpSp>
        <p:nvGrpSpPr>
          <p:cNvPr id="700" name="object 700"/>
          <p:cNvGrpSpPr/>
          <p:nvPr/>
        </p:nvGrpSpPr>
        <p:grpSpPr>
          <a:xfrm>
            <a:off x="9312973" y="9164669"/>
            <a:ext cx="548005" cy="231140"/>
            <a:chOff x="9312973" y="9164669"/>
            <a:chExt cx="548005" cy="231140"/>
          </a:xfrm>
        </p:grpSpPr>
        <p:sp>
          <p:nvSpPr>
            <p:cNvPr id="701" name="object 701"/>
            <p:cNvSpPr/>
            <p:nvPr/>
          </p:nvSpPr>
          <p:spPr>
            <a:xfrm>
              <a:off x="9312973" y="916467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2" name="object 702"/>
            <p:cNvPicPr/>
            <p:nvPr/>
          </p:nvPicPr>
          <p:blipFill>
            <a:blip r:embed="rId433" cstate="print"/>
            <a:stretch>
              <a:fillRect/>
            </a:stretch>
          </p:blipFill>
          <p:spPr>
            <a:xfrm>
              <a:off x="9400793" y="9223597"/>
              <a:ext cx="150215" cy="168275"/>
            </a:xfrm>
            <a:prstGeom prst="rect">
              <a:avLst/>
            </a:prstGeom>
          </p:spPr>
        </p:pic>
        <p:pic>
          <p:nvPicPr>
            <p:cNvPr id="703" name="object 703"/>
            <p:cNvPicPr/>
            <p:nvPr/>
          </p:nvPicPr>
          <p:blipFill>
            <a:blip r:embed="rId434" cstate="print"/>
            <a:stretch>
              <a:fillRect/>
            </a:stretch>
          </p:blipFill>
          <p:spPr>
            <a:xfrm>
              <a:off x="9577069" y="9169025"/>
              <a:ext cx="283527" cy="226618"/>
            </a:xfrm>
            <a:prstGeom prst="rect">
              <a:avLst/>
            </a:prstGeom>
          </p:spPr>
        </p:pic>
      </p:grpSp>
      <p:grpSp>
        <p:nvGrpSpPr>
          <p:cNvPr id="704" name="object 704"/>
          <p:cNvGrpSpPr/>
          <p:nvPr/>
        </p:nvGrpSpPr>
        <p:grpSpPr>
          <a:xfrm>
            <a:off x="9967721" y="9164669"/>
            <a:ext cx="1135380" cy="231140"/>
            <a:chOff x="9967721" y="9164669"/>
            <a:chExt cx="1135380" cy="231140"/>
          </a:xfrm>
        </p:grpSpPr>
        <p:pic>
          <p:nvPicPr>
            <p:cNvPr id="705" name="object 705"/>
            <p:cNvPicPr/>
            <p:nvPr/>
          </p:nvPicPr>
          <p:blipFill>
            <a:blip r:embed="rId435" cstate="print"/>
            <a:stretch>
              <a:fillRect/>
            </a:stretch>
          </p:blipFill>
          <p:spPr>
            <a:xfrm>
              <a:off x="9967721" y="9223597"/>
              <a:ext cx="153797" cy="172046"/>
            </a:xfrm>
            <a:prstGeom prst="rect">
              <a:avLst/>
            </a:prstGeom>
          </p:spPr>
        </p:pic>
        <p:pic>
          <p:nvPicPr>
            <p:cNvPr id="706" name="object 706"/>
            <p:cNvPicPr/>
            <p:nvPr/>
          </p:nvPicPr>
          <p:blipFill>
            <a:blip r:embed="rId436" cstate="print"/>
            <a:stretch>
              <a:fillRect/>
            </a:stretch>
          </p:blipFill>
          <p:spPr>
            <a:xfrm>
              <a:off x="10141521" y="9169025"/>
              <a:ext cx="97040" cy="226618"/>
            </a:xfrm>
            <a:prstGeom prst="rect">
              <a:avLst/>
            </a:prstGeom>
          </p:spPr>
        </p:pic>
        <p:pic>
          <p:nvPicPr>
            <p:cNvPr id="707" name="object 707"/>
            <p:cNvPicPr/>
            <p:nvPr/>
          </p:nvPicPr>
          <p:blipFill>
            <a:blip r:embed="rId437" cstate="print"/>
            <a:stretch>
              <a:fillRect/>
            </a:stretch>
          </p:blipFill>
          <p:spPr>
            <a:xfrm>
              <a:off x="10264317" y="9227178"/>
              <a:ext cx="149821" cy="168465"/>
            </a:xfrm>
            <a:prstGeom prst="rect">
              <a:avLst/>
            </a:prstGeom>
          </p:spPr>
        </p:pic>
        <p:pic>
          <p:nvPicPr>
            <p:cNvPr id="708" name="object 708"/>
            <p:cNvPicPr/>
            <p:nvPr/>
          </p:nvPicPr>
          <p:blipFill>
            <a:blip r:embed="rId438" cstate="print"/>
            <a:stretch>
              <a:fillRect/>
            </a:stretch>
          </p:blipFill>
          <p:spPr>
            <a:xfrm>
              <a:off x="10449612" y="9164669"/>
              <a:ext cx="160653" cy="230974"/>
            </a:xfrm>
            <a:prstGeom prst="rect">
              <a:avLst/>
            </a:prstGeom>
          </p:spPr>
        </p:pic>
        <p:pic>
          <p:nvPicPr>
            <p:cNvPr id="709" name="object 709"/>
            <p:cNvPicPr/>
            <p:nvPr/>
          </p:nvPicPr>
          <p:blipFill>
            <a:blip r:embed="rId288" cstate="print"/>
            <a:stretch>
              <a:fillRect/>
            </a:stretch>
          </p:blipFill>
          <p:spPr>
            <a:xfrm>
              <a:off x="10640491" y="9223597"/>
              <a:ext cx="153784" cy="172046"/>
            </a:xfrm>
            <a:prstGeom prst="rect">
              <a:avLst/>
            </a:prstGeom>
          </p:spPr>
        </p:pic>
        <p:pic>
          <p:nvPicPr>
            <p:cNvPr id="710" name="object 710"/>
            <p:cNvPicPr/>
            <p:nvPr/>
          </p:nvPicPr>
          <p:blipFill>
            <a:blip r:embed="rId439" cstate="print"/>
            <a:stretch>
              <a:fillRect/>
            </a:stretch>
          </p:blipFill>
          <p:spPr>
            <a:xfrm>
              <a:off x="10829366" y="9223597"/>
              <a:ext cx="150228" cy="168275"/>
            </a:xfrm>
            <a:prstGeom prst="rect">
              <a:avLst/>
            </a:prstGeom>
          </p:spPr>
        </p:pic>
        <p:pic>
          <p:nvPicPr>
            <p:cNvPr id="711" name="object 711"/>
            <p:cNvPicPr/>
            <p:nvPr/>
          </p:nvPicPr>
          <p:blipFill>
            <a:blip r:embed="rId440" cstate="print"/>
            <a:stretch>
              <a:fillRect/>
            </a:stretch>
          </p:blipFill>
          <p:spPr>
            <a:xfrm>
              <a:off x="11005654" y="9169025"/>
              <a:ext cx="97027" cy="226618"/>
            </a:xfrm>
            <a:prstGeom prst="rect">
              <a:avLst/>
            </a:prstGeom>
          </p:spPr>
        </p:pic>
      </p:grpSp>
      <p:grpSp>
        <p:nvGrpSpPr>
          <p:cNvPr id="712" name="object 712"/>
          <p:cNvGrpSpPr/>
          <p:nvPr/>
        </p:nvGrpSpPr>
        <p:grpSpPr>
          <a:xfrm>
            <a:off x="11217643" y="9164669"/>
            <a:ext cx="1191895" cy="294640"/>
            <a:chOff x="11217643" y="9164669"/>
            <a:chExt cx="1191895" cy="294640"/>
          </a:xfrm>
        </p:grpSpPr>
        <p:sp>
          <p:nvSpPr>
            <p:cNvPr id="713" name="object 713"/>
            <p:cNvSpPr/>
            <p:nvPr/>
          </p:nvSpPr>
          <p:spPr>
            <a:xfrm>
              <a:off x="11217643" y="916466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4" name="object 714"/>
            <p:cNvPicPr/>
            <p:nvPr/>
          </p:nvPicPr>
          <p:blipFill>
            <a:blip r:embed="rId441" cstate="print"/>
            <a:stretch>
              <a:fillRect/>
            </a:stretch>
          </p:blipFill>
          <p:spPr>
            <a:xfrm>
              <a:off x="11293157" y="9223597"/>
              <a:ext cx="153784" cy="172046"/>
            </a:xfrm>
            <a:prstGeom prst="rect">
              <a:avLst/>
            </a:prstGeom>
          </p:spPr>
        </p:pic>
        <p:pic>
          <p:nvPicPr>
            <p:cNvPr id="715" name="object 715"/>
            <p:cNvPicPr/>
            <p:nvPr/>
          </p:nvPicPr>
          <p:blipFill>
            <a:blip r:embed="rId442" cstate="print"/>
            <a:stretch>
              <a:fillRect/>
            </a:stretch>
          </p:blipFill>
          <p:spPr>
            <a:xfrm>
              <a:off x="11470931" y="9223597"/>
              <a:ext cx="154571" cy="172046"/>
            </a:xfrm>
            <a:prstGeom prst="rect">
              <a:avLst/>
            </a:prstGeom>
          </p:spPr>
        </p:pic>
        <p:pic>
          <p:nvPicPr>
            <p:cNvPr id="716" name="object 716"/>
            <p:cNvPicPr/>
            <p:nvPr/>
          </p:nvPicPr>
          <p:blipFill>
            <a:blip r:embed="rId443" cstate="print"/>
            <a:stretch>
              <a:fillRect/>
            </a:stretch>
          </p:blipFill>
          <p:spPr>
            <a:xfrm>
              <a:off x="11657025" y="9223597"/>
              <a:ext cx="275361" cy="168275"/>
            </a:xfrm>
            <a:prstGeom prst="rect">
              <a:avLst/>
            </a:prstGeom>
          </p:spPr>
        </p:pic>
        <p:sp>
          <p:nvSpPr>
            <p:cNvPr id="717" name="object 717"/>
            <p:cNvSpPr/>
            <p:nvPr/>
          </p:nvSpPr>
          <p:spPr>
            <a:xfrm>
              <a:off x="11976506" y="916467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8" name="object 718"/>
            <p:cNvPicPr/>
            <p:nvPr/>
          </p:nvPicPr>
          <p:blipFill>
            <a:blip r:embed="rId444" cstate="print"/>
            <a:stretch>
              <a:fillRect/>
            </a:stretch>
          </p:blipFill>
          <p:spPr>
            <a:xfrm>
              <a:off x="12064326" y="9223597"/>
              <a:ext cx="150215" cy="168275"/>
            </a:xfrm>
            <a:prstGeom prst="rect">
              <a:avLst/>
            </a:prstGeom>
          </p:spPr>
        </p:pic>
        <p:pic>
          <p:nvPicPr>
            <p:cNvPr id="719" name="object 719"/>
            <p:cNvPicPr/>
            <p:nvPr/>
          </p:nvPicPr>
          <p:blipFill>
            <a:blip r:embed="rId445" cstate="print"/>
            <a:stretch>
              <a:fillRect/>
            </a:stretch>
          </p:blipFill>
          <p:spPr>
            <a:xfrm>
              <a:off x="12248934" y="9223597"/>
              <a:ext cx="160540" cy="235153"/>
            </a:xfrm>
            <a:prstGeom prst="rect">
              <a:avLst/>
            </a:prstGeom>
          </p:spPr>
        </p:pic>
      </p:grpSp>
      <p:grpSp>
        <p:nvGrpSpPr>
          <p:cNvPr id="720" name="object 720"/>
          <p:cNvGrpSpPr/>
          <p:nvPr/>
        </p:nvGrpSpPr>
        <p:grpSpPr>
          <a:xfrm>
            <a:off x="12539624" y="9164669"/>
            <a:ext cx="1791970" cy="294640"/>
            <a:chOff x="12539624" y="9164669"/>
            <a:chExt cx="1791970" cy="294640"/>
          </a:xfrm>
        </p:grpSpPr>
        <p:pic>
          <p:nvPicPr>
            <p:cNvPr id="721" name="object 721"/>
            <p:cNvPicPr/>
            <p:nvPr/>
          </p:nvPicPr>
          <p:blipFill>
            <a:blip r:embed="rId446" cstate="print"/>
            <a:stretch>
              <a:fillRect/>
            </a:stretch>
          </p:blipFill>
          <p:spPr>
            <a:xfrm>
              <a:off x="12539624" y="9223597"/>
              <a:ext cx="1321777" cy="235153"/>
            </a:xfrm>
            <a:prstGeom prst="rect">
              <a:avLst/>
            </a:prstGeom>
          </p:spPr>
        </p:pic>
        <p:sp>
          <p:nvSpPr>
            <p:cNvPr id="722" name="object 722"/>
            <p:cNvSpPr/>
            <p:nvPr/>
          </p:nvSpPr>
          <p:spPr>
            <a:xfrm>
              <a:off x="13899477" y="916467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3" name="object 723"/>
            <p:cNvPicPr/>
            <p:nvPr/>
          </p:nvPicPr>
          <p:blipFill>
            <a:blip r:embed="rId447" cstate="print"/>
            <a:stretch>
              <a:fillRect/>
            </a:stretch>
          </p:blipFill>
          <p:spPr>
            <a:xfrm>
              <a:off x="13977569" y="9223597"/>
              <a:ext cx="169862" cy="172046"/>
            </a:xfrm>
            <a:prstGeom prst="rect">
              <a:avLst/>
            </a:prstGeom>
          </p:spPr>
        </p:pic>
        <p:pic>
          <p:nvPicPr>
            <p:cNvPr id="724" name="object 724"/>
            <p:cNvPicPr/>
            <p:nvPr/>
          </p:nvPicPr>
          <p:blipFill>
            <a:blip r:embed="rId433" cstate="print"/>
            <a:stretch>
              <a:fillRect/>
            </a:stretch>
          </p:blipFill>
          <p:spPr>
            <a:xfrm>
              <a:off x="14181226" y="9223597"/>
              <a:ext cx="150215" cy="168275"/>
            </a:xfrm>
            <a:prstGeom prst="rect">
              <a:avLst/>
            </a:prstGeom>
          </p:spPr>
        </p:pic>
      </p:grpSp>
      <p:grpSp>
        <p:nvGrpSpPr>
          <p:cNvPr id="725" name="object 725"/>
          <p:cNvGrpSpPr/>
          <p:nvPr/>
        </p:nvGrpSpPr>
        <p:grpSpPr>
          <a:xfrm>
            <a:off x="14461794" y="9164669"/>
            <a:ext cx="883285" cy="231140"/>
            <a:chOff x="14461794" y="9164669"/>
            <a:chExt cx="883285" cy="231140"/>
          </a:xfrm>
        </p:grpSpPr>
        <p:pic>
          <p:nvPicPr>
            <p:cNvPr id="726" name="object 726"/>
            <p:cNvPicPr/>
            <p:nvPr/>
          </p:nvPicPr>
          <p:blipFill>
            <a:blip r:embed="rId448" cstate="print"/>
            <a:stretch>
              <a:fillRect/>
            </a:stretch>
          </p:blipFill>
          <p:spPr>
            <a:xfrm>
              <a:off x="14461794" y="9169025"/>
              <a:ext cx="381063" cy="226618"/>
            </a:xfrm>
            <a:prstGeom prst="rect">
              <a:avLst/>
            </a:prstGeom>
          </p:spPr>
        </p:pic>
        <p:pic>
          <p:nvPicPr>
            <p:cNvPr id="727" name="object 727"/>
            <p:cNvPicPr/>
            <p:nvPr/>
          </p:nvPicPr>
          <p:blipFill>
            <a:blip r:embed="rId449" cstate="print"/>
            <a:stretch>
              <a:fillRect/>
            </a:stretch>
          </p:blipFill>
          <p:spPr>
            <a:xfrm>
              <a:off x="14869401" y="9164669"/>
              <a:ext cx="150113" cy="227203"/>
            </a:xfrm>
            <a:prstGeom prst="rect">
              <a:avLst/>
            </a:prstGeom>
          </p:spPr>
        </p:pic>
        <p:pic>
          <p:nvPicPr>
            <p:cNvPr id="728" name="object 728"/>
            <p:cNvPicPr/>
            <p:nvPr/>
          </p:nvPicPr>
          <p:blipFill>
            <a:blip r:embed="rId450" cstate="print"/>
            <a:stretch>
              <a:fillRect/>
            </a:stretch>
          </p:blipFill>
          <p:spPr>
            <a:xfrm>
              <a:off x="15050884" y="9223597"/>
              <a:ext cx="153797" cy="172046"/>
            </a:xfrm>
            <a:prstGeom prst="rect">
              <a:avLst/>
            </a:prstGeom>
          </p:spPr>
        </p:pic>
        <p:pic>
          <p:nvPicPr>
            <p:cNvPr id="729" name="object 729"/>
            <p:cNvPicPr/>
            <p:nvPr/>
          </p:nvPicPr>
          <p:blipFill>
            <a:blip r:embed="rId451" cstate="print"/>
            <a:stretch>
              <a:fillRect/>
            </a:stretch>
          </p:blipFill>
          <p:spPr>
            <a:xfrm>
              <a:off x="15238209" y="9223597"/>
              <a:ext cx="106680" cy="168275"/>
            </a:xfrm>
            <a:prstGeom prst="rect">
              <a:avLst/>
            </a:prstGeom>
          </p:spPr>
        </p:pic>
      </p:grpSp>
      <p:grpSp>
        <p:nvGrpSpPr>
          <p:cNvPr id="730" name="object 730"/>
          <p:cNvGrpSpPr/>
          <p:nvPr/>
        </p:nvGrpSpPr>
        <p:grpSpPr>
          <a:xfrm>
            <a:off x="15433916" y="9164669"/>
            <a:ext cx="644525" cy="231140"/>
            <a:chOff x="15433916" y="9164669"/>
            <a:chExt cx="644525" cy="231140"/>
          </a:xfrm>
        </p:grpSpPr>
        <p:pic>
          <p:nvPicPr>
            <p:cNvPr id="731" name="object 731"/>
            <p:cNvPicPr/>
            <p:nvPr/>
          </p:nvPicPr>
          <p:blipFill>
            <a:blip r:embed="rId452" cstate="print"/>
            <a:stretch>
              <a:fillRect/>
            </a:stretch>
          </p:blipFill>
          <p:spPr>
            <a:xfrm>
              <a:off x="15433916" y="9169025"/>
              <a:ext cx="97028" cy="226618"/>
            </a:xfrm>
            <a:prstGeom prst="rect">
              <a:avLst/>
            </a:prstGeom>
          </p:spPr>
        </p:pic>
        <p:pic>
          <p:nvPicPr>
            <p:cNvPr id="732" name="object 732"/>
            <p:cNvPicPr/>
            <p:nvPr/>
          </p:nvPicPr>
          <p:blipFill>
            <a:blip r:embed="rId453" cstate="print"/>
            <a:stretch>
              <a:fillRect/>
            </a:stretch>
          </p:blipFill>
          <p:spPr>
            <a:xfrm>
              <a:off x="15557487" y="9164669"/>
              <a:ext cx="149986" cy="227203"/>
            </a:xfrm>
            <a:prstGeom prst="rect">
              <a:avLst/>
            </a:prstGeom>
          </p:spPr>
        </p:pic>
        <p:pic>
          <p:nvPicPr>
            <p:cNvPr id="733" name="object 733"/>
            <p:cNvPicPr/>
            <p:nvPr/>
          </p:nvPicPr>
          <p:blipFill>
            <a:blip r:embed="rId454" cstate="print"/>
            <a:stretch>
              <a:fillRect/>
            </a:stretch>
          </p:blipFill>
          <p:spPr>
            <a:xfrm>
              <a:off x="15740113" y="9223597"/>
              <a:ext cx="154559" cy="172046"/>
            </a:xfrm>
            <a:prstGeom prst="rect">
              <a:avLst/>
            </a:prstGeom>
          </p:spPr>
        </p:pic>
        <p:pic>
          <p:nvPicPr>
            <p:cNvPr id="734" name="object 734"/>
            <p:cNvPicPr/>
            <p:nvPr/>
          </p:nvPicPr>
          <p:blipFill>
            <a:blip r:embed="rId455" cstate="print"/>
            <a:stretch>
              <a:fillRect/>
            </a:stretch>
          </p:blipFill>
          <p:spPr>
            <a:xfrm>
              <a:off x="15927819" y="9223597"/>
              <a:ext cx="150113" cy="168275"/>
            </a:xfrm>
            <a:prstGeom prst="rect">
              <a:avLst/>
            </a:prstGeom>
          </p:spPr>
        </p:pic>
      </p:grpSp>
      <p:grpSp>
        <p:nvGrpSpPr>
          <p:cNvPr id="735" name="object 735"/>
          <p:cNvGrpSpPr/>
          <p:nvPr/>
        </p:nvGrpSpPr>
        <p:grpSpPr>
          <a:xfrm>
            <a:off x="16200234" y="9164669"/>
            <a:ext cx="635000" cy="294640"/>
            <a:chOff x="16200234" y="9164669"/>
            <a:chExt cx="635000" cy="294640"/>
          </a:xfrm>
        </p:grpSpPr>
        <p:pic>
          <p:nvPicPr>
            <p:cNvPr id="736" name="object 736"/>
            <p:cNvPicPr/>
            <p:nvPr/>
          </p:nvPicPr>
          <p:blipFill>
            <a:blip r:embed="rId456" cstate="print"/>
            <a:stretch>
              <a:fillRect/>
            </a:stretch>
          </p:blipFill>
          <p:spPr>
            <a:xfrm>
              <a:off x="16200234" y="9223597"/>
              <a:ext cx="169799" cy="172046"/>
            </a:xfrm>
            <a:prstGeom prst="rect">
              <a:avLst/>
            </a:prstGeom>
          </p:spPr>
        </p:pic>
        <p:pic>
          <p:nvPicPr>
            <p:cNvPr id="737" name="object 737"/>
            <p:cNvPicPr/>
            <p:nvPr/>
          </p:nvPicPr>
          <p:blipFill>
            <a:blip r:embed="rId457" cstate="print"/>
            <a:stretch>
              <a:fillRect/>
            </a:stretch>
          </p:blipFill>
          <p:spPr>
            <a:xfrm>
              <a:off x="16403815" y="9223597"/>
              <a:ext cx="150240" cy="168275"/>
            </a:xfrm>
            <a:prstGeom prst="rect">
              <a:avLst/>
            </a:prstGeom>
          </p:spPr>
        </p:pic>
        <p:sp>
          <p:nvSpPr>
            <p:cNvPr id="738" name="object 738"/>
            <p:cNvSpPr/>
            <p:nvPr/>
          </p:nvSpPr>
          <p:spPr>
            <a:xfrm>
              <a:off x="16598252" y="916466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33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33" y="227202"/>
                  </a:lnTo>
                  <a:lnTo>
                    <a:pt x="43433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9" name="object 739"/>
            <p:cNvPicPr/>
            <p:nvPr/>
          </p:nvPicPr>
          <p:blipFill>
            <a:blip r:embed="rId458" cstate="print"/>
            <a:stretch>
              <a:fillRect/>
            </a:stretch>
          </p:blipFill>
          <p:spPr>
            <a:xfrm>
              <a:off x="16665816" y="9227178"/>
              <a:ext cx="169163" cy="231571"/>
            </a:xfrm>
            <a:prstGeom prst="rect">
              <a:avLst/>
            </a:prstGeom>
          </p:spPr>
        </p:pic>
      </p:grpSp>
      <p:grpSp>
        <p:nvGrpSpPr>
          <p:cNvPr id="740" name="object 740"/>
          <p:cNvGrpSpPr/>
          <p:nvPr/>
        </p:nvGrpSpPr>
        <p:grpSpPr>
          <a:xfrm>
            <a:off x="2651712" y="9605067"/>
            <a:ext cx="546735" cy="234950"/>
            <a:chOff x="2651712" y="9605067"/>
            <a:chExt cx="546735" cy="234950"/>
          </a:xfrm>
        </p:grpSpPr>
        <p:pic>
          <p:nvPicPr>
            <p:cNvPr id="741" name="object 741"/>
            <p:cNvPicPr/>
            <p:nvPr/>
          </p:nvPicPr>
          <p:blipFill>
            <a:blip r:embed="rId459" cstate="print"/>
            <a:stretch>
              <a:fillRect/>
            </a:stretch>
          </p:blipFill>
          <p:spPr>
            <a:xfrm>
              <a:off x="2651712" y="9609042"/>
              <a:ext cx="160656" cy="230974"/>
            </a:xfrm>
            <a:prstGeom prst="rect">
              <a:avLst/>
            </a:prstGeom>
          </p:spPr>
        </p:pic>
        <p:sp>
          <p:nvSpPr>
            <p:cNvPr id="742" name="object 742"/>
            <p:cNvSpPr/>
            <p:nvPr/>
          </p:nvSpPr>
          <p:spPr>
            <a:xfrm>
              <a:off x="2855290" y="960904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3" name="object 743"/>
            <p:cNvPicPr/>
            <p:nvPr/>
          </p:nvPicPr>
          <p:blipFill>
            <a:blip r:embed="rId460" cstate="print"/>
            <a:stretch>
              <a:fillRect/>
            </a:stretch>
          </p:blipFill>
          <p:spPr>
            <a:xfrm>
              <a:off x="2924459" y="9605067"/>
              <a:ext cx="273964" cy="231178"/>
            </a:xfrm>
            <a:prstGeom prst="rect">
              <a:avLst/>
            </a:prstGeom>
          </p:spPr>
        </p:pic>
      </p:grpSp>
      <p:grpSp>
        <p:nvGrpSpPr>
          <p:cNvPr id="744" name="object 744"/>
          <p:cNvGrpSpPr/>
          <p:nvPr/>
        </p:nvGrpSpPr>
        <p:grpSpPr>
          <a:xfrm>
            <a:off x="3233453" y="9667970"/>
            <a:ext cx="335280" cy="172085"/>
            <a:chOff x="3233453" y="9667970"/>
            <a:chExt cx="335280" cy="172085"/>
          </a:xfrm>
        </p:grpSpPr>
        <p:pic>
          <p:nvPicPr>
            <p:cNvPr id="745" name="object 745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3418763" y="9671551"/>
              <a:ext cx="149821" cy="168465"/>
            </a:xfrm>
            <a:prstGeom prst="rect">
              <a:avLst/>
            </a:prstGeom>
          </p:spPr>
        </p:pic>
        <p:pic>
          <p:nvPicPr>
            <p:cNvPr id="746" name="object 746"/>
            <p:cNvPicPr/>
            <p:nvPr/>
          </p:nvPicPr>
          <p:blipFill>
            <a:blip r:embed="rId461" cstate="print"/>
            <a:stretch>
              <a:fillRect/>
            </a:stretch>
          </p:blipFill>
          <p:spPr>
            <a:xfrm>
              <a:off x="3233453" y="9667970"/>
              <a:ext cx="155376" cy="172046"/>
            </a:xfrm>
            <a:prstGeom prst="rect">
              <a:avLst/>
            </a:prstGeom>
          </p:spPr>
        </p:pic>
      </p:grpSp>
      <p:grpSp>
        <p:nvGrpSpPr>
          <p:cNvPr id="747" name="object 747"/>
          <p:cNvGrpSpPr/>
          <p:nvPr/>
        </p:nvGrpSpPr>
        <p:grpSpPr>
          <a:xfrm>
            <a:off x="3613696" y="9609042"/>
            <a:ext cx="342900" cy="294640"/>
            <a:chOff x="3613696" y="9609042"/>
            <a:chExt cx="342900" cy="294640"/>
          </a:xfrm>
        </p:grpSpPr>
        <p:sp>
          <p:nvSpPr>
            <p:cNvPr id="748" name="object 748"/>
            <p:cNvSpPr/>
            <p:nvPr/>
          </p:nvSpPr>
          <p:spPr>
            <a:xfrm>
              <a:off x="3613696" y="960904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9" name="object 749"/>
            <p:cNvPicPr/>
            <p:nvPr/>
          </p:nvPicPr>
          <p:blipFill>
            <a:blip r:embed="rId462" cstate="print"/>
            <a:stretch>
              <a:fillRect/>
            </a:stretch>
          </p:blipFill>
          <p:spPr>
            <a:xfrm>
              <a:off x="3683850" y="9613398"/>
              <a:ext cx="272414" cy="289725"/>
            </a:xfrm>
            <a:prstGeom prst="rect">
              <a:avLst/>
            </a:prstGeom>
          </p:spPr>
        </p:pic>
      </p:grpSp>
      <p:grpSp>
        <p:nvGrpSpPr>
          <p:cNvPr id="750" name="object 750"/>
          <p:cNvGrpSpPr/>
          <p:nvPr/>
        </p:nvGrpSpPr>
        <p:grpSpPr>
          <a:xfrm>
            <a:off x="4062770" y="9609042"/>
            <a:ext cx="1464945" cy="231140"/>
            <a:chOff x="4062770" y="9609042"/>
            <a:chExt cx="1464945" cy="231140"/>
          </a:xfrm>
        </p:grpSpPr>
        <p:pic>
          <p:nvPicPr>
            <p:cNvPr id="751" name="object 751"/>
            <p:cNvPicPr/>
            <p:nvPr/>
          </p:nvPicPr>
          <p:blipFill>
            <a:blip r:embed="rId463" cstate="print"/>
            <a:stretch>
              <a:fillRect/>
            </a:stretch>
          </p:blipFill>
          <p:spPr>
            <a:xfrm>
              <a:off x="4062770" y="9609042"/>
              <a:ext cx="160665" cy="230974"/>
            </a:xfrm>
            <a:prstGeom prst="rect">
              <a:avLst/>
            </a:prstGeom>
          </p:spPr>
        </p:pic>
        <p:pic>
          <p:nvPicPr>
            <p:cNvPr id="752" name="object 752"/>
            <p:cNvPicPr/>
            <p:nvPr/>
          </p:nvPicPr>
          <p:blipFill>
            <a:blip r:embed="rId464" cstate="print"/>
            <a:stretch>
              <a:fillRect/>
            </a:stretch>
          </p:blipFill>
          <p:spPr>
            <a:xfrm>
              <a:off x="4253661" y="9613398"/>
              <a:ext cx="436092" cy="226618"/>
            </a:xfrm>
            <a:prstGeom prst="rect">
              <a:avLst/>
            </a:prstGeom>
          </p:spPr>
        </p:pic>
        <p:pic>
          <p:nvPicPr>
            <p:cNvPr id="753" name="object 753"/>
            <p:cNvPicPr/>
            <p:nvPr/>
          </p:nvPicPr>
          <p:blipFill>
            <a:blip r:embed="rId465" cstate="print"/>
            <a:stretch>
              <a:fillRect/>
            </a:stretch>
          </p:blipFill>
          <p:spPr>
            <a:xfrm>
              <a:off x="4715522" y="9613398"/>
              <a:ext cx="265277" cy="226618"/>
            </a:xfrm>
            <a:prstGeom prst="rect">
              <a:avLst/>
            </a:prstGeom>
          </p:spPr>
        </p:pic>
        <p:sp>
          <p:nvSpPr>
            <p:cNvPr id="754" name="object 754"/>
            <p:cNvSpPr/>
            <p:nvPr/>
          </p:nvSpPr>
          <p:spPr>
            <a:xfrm>
              <a:off x="5007546" y="960904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5" name="object 755"/>
            <p:cNvPicPr/>
            <p:nvPr/>
          </p:nvPicPr>
          <p:blipFill>
            <a:blip r:embed="rId466" cstate="print"/>
            <a:stretch>
              <a:fillRect/>
            </a:stretch>
          </p:blipFill>
          <p:spPr>
            <a:xfrm>
              <a:off x="5085638" y="9667970"/>
              <a:ext cx="169862" cy="172046"/>
            </a:xfrm>
            <a:prstGeom prst="rect">
              <a:avLst/>
            </a:prstGeom>
          </p:spPr>
        </p:pic>
        <p:pic>
          <p:nvPicPr>
            <p:cNvPr id="756" name="object 756"/>
            <p:cNvPicPr/>
            <p:nvPr/>
          </p:nvPicPr>
          <p:blipFill>
            <a:blip r:embed="rId467" cstate="print"/>
            <a:stretch>
              <a:fillRect/>
            </a:stretch>
          </p:blipFill>
          <p:spPr>
            <a:xfrm>
              <a:off x="5289296" y="9667970"/>
              <a:ext cx="150215" cy="168275"/>
            </a:xfrm>
            <a:prstGeom prst="rect">
              <a:avLst/>
            </a:prstGeom>
          </p:spPr>
        </p:pic>
        <p:sp>
          <p:nvSpPr>
            <p:cNvPr id="757" name="object 757"/>
            <p:cNvSpPr/>
            <p:nvPr/>
          </p:nvSpPr>
          <p:spPr>
            <a:xfrm>
              <a:off x="5483631" y="9792595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5">
                  <a:moveTo>
                    <a:pt x="43459" y="0"/>
                  </a:moveTo>
                  <a:lnTo>
                    <a:pt x="0" y="0"/>
                  </a:lnTo>
                  <a:lnTo>
                    <a:pt x="0" y="43649"/>
                  </a:lnTo>
                  <a:lnTo>
                    <a:pt x="43459" y="43649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9" name="object 759"/>
          <p:cNvSpPr txBox="1"/>
          <p:nvPr/>
        </p:nvSpPr>
        <p:spPr>
          <a:xfrm>
            <a:off x="5667581" y="9814031"/>
            <a:ext cx="5480685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b="1">
                <a:latin typeface="Arial"/>
                <a:cs typeface="Arial"/>
              </a:rPr>
              <a:t>IT21275524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|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Rakeesha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M.G.N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spc="-50" b="1">
                <a:latin typeface="Arial"/>
                <a:cs typeface="Arial"/>
              </a:rPr>
              <a:t>|</a:t>
            </a:r>
            <a:endParaRPr sz="2950">
              <a:latin typeface="Arial"/>
              <a:cs typeface="Arial"/>
            </a:endParaRPr>
          </a:p>
        </p:txBody>
      </p:sp>
      <p:sp>
        <p:nvSpPr>
          <p:cNvPr id="760" name="object 760"/>
          <p:cNvSpPr txBox="1"/>
          <p:nvPr/>
        </p:nvSpPr>
        <p:spPr>
          <a:xfrm>
            <a:off x="11330816" y="9814031"/>
            <a:ext cx="191897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spc="-10" b="1">
                <a:latin typeface="Arial"/>
                <a:cs typeface="Arial"/>
              </a:rPr>
              <a:t>R26-IT-</a:t>
            </a:r>
            <a:r>
              <a:rPr dirty="0" sz="2950" spc="-25" b="1">
                <a:latin typeface="Arial"/>
                <a:cs typeface="Arial"/>
              </a:rPr>
              <a:t>138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764189" cy="3374193"/>
          </a:xfrm>
          <a:prstGeom prst="rect">
            <a:avLst/>
          </a:prstGeom>
        </p:spPr>
      </p:pic>
      <p:sp>
        <p:nvSpPr>
          <p:cNvPr id="635" name="object 63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257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3200"/>
              <a:t>Learning</a:t>
            </a:r>
            <a:r>
              <a:rPr dirty="0" u="none" sz="3200" spc="-30"/>
              <a:t> </a:t>
            </a:r>
            <a:r>
              <a:rPr dirty="0" u="none" sz="3200"/>
              <a:t>Analytics</a:t>
            </a:r>
            <a:r>
              <a:rPr dirty="0" u="none" sz="3200" spc="-30"/>
              <a:t> </a:t>
            </a:r>
            <a:r>
              <a:rPr dirty="0" u="none" sz="3200"/>
              <a:t>&amp;</a:t>
            </a:r>
            <a:r>
              <a:rPr dirty="0" u="none" sz="3200" spc="-30"/>
              <a:t> </a:t>
            </a:r>
            <a:r>
              <a:rPr dirty="0" u="none" sz="3200"/>
              <a:t>Early</a:t>
            </a:r>
            <a:r>
              <a:rPr dirty="0" u="none" sz="3200" spc="-30"/>
              <a:t> </a:t>
            </a:r>
            <a:r>
              <a:rPr dirty="0" u="none" sz="3200"/>
              <a:t>Warning</a:t>
            </a:r>
            <a:r>
              <a:rPr dirty="0" u="none" sz="3200" spc="-30"/>
              <a:t> </a:t>
            </a:r>
            <a:r>
              <a:rPr dirty="0" u="none" sz="3200"/>
              <a:t>Prediction</a:t>
            </a:r>
            <a:r>
              <a:rPr dirty="0" u="none" sz="3200" spc="-30"/>
              <a:t> </a:t>
            </a:r>
            <a:r>
              <a:rPr dirty="0" u="none" sz="3200" spc="-10"/>
              <a:t>Module</a:t>
            </a:r>
            <a:endParaRPr sz="3200"/>
          </a:p>
        </p:txBody>
      </p:sp>
      <p:grpSp>
        <p:nvGrpSpPr>
          <p:cNvPr id="6" name="object 6"/>
          <p:cNvGrpSpPr/>
          <p:nvPr/>
        </p:nvGrpSpPr>
        <p:grpSpPr>
          <a:xfrm>
            <a:off x="3792053" y="1139710"/>
            <a:ext cx="582295" cy="318135"/>
            <a:chOff x="3792053" y="1139710"/>
            <a:chExt cx="582295" cy="318135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92053" y="1139710"/>
              <a:ext cx="173560" cy="2494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01427" y="1203413"/>
              <a:ext cx="173443" cy="254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07713" y="1203413"/>
              <a:ext cx="166090" cy="185737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507572" y="1139710"/>
            <a:ext cx="1000125" cy="249554"/>
            <a:chOff x="4507572" y="1139710"/>
            <a:chExt cx="1000125" cy="249554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44085" y="1203413"/>
              <a:ext cx="183565" cy="18573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07572" y="1139710"/>
              <a:ext cx="205778" cy="24546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60886" y="1203413"/>
              <a:ext cx="261543" cy="1817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57050" y="1203413"/>
              <a:ext cx="166890" cy="1857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60060" y="1139710"/>
              <a:ext cx="47028" cy="245465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554929" y="1203413"/>
            <a:ext cx="162115" cy="18176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45396" y="1684553"/>
            <a:ext cx="78581" cy="78574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121423" y="1607959"/>
            <a:ext cx="1754505" cy="231140"/>
            <a:chOff x="3121423" y="1607959"/>
            <a:chExt cx="1754505" cy="231140"/>
          </a:xfrm>
        </p:grpSpPr>
        <p:sp>
          <p:nvSpPr>
            <p:cNvPr id="19" name="object 19"/>
            <p:cNvSpPr/>
            <p:nvPr/>
          </p:nvSpPr>
          <p:spPr>
            <a:xfrm>
              <a:off x="3121418" y="1608454"/>
              <a:ext cx="173355" cy="227329"/>
            </a:xfrm>
            <a:custGeom>
              <a:avLst/>
              <a:gdLst/>
              <a:ahLst/>
              <a:cxnLst/>
              <a:rect l="l" t="t" r="r" b="b"/>
              <a:pathLst>
                <a:path w="173354" h="227330">
                  <a:moveTo>
                    <a:pt x="173037" y="187960"/>
                  </a:moveTo>
                  <a:lnTo>
                    <a:pt x="46037" y="187960"/>
                  </a:lnTo>
                  <a:lnTo>
                    <a:pt x="46037" y="127000"/>
                  </a:lnTo>
                  <a:lnTo>
                    <a:pt x="160134" y="127000"/>
                  </a:lnTo>
                  <a:lnTo>
                    <a:pt x="160134" y="87630"/>
                  </a:lnTo>
                  <a:lnTo>
                    <a:pt x="46037" y="87630"/>
                  </a:lnTo>
                  <a:lnTo>
                    <a:pt x="46037" y="38100"/>
                  </a:lnTo>
                  <a:lnTo>
                    <a:pt x="168668" y="38100"/>
                  </a:lnTo>
                  <a:lnTo>
                    <a:pt x="168668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87630"/>
                  </a:lnTo>
                  <a:lnTo>
                    <a:pt x="0" y="127000"/>
                  </a:lnTo>
                  <a:lnTo>
                    <a:pt x="0" y="187960"/>
                  </a:lnTo>
                  <a:lnTo>
                    <a:pt x="0" y="227330"/>
                  </a:lnTo>
                  <a:lnTo>
                    <a:pt x="173037" y="227330"/>
                  </a:lnTo>
                  <a:lnTo>
                    <a:pt x="173037" y="18796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23348" y="1607959"/>
              <a:ext cx="160655" cy="2309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25940" y="1670469"/>
              <a:ext cx="149820" cy="16846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11149" y="1666887"/>
              <a:ext cx="155378" cy="17204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85933" y="1612315"/>
              <a:ext cx="267068" cy="22661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179748" y="16079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57840" y="1666887"/>
              <a:ext cx="169862" cy="17204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461510" y="1666887"/>
              <a:ext cx="150215" cy="1682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44339" y="1666887"/>
              <a:ext cx="154584" cy="17204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832426" y="16079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46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46" y="227202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5009045" y="1607959"/>
            <a:ext cx="654685" cy="231140"/>
            <a:chOff x="5009045" y="1607959"/>
            <a:chExt cx="654685" cy="231140"/>
          </a:xfrm>
        </p:grpSpPr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09045" y="1607959"/>
              <a:ext cx="190500" cy="22720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226621" y="1612315"/>
              <a:ext cx="436892" cy="226618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784824" y="1607959"/>
            <a:ext cx="219671" cy="227202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6049695" y="1607959"/>
            <a:ext cx="715645" cy="294640"/>
            <a:chOff x="6049695" y="1607959"/>
            <a:chExt cx="715645" cy="294640"/>
          </a:xfrm>
        </p:grpSpPr>
        <p:sp>
          <p:nvSpPr>
            <p:cNvPr id="34" name="object 34"/>
            <p:cNvSpPr/>
            <p:nvPr/>
          </p:nvSpPr>
          <p:spPr>
            <a:xfrm>
              <a:off x="6049696" y="16079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137516" y="1666887"/>
              <a:ext cx="150215" cy="16827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331852" y="16079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419672" y="1666887"/>
              <a:ext cx="150215" cy="1682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604279" y="1666887"/>
              <a:ext cx="160540" cy="235153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6891197" y="1603984"/>
            <a:ext cx="1466850" cy="234950"/>
            <a:chOff x="6891197" y="1603984"/>
            <a:chExt cx="1466850" cy="234950"/>
          </a:xfrm>
        </p:grpSpPr>
        <p:sp>
          <p:nvSpPr>
            <p:cNvPr id="40" name="object 40"/>
            <p:cNvSpPr/>
            <p:nvPr/>
          </p:nvSpPr>
          <p:spPr>
            <a:xfrm>
              <a:off x="6891198" y="1607959"/>
              <a:ext cx="155575" cy="227329"/>
            </a:xfrm>
            <a:custGeom>
              <a:avLst/>
              <a:gdLst/>
              <a:ahLst/>
              <a:cxnLst/>
              <a:rect l="l" t="t" r="r" b="b"/>
              <a:pathLst>
                <a:path w="155575" h="227330">
                  <a:moveTo>
                    <a:pt x="85521" y="123024"/>
                  </a:moveTo>
                  <a:lnTo>
                    <a:pt x="0" y="123024"/>
                  </a:lnTo>
                  <a:lnTo>
                    <a:pt x="0" y="166687"/>
                  </a:lnTo>
                  <a:lnTo>
                    <a:pt x="85521" y="166687"/>
                  </a:lnTo>
                  <a:lnTo>
                    <a:pt x="85521" y="123024"/>
                  </a:lnTo>
                  <a:close/>
                </a:path>
                <a:path w="155575" h="227330">
                  <a:moveTo>
                    <a:pt x="155536" y="0"/>
                  </a:moveTo>
                  <a:lnTo>
                    <a:pt x="109499" y="0"/>
                  </a:lnTo>
                  <a:lnTo>
                    <a:pt x="109499" y="227203"/>
                  </a:lnTo>
                  <a:lnTo>
                    <a:pt x="155536" y="227203"/>
                  </a:lnTo>
                  <a:lnTo>
                    <a:pt x="15553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080442" y="1607959"/>
              <a:ext cx="160665" cy="23097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271334" y="1666887"/>
              <a:ext cx="153784" cy="17204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460208" y="1666887"/>
              <a:ext cx="150215" cy="1682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636497" y="1612315"/>
              <a:ext cx="97028" cy="22661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760272" y="16079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829435" y="1603984"/>
              <a:ext cx="168236" cy="23117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029727" y="1666887"/>
              <a:ext cx="153784" cy="17204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203730" y="1666887"/>
              <a:ext cx="153784" cy="172046"/>
            </a:xfrm>
            <a:prstGeom prst="rect">
              <a:avLst/>
            </a:prstGeom>
          </p:spPr>
        </p:pic>
      </p:grpSp>
      <p:grpSp>
        <p:nvGrpSpPr>
          <p:cNvPr id="49" name="object 49"/>
          <p:cNvGrpSpPr/>
          <p:nvPr/>
        </p:nvGrpSpPr>
        <p:grpSpPr>
          <a:xfrm>
            <a:off x="8483600" y="1607959"/>
            <a:ext cx="996950" cy="231140"/>
            <a:chOff x="8483600" y="1607959"/>
            <a:chExt cx="996950" cy="231140"/>
          </a:xfrm>
        </p:grpSpPr>
        <p:pic>
          <p:nvPicPr>
            <p:cNvPr id="50" name="object 5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483600" y="1607959"/>
              <a:ext cx="150012" cy="227202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677732" y="16079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756296" y="1607959"/>
              <a:ext cx="160653" cy="23097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950238" y="1607959"/>
              <a:ext cx="160653" cy="23097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141117" y="1666887"/>
              <a:ext cx="153797" cy="17204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330004" y="1666887"/>
              <a:ext cx="150215" cy="168275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9611359" y="1612315"/>
            <a:ext cx="1216025" cy="285750"/>
            <a:chOff x="9611359" y="1612315"/>
            <a:chExt cx="1216025" cy="285750"/>
          </a:xfrm>
        </p:grpSpPr>
        <p:pic>
          <p:nvPicPr>
            <p:cNvPr id="57" name="object 5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611359" y="1666887"/>
              <a:ext cx="160515" cy="23098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9794976" y="1612315"/>
              <a:ext cx="541020" cy="226695"/>
            </a:xfrm>
            <a:custGeom>
              <a:avLst/>
              <a:gdLst/>
              <a:ahLst/>
              <a:cxnLst/>
              <a:rect l="l" t="t" r="r" b="b"/>
              <a:pathLst>
                <a:path w="541020" h="226694">
                  <a:moveTo>
                    <a:pt x="154584" y="222846"/>
                  </a:moveTo>
                  <a:lnTo>
                    <a:pt x="145910" y="195859"/>
                  </a:lnTo>
                  <a:lnTo>
                    <a:pt x="145770" y="194957"/>
                  </a:lnTo>
                  <a:lnTo>
                    <a:pt x="145300" y="189318"/>
                  </a:lnTo>
                  <a:lnTo>
                    <a:pt x="145186" y="187972"/>
                  </a:lnTo>
                  <a:lnTo>
                    <a:pt x="145161" y="187629"/>
                  </a:lnTo>
                  <a:lnTo>
                    <a:pt x="144805" y="179527"/>
                  </a:lnTo>
                  <a:lnTo>
                    <a:pt x="144856" y="143878"/>
                  </a:lnTo>
                  <a:lnTo>
                    <a:pt x="144970" y="128295"/>
                  </a:lnTo>
                  <a:lnTo>
                    <a:pt x="144983" y="115493"/>
                  </a:lnTo>
                  <a:lnTo>
                    <a:pt x="135890" y="73875"/>
                  </a:lnTo>
                  <a:lnTo>
                    <a:pt x="101244" y="56311"/>
                  </a:lnTo>
                  <a:lnTo>
                    <a:pt x="75806" y="54571"/>
                  </a:lnTo>
                  <a:lnTo>
                    <a:pt x="60718" y="55295"/>
                  </a:lnTo>
                  <a:lnTo>
                    <a:pt x="19850" y="72529"/>
                  </a:lnTo>
                  <a:lnTo>
                    <a:pt x="4572" y="101206"/>
                  </a:lnTo>
                  <a:lnTo>
                    <a:pt x="44056" y="108356"/>
                  </a:lnTo>
                  <a:lnTo>
                    <a:pt x="46697" y="100812"/>
                  </a:lnTo>
                  <a:lnTo>
                    <a:pt x="50203" y="95516"/>
                  </a:lnTo>
                  <a:lnTo>
                    <a:pt x="58940" y="89433"/>
                  </a:lnTo>
                  <a:lnTo>
                    <a:pt x="64960" y="87909"/>
                  </a:lnTo>
                  <a:lnTo>
                    <a:pt x="84137" y="87909"/>
                  </a:lnTo>
                  <a:lnTo>
                    <a:pt x="91948" y="89700"/>
                  </a:lnTo>
                  <a:lnTo>
                    <a:pt x="96050" y="93268"/>
                  </a:lnTo>
                  <a:lnTo>
                    <a:pt x="100279" y="96710"/>
                  </a:lnTo>
                  <a:lnTo>
                    <a:pt x="102400" y="102666"/>
                  </a:lnTo>
                  <a:lnTo>
                    <a:pt x="102400" y="115493"/>
                  </a:lnTo>
                  <a:lnTo>
                    <a:pt x="102400" y="143878"/>
                  </a:lnTo>
                  <a:lnTo>
                    <a:pt x="102400" y="162852"/>
                  </a:lnTo>
                  <a:lnTo>
                    <a:pt x="102031" y="167220"/>
                  </a:lnTo>
                  <a:lnTo>
                    <a:pt x="101904" y="168681"/>
                  </a:lnTo>
                  <a:lnTo>
                    <a:pt x="101803" y="169938"/>
                  </a:lnTo>
                  <a:lnTo>
                    <a:pt x="100609" y="173634"/>
                  </a:lnTo>
                  <a:lnTo>
                    <a:pt x="99136" y="178879"/>
                  </a:lnTo>
                  <a:lnTo>
                    <a:pt x="99021" y="179324"/>
                  </a:lnTo>
                  <a:lnTo>
                    <a:pt x="95580" y="184150"/>
                  </a:lnTo>
                  <a:lnTo>
                    <a:pt x="90297" y="188125"/>
                  </a:lnTo>
                  <a:lnTo>
                    <a:pt x="83146" y="193281"/>
                  </a:lnTo>
                  <a:lnTo>
                    <a:pt x="75603" y="195859"/>
                  </a:lnTo>
                  <a:lnTo>
                    <a:pt x="60655" y="195859"/>
                  </a:lnTo>
                  <a:lnTo>
                    <a:pt x="54902" y="193675"/>
                  </a:lnTo>
                  <a:lnTo>
                    <a:pt x="50406" y="189318"/>
                  </a:lnTo>
                  <a:lnTo>
                    <a:pt x="45910" y="184823"/>
                  </a:lnTo>
                  <a:lnTo>
                    <a:pt x="43662" y="179527"/>
                  </a:lnTo>
                  <a:lnTo>
                    <a:pt x="43662" y="167220"/>
                  </a:lnTo>
                  <a:lnTo>
                    <a:pt x="75806" y="150622"/>
                  </a:lnTo>
                  <a:lnTo>
                    <a:pt x="84239" y="148717"/>
                  </a:lnTo>
                  <a:lnTo>
                    <a:pt x="91478" y="146951"/>
                  </a:lnTo>
                  <a:lnTo>
                    <a:pt x="97536" y="145338"/>
                  </a:lnTo>
                  <a:lnTo>
                    <a:pt x="102400" y="143878"/>
                  </a:lnTo>
                  <a:lnTo>
                    <a:pt x="102400" y="115493"/>
                  </a:lnTo>
                  <a:lnTo>
                    <a:pt x="95275" y="118021"/>
                  </a:lnTo>
                  <a:lnTo>
                    <a:pt x="85826" y="120611"/>
                  </a:lnTo>
                  <a:lnTo>
                    <a:pt x="74041" y="123278"/>
                  </a:lnTo>
                  <a:lnTo>
                    <a:pt x="59931" y="126009"/>
                  </a:lnTo>
                  <a:lnTo>
                    <a:pt x="49276" y="128295"/>
                  </a:lnTo>
                  <a:lnTo>
                    <a:pt x="11049" y="145719"/>
                  </a:lnTo>
                  <a:lnTo>
                    <a:pt x="0" y="177800"/>
                  </a:lnTo>
                  <a:lnTo>
                    <a:pt x="889" y="187629"/>
                  </a:lnTo>
                  <a:lnTo>
                    <a:pt x="22694" y="218922"/>
                  </a:lnTo>
                  <a:lnTo>
                    <a:pt x="54775" y="226618"/>
                  </a:lnTo>
                  <a:lnTo>
                    <a:pt x="61810" y="226288"/>
                  </a:lnTo>
                  <a:lnTo>
                    <a:pt x="100037" y="209956"/>
                  </a:lnTo>
                  <a:lnTo>
                    <a:pt x="105765" y="204787"/>
                  </a:lnTo>
                  <a:lnTo>
                    <a:pt x="105968" y="205536"/>
                  </a:lnTo>
                  <a:lnTo>
                    <a:pt x="107353" y="209956"/>
                  </a:lnTo>
                  <a:lnTo>
                    <a:pt x="108940" y="215646"/>
                  </a:lnTo>
                  <a:lnTo>
                    <a:pt x="110337" y="219938"/>
                  </a:lnTo>
                  <a:lnTo>
                    <a:pt x="111531" y="222846"/>
                  </a:lnTo>
                  <a:lnTo>
                    <a:pt x="154584" y="222846"/>
                  </a:lnTo>
                  <a:close/>
                </a:path>
                <a:path w="541020" h="226694">
                  <a:moveTo>
                    <a:pt x="267068" y="220078"/>
                  </a:moveTo>
                  <a:lnTo>
                    <a:pt x="263499" y="186334"/>
                  </a:lnTo>
                  <a:lnTo>
                    <a:pt x="255828" y="189115"/>
                  </a:lnTo>
                  <a:lnTo>
                    <a:pt x="249936" y="190500"/>
                  </a:lnTo>
                  <a:lnTo>
                    <a:pt x="242925" y="190500"/>
                  </a:lnTo>
                  <a:lnTo>
                    <a:pt x="240474" y="189776"/>
                  </a:lnTo>
                  <a:lnTo>
                    <a:pt x="236512" y="186867"/>
                  </a:lnTo>
                  <a:lnTo>
                    <a:pt x="235191" y="185013"/>
                  </a:lnTo>
                  <a:lnTo>
                    <a:pt x="233997" y="180517"/>
                  </a:lnTo>
                  <a:lnTo>
                    <a:pt x="233730" y="172707"/>
                  </a:lnTo>
                  <a:lnTo>
                    <a:pt x="233730" y="92875"/>
                  </a:lnTo>
                  <a:lnTo>
                    <a:pt x="263499" y="92875"/>
                  </a:lnTo>
                  <a:lnTo>
                    <a:pt x="263499" y="58153"/>
                  </a:lnTo>
                  <a:lnTo>
                    <a:pt x="233730" y="58153"/>
                  </a:lnTo>
                  <a:lnTo>
                    <a:pt x="233730" y="0"/>
                  </a:lnTo>
                  <a:lnTo>
                    <a:pt x="190068" y="25400"/>
                  </a:lnTo>
                  <a:lnTo>
                    <a:pt x="190068" y="58153"/>
                  </a:lnTo>
                  <a:lnTo>
                    <a:pt x="170027" y="58153"/>
                  </a:lnTo>
                  <a:lnTo>
                    <a:pt x="170027" y="92875"/>
                  </a:lnTo>
                  <a:lnTo>
                    <a:pt x="190068" y="92875"/>
                  </a:lnTo>
                  <a:lnTo>
                    <a:pt x="190068" y="164706"/>
                  </a:lnTo>
                  <a:lnTo>
                    <a:pt x="190411" y="183921"/>
                  </a:lnTo>
                  <a:lnTo>
                    <a:pt x="205092" y="220002"/>
                  </a:lnTo>
                  <a:lnTo>
                    <a:pt x="224802" y="226618"/>
                  </a:lnTo>
                  <a:lnTo>
                    <a:pt x="232740" y="226618"/>
                  </a:lnTo>
                  <a:lnTo>
                    <a:pt x="242100" y="226212"/>
                  </a:lnTo>
                  <a:lnTo>
                    <a:pt x="250939" y="224993"/>
                  </a:lnTo>
                  <a:lnTo>
                    <a:pt x="259257" y="222948"/>
                  </a:lnTo>
                  <a:lnTo>
                    <a:pt x="267068" y="220078"/>
                  </a:lnTo>
                  <a:close/>
                </a:path>
                <a:path w="541020" h="226694">
                  <a:moveTo>
                    <a:pt x="372795" y="220078"/>
                  </a:moveTo>
                  <a:lnTo>
                    <a:pt x="369227" y="186334"/>
                  </a:lnTo>
                  <a:lnTo>
                    <a:pt x="361556" y="189115"/>
                  </a:lnTo>
                  <a:lnTo>
                    <a:pt x="355663" y="190500"/>
                  </a:lnTo>
                  <a:lnTo>
                    <a:pt x="348653" y="190500"/>
                  </a:lnTo>
                  <a:lnTo>
                    <a:pt x="346202" y="189776"/>
                  </a:lnTo>
                  <a:lnTo>
                    <a:pt x="342239" y="186867"/>
                  </a:lnTo>
                  <a:lnTo>
                    <a:pt x="340918" y="185013"/>
                  </a:lnTo>
                  <a:lnTo>
                    <a:pt x="339725" y="180517"/>
                  </a:lnTo>
                  <a:lnTo>
                    <a:pt x="339458" y="172707"/>
                  </a:lnTo>
                  <a:lnTo>
                    <a:pt x="339458" y="92875"/>
                  </a:lnTo>
                  <a:lnTo>
                    <a:pt x="369227" y="92875"/>
                  </a:lnTo>
                  <a:lnTo>
                    <a:pt x="369227" y="58153"/>
                  </a:lnTo>
                  <a:lnTo>
                    <a:pt x="339458" y="58153"/>
                  </a:lnTo>
                  <a:lnTo>
                    <a:pt x="339458" y="0"/>
                  </a:lnTo>
                  <a:lnTo>
                    <a:pt x="295808" y="25400"/>
                  </a:lnTo>
                  <a:lnTo>
                    <a:pt x="295808" y="58153"/>
                  </a:lnTo>
                  <a:lnTo>
                    <a:pt x="275755" y="58153"/>
                  </a:lnTo>
                  <a:lnTo>
                    <a:pt x="275755" y="92875"/>
                  </a:lnTo>
                  <a:lnTo>
                    <a:pt x="295808" y="92875"/>
                  </a:lnTo>
                  <a:lnTo>
                    <a:pt x="295808" y="164706"/>
                  </a:lnTo>
                  <a:lnTo>
                    <a:pt x="296151" y="183921"/>
                  </a:lnTo>
                  <a:lnTo>
                    <a:pt x="310819" y="220002"/>
                  </a:lnTo>
                  <a:lnTo>
                    <a:pt x="330530" y="226618"/>
                  </a:lnTo>
                  <a:lnTo>
                    <a:pt x="338467" y="226618"/>
                  </a:lnTo>
                  <a:lnTo>
                    <a:pt x="347827" y="226212"/>
                  </a:lnTo>
                  <a:lnTo>
                    <a:pt x="356666" y="224993"/>
                  </a:lnTo>
                  <a:lnTo>
                    <a:pt x="364985" y="222948"/>
                  </a:lnTo>
                  <a:lnTo>
                    <a:pt x="372795" y="220078"/>
                  </a:lnTo>
                  <a:close/>
                </a:path>
                <a:path w="541020" h="226694">
                  <a:moveTo>
                    <a:pt x="540639" y="152996"/>
                  </a:moveTo>
                  <a:lnTo>
                    <a:pt x="539648" y="129616"/>
                  </a:lnTo>
                  <a:lnTo>
                    <a:pt x="539064" y="126415"/>
                  </a:lnTo>
                  <a:lnTo>
                    <a:pt x="536092" y="110439"/>
                  </a:lnTo>
                  <a:lnTo>
                    <a:pt x="535990" y="109855"/>
                  </a:lnTo>
                  <a:lnTo>
                    <a:pt x="535914" y="109448"/>
                  </a:lnTo>
                  <a:lnTo>
                    <a:pt x="529424" y="92506"/>
                  </a:lnTo>
                  <a:lnTo>
                    <a:pt x="526326" y="87909"/>
                  </a:lnTo>
                  <a:lnTo>
                    <a:pt x="520192" y="78790"/>
                  </a:lnTo>
                  <a:lnTo>
                    <a:pt x="508609" y="68199"/>
                  </a:lnTo>
                  <a:lnTo>
                    <a:pt x="497370" y="61912"/>
                  </a:lnTo>
                  <a:lnTo>
                    <a:pt x="497370" y="126415"/>
                  </a:lnTo>
                  <a:lnTo>
                    <a:pt x="432282" y="126415"/>
                  </a:lnTo>
                  <a:lnTo>
                    <a:pt x="451980" y="90500"/>
                  </a:lnTo>
                  <a:lnTo>
                    <a:pt x="465035" y="87909"/>
                  </a:lnTo>
                  <a:lnTo>
                    <a:pt x="473887" y="87909"/>
                  </a:lnTo>
                  <a:lnTo>
                    <a:pt x="497370" y="126415"/>
                  </a:lnTo>
                  <a:lnTo>
                    <a:pt x="497370" y="61912"/>
                  </a:lnTo>
                  <a:lnTo>
                    <a:pt x="495084" y="60629"/>
                  </a:lnTo>
                  <a:lnTo>
                    <a:pt x="479640" y="56095"/>
                  </a:lnTo>
                  <a:lnTo>
                    <a:pt x="462254" y="54571"/>
                  </a:lnTo>
                  <a:lnTo>
                    <a:pt x="445909" y="56095"/>
                  </a:lnTo>
                  <a:lnTo>
                    <a:pt x="446379" y="56095"/>
                  </a:lnTo>
                  <a:lnTo>
                    <a:pt x="432333" y="60388"/>
                  </a:lnTo>
                  <a:lnTo>
                    <a:pt x="400151" y="88557"/>
                  </a:lnTo>
                  <a:lnTo>
                    <a:pt x="386842" y="141693"/>
                  </a:lnTo>
                  <a:lnTo>
                    <a:pt x="387858" y="158115"/>
                  </a:lnTo>
                  <a:lnTo>
                    <a:pt x="403123" y="198437"/>
                  </a:lnTo>
                  <a:lnTo>
                    <a:pt x="446570" y="224866"/>
                  </a:lnTo>
                  <a:lnTo>
                    <a:pt x="466623" y="226618"/>
                  </a:lnTo>
                  <a:lnTo>
                    <a:pt x="479640" y="225844"/>
                  </a:lnTo>
                  <a:lnTo>
                    <a:pt x="520280" y="207175"/>
                  </a:lnTo>
                  <a:lnTo>
                    <a:pt x="530364" y="194081"/>
                  </a:lnTo>
                  <a:lnTo>
                    <a:pt x="533476" y="189001"/>
                  </a:lnTo>
                  <a:lnTo>
                    <a:pt x="538251" y="177800"/>
                  </a:lnTo>
                  <a:lnTo>
                    <a:pt x="494792" y="170459"/>
                  </a:lnTo>
                  <a:lnTo>
                    <a:pt x="492417" y="178663"/>
                  </a:lnTo>
                  <a:lnTo>
                    <a:pt x="488911" y="184683"/>
                  </a:lnTo>
                  <a:lnTo>
                    <a:pt x="484276" y="188518"/>
                  </a:lnTo>
                  <a:lnTo>
                    <a:pt x="479653" y="192227"/>
                  </a:lnTo>
                  <a:lnTo>
                    <a:pt x="473887" y="194081"/>
                  </a:lnTo>
                  <a:lnTo>
                    <a:pt x="467017" y="194081"/>
                  </a:lnTo>
                  <a:lnTo>
                    <a:pt x="434390" y="170459"/>
                  </a:lnTo>
                  <a:lnTo>
                    <a:pt x="434314" y="170319"/>
                  </a:lnTo>
                  <a:lnTo>
                    <a:pt x="432295" y="162191"/>
                  </a:lnTo>
                  <a:lnTo>
                    <a:pt x="431495" y="152996"/>
                  </a:lnTo>
                  <a:lnTo>
                    <a:pt x="540639" y="15299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369118" y="1666887"/>
              <a:ext cx="275361" cy="16827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673321" y="1666887"/>
              <a:ext cx="153784" cy="172046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10941875" y="1607959"/>
            <a:ext cx="533400" cy="231140"/>
            <a:chOff x="10941875" y="1607959"/>
            <a:chExt cx="533400" cy="231140"/>
          </a:xfrm>
        </p:grpSpPr>
        <p:pic>
          <p:nvPicPr>
            <p:cNvPr id="62" name="object 6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0941875" y="1666887"/>
              <a:ext cx="154584" cy="17204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1129568" y="1666887"/>
              <a:ext cx="150215" cy="16827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1314254" y="1607959"/>
              <a:ext cx="160653" cy="230974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11596331" y="1607959"/>
            <a:ext cx="1789430" cy="231140"/>
            <a:chOff x="11596331" y="1607959"/>
            <a:chExt cx="1789430" cy="231140"/>
          </a:xfrm>
        </p:grpSpPr>
        <p:pic>
          <p:nvPicPr>
            <p:cNvPr id="66" name="object 6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596331" y="1666887"/>
              <a:ext cx="155371" cy="17204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1772506" y="1666887"/>
              <a:ext cx="169862" cy="17204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1974588" y="1666887"/>
              <a:ext cx="390182" cy="172046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2400254" y="16079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476962" y="1612315"/>
              <a:ext cx="267055" cy="226618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2770777" y="16079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848869" y="1666887"/>
              <a:ext cx="169862" cy="17204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052526" y="1666887"/>
              <a:ext cx="150215" cy="16827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3231583" y="1666887"/>
              <a:ext cx="153784" cy="172046"/>
            </a:xfrm>
            <a:prstGeom prst="rect">
              <a:avLst/>
            </a:prstGeom>
          </p:spPr>
        </p:pic>
      </p:grpSp>
      <p:pic>
        <p:nvPicPr>
          <p:cNvPr id="75" name="object 75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845396" y="2128926"/>
            <a:ext cx="78581" cy="78574"/>
          </a:xfrm>
          <a:prstGeom prst="rect">
            <a:avLst/>
          </a:prstGeom>
        </p:spPr>
      </p:pic>
      <p:grpSp>
        <p:nvGrpSpPr>
          <p:cNvPr id="76" name="object 76"/>
          <p:cNvGrpSpPr/>
          <p:nvPr/>
        </p:nvGrpSpPr>
        <p:grpSpPr>
          <a:xfrm>
            <a:off x="3120828" y="2052332"/>
            <a:ext cx="1235710" cy="231140"/>
            <a:chOff x="3120828" y="2052332"/>
            <a:chExt cx="1235710" cy="231140"/>
          </a:xfrm>
        </p:grpSpPr>
        <p:pic>
          <p:nvPicPr>
            <p:cNvPr id="77" name="object 7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120828" y="2052332"/>
              <a:ext cx="219670" cy="22720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374194" y="2111260"/>
              <a:ext cx="154583" cy="17204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552556" y="2111260"/>
              <a:ext cx="155376" cy="17204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738659" y="2052332"/>
              <a:ext cx="150017" cy="227202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3932796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020616" y="2111260"/>
              <a:ext cx="150215" cy="16827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202252" y="2111260"/>
              <a:ext cx="153784" cy="172046"/>
            </a:xfrm>
            <a:prstGeom prst="rect">
              <a:avLst/>
            </a:prstGeom>
          </p:spPr>
        </p:pic>
      </p:grpSp>
      <p:grpSp>
        <p:nvGrpSpPr>
          <p:cNvPr id="84" name="object 84"/>
          <p:cNvGrpSpPr/>
          <p:nvPr/>
        </p:nvGrpSpPr>
        <p:grpSpPr>
          <a:xfrm>
            <a:off x="4481321" y="2052332"/>
            <a:ext cx="1296035" cy="294640"/>
            <a:chOff x="4481321" y="2052332"/>
            <a:chExt cx="1296035" cy="294640"/>
          </a:xfrm>
        </p:grpSpPr>
        <p:sp>
          <p:nvSpPr>
            <p:cNvPr id="85" name="object 85"/>
            <p:cNvSpPr/>
            <p:nvPr/>
          </p:nvSpPr>
          <p:spPr>
            <a:xfrm>
              <a:off x="4481322" y="2054224"/>
              <a:ext cx="160020" cy="224790"/>
            </a:xfrm>
            <a:custGeom>
              <a:avLst/>
              <a:gdLst/>
              <a:ahLst/>
              <a:cxnLst/>
              <a:rect l="l" t="t" r="r" b="b"/>
              <a:pathLst>
                <a:path w="160020" h="224789">
                  <a:moveTo>
                    <a:pt x="159943" y="186690"/>
                  </a:moveTo>
                  <a:lnTo>
                    <a:pt x="45834" y="186690"/>
                  </a:lnTo>
                  <a:lnTo>
                    <a:pt x="45834" y="0"/>
                  </a:lnTo>
                  <a:lnTo>
                    <a:pt x="0" y="0"/>
                  </a:lnTo>
                  <a:lnTo>
                    <a:pt x="0" y="186690"/>
                  </a:lnTo>
                  <a:lnTo>
                    <a:pt x="0" y="224790"/>
                  </a:lnTo>
                  <a:lnTo>
                    <a:pt x="159943" y="224790"/>
                  </a:lnTo>
                  <a:lnTo>
                    <a:pt x="159943" y="18669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660976" y="2111260"/>
              <a:ext cx="153784" cy="17204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838737" y="2111260"/>
              <a:ext cx="154584" cy="17204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024843" y="2111260"/>
              <a:ext cx="275361" cy="168275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5344325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432132" y="2111260"/>
              <a:ext cx="150228" cy="168275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616752" y="2111260"/>
              <a:ext cx="160540" cy="235153"/>
            </a:xfrm>
            <a:prstGeom prst="rect">
              <a:avLst/>
            </a:prstGeom>
          </p:spPr>
        </p:pic>
      </p:grpSp>
      <p:grpSp>
        <p:nvGrpSpPr>
          <p:cNvPr id="92" name="object 92"/>
          <p:cNvGrpSpPr/>
          <p:nvPr/>
        </p:nvGrpSpPr>
        <p:grpSpPr>
          <a:xfrm>
            <a:off x="5903671" y="2052332"/>
            <a:ext cx="488950" cy="231140"/>
            <a:chOff x="5903671" y="2052332"/>
            <a:chExt cx="488950" cy="231140"/>
          </a:xfrm>
        </p:grpSpPr>
        <p:sp>
          <p:nvSpPr>
            <p:cNvPr id="93" name="object 93"/>
            <p:cNvSpPr/>
            <p:nvPr/>
          </p:nvSpPr>
          <p:spPr>
            <a:xfrm>
              <a:off x="5903671" y="2175357"/>
              <a:ext cx="85725" cy="43815"/>
            </a:xfrm>
            <a:custGeom>
              <a:avLst/>
              <a:gdLst/>
              <a:ahLst/>
              <a:cxnLst/>
              <a:rect l="l" t="t" r="r" b="b"/>
              <a:pathLst>
                <a:path w="85725" h="43814">
                  <a:moveTo>
                    <a:pt x="85521" y="0"/>
                  </a:moveTo>
                  <a:lnTo>
                    <a:pt x="0" y="0"/>
                  </a:lnTo>
                  <a:lnTo>
                    <a:pt x="0" y="43662"/>
                  </a:lnTo>
                  <a:lnTo>
                    <a:pt x="85521" y="43662"/>
                  </a:lnTo>
                  <a:lnTo>
                    <a:pt x="8552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014745" y="2052332"/>
              <a:ext cx="190500" cy="227202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242646" y="2114842"/>
              <a:ext cx="149821" cy="168465"/>
            </a:xfrm>
            <a:prstGeom prst="rect">
              <a:avLst/>
            </a:prstGeom>
          </p:spPr>
        </p:pic>
      </p:grpSp>
      <p:sp>
        <p:nvSpPr>
          <p:cNvPr id="96" name="object 96"/>
          <p:cNvSpPr/>
          <p:nvPr/>
        </p:nvSpPr>
        <p:spPr>
          <a:xfrm>
            <a:off x="6437579" y="2052332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4" h="227330">
                <a:moveTo>
                  <a:pt x="43459" y="62509"/>
                </a:moveTo>
                <a:lnTo>
                  <a:pt x="0" y="62509"/>
                </a:lnTo>
                <a:lnTo>
                  <a:pt x="0" y="227203"/>
                </a:lnTo>
                <a:lnTo>
                  <a:pt x="43459" y="227203"/>
                </a:lnTo>
                <a:lnTo>
                  <a:pt x="43459" y="62509"/>
                </a:lnTo>
                <a:close/>
              </a:path>
              <a:path w="43814" h="227330">
                <a:moveTo>
                  <a:pt x="43459" y="0"/>
                </a:moveTo>
                <a:lnTo>
                  <a:pt x="0" y="0"/>
                </a:lnTo>
                <a:lnTo>
                  <a:pt x="0" y="40284"/>
                </a:lnTo>
                <a:lnTo>
                  <a:pt x="43459" y="40284"/>
                </a:lnTo>
                <a:lnTo>
                  <a:pt x="4345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7" name="object 97"/>
          <p:cNvGrpSpPr/>
          <p:nvPr/>
        </p:nvGrpSpPr>
        <p:grpSpPr>
          <a:xfrm>
            <a:off x="6525793" y="2052332"/>
            <a:ext cx="421005" cy="231140"/>
            <a:chOff x="6525793" y="2052332"/>
            <a:chExt cx="421005" cy="231140"/>
          </a:xfrm>
        </p:grpSpPr>
        <p:sp>
          <p:nvSpPr>
            <p:cNvPr id="98" name="object 98"/>
            <p:cNvSpPr/>
            <p:nvPr/>
          </p:nvSpPr>
          <p:spPr>
            <a:xfrm>
              <a:off x="6525793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604357" y="2052332"/>
              <a:ext cx="160653" cy="230974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792658" y="2111260"/>
              <a:ext cx="153796" cy="172046"/>
            </a:xfrm>
            <a:prstGeom prst="rect">
              <a:avLst/>
            </a:prstGeom>
          </p:spPr>
        </p:pic>
      </p:grpSp>
      <p:grpSp>
        <p:nvGrpSpPr>
          <p:cNvPr id="101" name="object 101"/>
          <p:cNvGrpSpPr/>
          <p:nvPr/>
        </p:nvGrpSpPr>
        <p:grpSpPr>
          <a:xfrm>
            <a:off x="7071538" y="2052332"/>
            <a:ext cx="1466215" cy="290195"/>
            <a:chOff x="7071538" y="2052332"/>
            <a:chExt cx="1466215" cy="290195"/>
          </a:xfrm>
        </p:grpSpPr>
        <p:pic>
          <p:nvPicPr>
            <p:cNvPr id="102" name="object 102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7071538" y="2111260"/>
              <a:ext cx="160515" cy="230987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264692" y="2111260"/>
              <a:ext cx="266623" cy="172046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557162" y="2052332"/>
              <a:ext cx="160653" cy="230974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7760742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7839227" y="2056688"/>
              <a:ext cx="265277" cy="226618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8131264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8198434" y="2111260"/>
              <a:ext cx="338696" cy="172046"/>
            </a:xfrm>
            <a:prstGeom prst="rect">
              <a:avLst/>
            </a:prstGeom>
          </p:spPr>
        </p:pic>
      </p:grpSp>
      <p:grpSp>
        <p:nvGrpSpPr>
          <p:cNvPr id="109" name="object 109"/>
          <p:cNvGrpSpPr/>
          <p:nvPr/>
        </p:nvGrpSpPr>
        <p:grpSpPr>
          <a:xfrm>
            <a:off x="8657463" y="2052332"/>
            <a:ext cx="1076960" cy="231140"/>
            <a:chOff x="8657463" y="2052332"/>
            <a:chExt cx="1076960" cy="231140"/>
          </a:xfrm>
        </p:grpSpPr>
        <p:pic>
          <p:nvPicPr>
            <p:cNvPr id="110" name="object 110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8657463" y="2111260"/>
              <a:ext cx="242290" cy="168275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8933027" y="2111260"/>
              <a:ext cx="169862" cy="172046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9127441" y="2052332"/>
              <a:ext cx="160653" cy="230974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9318320" y="2111260"/>
              <a:ext cx="153784" cy="172046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9507601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9580524" y="2111260"/>
              <a:ext cx="153796" cy="172046"/>
            </a:xfrm>
            <a:prstGeom prst="rect">
              <a:avLst/>
            </a:prstGeom>
          </p:spPr>
        </p:pic>
      </p:grpSp>
      <p:pic>
        <p:nvPicPr>
          <p:cNvPr id="116" name="object 116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9842537" y="2056688"/>
            <a:ext cx="283527" cy="226618"/>
          </a:xfrm>
          <a:prstGeom prst="rect">
            <a:avLst/>
          </a:prstGeom>
        </p:spPr>
      </p:pic>
      <p:grpSp>
        <p:nvGrpSpPr>
          <p:cNvPr id="117" name="object 117"/>
          <p:cNvGrpSpPr/>
          <p:nvPr/>
        </p:nvGrpSpPr>
        <p:grpSpPr>
          <a:xfrm>
            <a:off x="10238830" y="2052332"/>
            <a:ext cx="918210" cy="231140"/>
            <a:chOff x="10238830" y="2052332"/>
            <a:chExt cx="918210" cy="231140"/>
          </a:xfrm>
        </p:grpSpPr>
        <p:pic>
          <p:nvPicPr>
            <p:cNvPr id="118" name="object 118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0238830" y="2052332"/>
              <a:ext cx="160653" cy="230974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0429709" y="2056688"/>
              <a:ext cx="436105" cy="226618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0891570" y="2056688"/>
              <a:ext cx="265277" cy="226618"/>
            </a:xfrm>
            <a:prstGeom prst="rect">
              <a:avLst/>
            </a:prstGeom>
          </p:spPr>
        </p:pic>
      </p:grpSp>
      <p:grpSp>
        <p:nvGrpSpPr>
          <p:cNvPr id="121" name="object 121"/>
          <p:cNvGrpSpPr/>
          <p:nvPr/>
        </p:nvGrpSpPr>
        <p:grpSpPr>
          <a:xfrm>
            <a:off x="11270627" y="2052332"/>
            <a:ext cx="1279525" cy="290195"/>
            <a:chOff x="11270627" y="2052332"/>
            <a:chExt cx="1279525" cy="290195"/>
          </a:xfrm>
        </p:grpSpPr>
        <p:pic>
          <p:nvPicPr>
            <p:cNvPr id="122" name="object 122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1270627" y="2111260"/>
              <a:ext cx="160502" cy="230987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1455628" y="2056688"/>
              <a:ext cx="450875" cy="226618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1941593" y="2111260"/>
              <a:ext cx="150228" cy="168275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117882" y="2056688"/>
              <a:ext cx="97028" cy="226618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12241670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30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2318364" y="2111260"/>
              <a:ext cx="154584" cy="172046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12506451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9" name="object 129"/>
          <p:cNvGrpSpPr/>
          <p:nvPr/>
        </p:nvGrpSpPr>
        <p:grpSpPr>
          <a:xfrm>
            <a:off x="12682880" y="2052332"/>
            <a:ext cx="1191895" cy="294640"/>
            <a:chOff x="12682880" y="2052332"/>
            <a:chExt cx="1191895" cy="294640"/>
          </a:xfrm>
        </p:grpSpPr>
        <p:sp>
          <p:nvSpPr>
            <p:cNvPr id="130" name="object 130"/>
            <p:cNvSpPr/>
            <p:nvPr/>
          </p:nvSpPr>
          <p:spPr>
            <a:xfrm>
              <a:off x="12682880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46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46" y="227202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2758381" y="2111260"/>
              <a:ext cx="153797" cy="172046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2936156" y="2111260"/>
              <a:ext cx="154584" cy="172046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3122262" y="2111260"/>
              <a:ext cx="275361" cy="168275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13441731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3529551" y="2111260"/>
              <a:ext cx="150215" cy="168275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3714158" y="2111260"/>
              <a:ext cx="160540" cy="235153"/>
            </a:xfrm>
            <a:prstGeom prst="rect">
              <a:avLst/>
            </a:prstGeom>
          </p:spPr>
        </p:pic>
      </p:grpSp>
      <p:grpSp>
        <p:nvGrpSpPr>
          <p:cNvPr id="137" name="object 137"/>
          <p:cNvGrpSpPr/>
          <p:nvPr/>
        </p:nvGrpSpPr>
        <p:grpSpPr>
          <a:xfrm>
            <a:off x="13996392" y="2048357"/>
            <a:ext cx="916940" cy="234950"/>
            <a:chOff x="13996392" y="2048357"/>
            <a:chExt cx="916940" cy="234950"/>
          </a:xfrm>
        </p:grpSpPr>
        <p:pic>
          <p:nvPicPr>
            <p:cNvPr id="138" name="object 138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3996392" y="2052332"/>
              <a:ext cx="160653" cy="230974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14199971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0" name="object 140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4269135" y="2048357"/>
              <a:ext cx="273964" cy="231178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4578126" y="2111260"/>
              <a:ext cx="155384" cy="172046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4763444" y="2114842"/>
              <a:ext cx="149821" cy="168465"/>
            </a:xfrm>
            <a:prstGeom prst="rect">
              <a:avLst/>
            </a:prstGeom>
          </p:spPr>
        </p:pic>
      </p:grpSp>
      <p:grpSp>
        <p:nvGrpSpPr>
          <p:cNvPr id="143" name="object 143"/>
          <p:cNvGrpSpPr/>
          <p:nvPr/>
        </p:nvGrpSpPr>
        <p:grpSpPr>
          <a:xfrm>
            <a:off x="14958376" y="2052332"/>
            <a:ext cx="597535" cy="231140"/>
            <a:chOff x="14958376" y="2052332"/>
            <a:chExt cx="597535" cy="231140"/>
          </a:xfrm>
        </p:grpSpPr>
        <p:sp>
          <p:nvSpPr>
            <p:cNvPr id="144" name="object 144"/>
            <p:cNvSpPr/>
            <p:nvPr/>
          </p:nvSpPr>
          <p:spPr>
            <a:xfrm>
              <a:off x="14958376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46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46" y="227202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5028518" y="2056688"/>
              <a:ext cx="97040" cy="226618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15152306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7" name="object 147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5227820" y="2111260"/>
              <a:ext cx="153771" cy="172046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5401784" y="2111260"/>
              <a:ext cx="153796" cy="172046"/>
            </a:xfrm>
            <a:prstGeom prst="rect">
              <a:avLst/>
            </a:prstGeom>
          </p:spPr>
        </p:pic>
      </p:grp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29331" y="0"/>
            <a:ext cx="2558669" cy="3374193"/>
          </a:xfrm>
          <a:prstGeom prst="rect">
            <a:avLst/>
          </a:prstGeom>
        </p:spPr>
      </p:pic>
      <p:grpSp>
        <p:nvGrpSpPr>
          <p:cNvPr id="149" name="object 149"/>
          <p:cNvGrpSpPr/>
          <p:nvPr/>
        </p:nvGrpSpPr>
        <p:grpSpPr>
          <a:xfrm>
            <a:off x="2583857" y="3397135"/>
            <a:ext cx="1496060" cy="249554"/>
            <a:chOff x="2583857" y="3397135"/>
            <a:chExt cx="1496060" cy="249554"/>
          </a:xfrm>
        </p:grpSpPr>
        <p:pic>
          <p:nvPicPr>
            <p:cNvPr id="150" name="object 150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2583857" y="3397135"/>
              <a:ext cx="399434" cy="249440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3005124" y="3460838"/>
              <a:ext cx="166091" cy="185737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198605" y="3460838"/>
              <a:ext cx="166091" cy="185737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3390698" y="3460838"/>
              <a:ext cx="166885" cy="185737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3591718" y="3460838"/>
              <a:ext cx="292792" cy="185737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917645" y="3397135"/>
              <a:ext cx="161925" cy="245465"/>
            </a:xfrm>
            <a:prstGeom prst="rect">
              <a:avLst/>
            </a:prstGeom>
          </p:spPr>
        </p:pic>
      </p:grpSp>
      <p:grpSp>
        <p:nvGrpSpPr>
          <p:cNvPr id="156" name="object 156"/>
          <p:cNvGrpSpPr/>
          <p:nvPr/>
        </p:nvGrpSpPr>
        <p:grpSpPr>
          <a:xfrm>
            <a:off x="4222178" y="3397135"/>
            <a:ext cx="2103755" cy="318135"/>
            <a:chOff x="4222178" y="3397135"/>
            <a:chExt cx="2103755" cy="318135"/>
          </a:xfrm>
        </p:grpSpPr>
        <p:pic>
          <p:nvPicPr>
            <p:cNvPr id="157" name="object 157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4222178" y="3397135"/>
              <a:ext cx="237134" cy="245465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4494517" y="3460838"/>
              <a:ext cx="166090" cy="185737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4679467" y="3402101"/>
              <a:ext cx="104775" cy="244475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4812906" y="3397135"/>
              <a:ext cx="161925" cy="245465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5011648" y="3460838"/>
              <a:ext cx="183553" cy="185737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5221569" y="3397135"/>
              <a:ext cx="173556" cy="249440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5430558" y="3460838"/>
              <a:ext cx="183553" cy="185737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5650928" y="3397135"/>
              <a:ext cx="47028" cy="245465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5735282" y="3460838"/>
              <a:ext cx="183553" cy="185737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5945136" y="3460838"/>
              <a:ext cx="173431" cy="25400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6142875" y="3464801"/>
              <a:ext cx="182765" cy="250037"/>
            </a:xfrm>
            <a:prstGeom prst="rect">
              <a:avLst/>
            </a:prstGeom>
          </p:spPr>
        </p:pic>
      </p:grpSp>
      <p:pic>
        <p:nvPicPr>
          <p:cNvPr id="168" name="object 16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45396" y="3941978"/>
            <a:ext cx="78581" cy="78574"/>
          </a:xfrm>
          <a:prstGeom prst="rect">
            <a:avLst/>
          </a:prstGeom>
        </p:spPr>
      </p:pic>
      <p:grpSp>
        <p:nvGrpSpPr>
          <p:cNvPr id="169" name="object 169"/>
          <p:cNvGrpSpPr/>
          <p:nvPr/>
        </p:nvGrpSpPr>
        <p:grpSpPr>
          <a:xfrm>
            <a:off x="3121423" y="3865384"/>
            <a:ext cx="1226820" cy="231140"/>
            <a:chOff x="3121423" y="3865384"/>
            <a:chExt cx="1226820" cy="231140"/>
          </a:xfrm>
        </p:grpSpPr>
        <p:pic>
          <p:nvPicPr>
            <p:cNvPr id="170" name="object 170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3121423" y="3865384"/>
              <a:ext cx="174228" cy="227202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3331009" y="3924312"/>
              <a:ext cx="285282" cy="172046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3648505" y="3865384"/>
              <a:ext cx="160933" cy="230974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3844429" y="386538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4" name="object 174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3919943" y="3924312"/>
              <a:ext cx="153784" cy="172046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4105846" y="3924312"/>
              <a:ext cx="242290" cy="168275"/>
            </a:xfrm>
            <a:prstGeom prst="rect">
              <a:avLst/>
            </a:prstGeom>
          </p:spPr>
        </p:pic>
      </p:grpSp>
      <p:grpSp>
        <p:nvGrpSpPr>
          <p:cNvPr id="176" name="object 176"/>
          <p:cNvGrpSpPr/>
          <p:nvPr/>
        </p:nvGrpSpPr>
        <p:grpSpPr>
          <a:xfrm>
            <a:off x="4479734" y="3861409"/>
            <a:ext cx="1931670" cy="234950"/>
            <a:chOff x="4479734" y="3861409"/>
            <a:chExt cx="1931670" cy="234950"/>
          </a:xfrm>
        </p:grpSpPr>
        <p:sp>
          <p:nvSpPr>
            <p:cNvPr id="177" name="object 177"/>
            <p:cNvSpPr/>
            <p:nvPr/>
          </p:nvSpPr>
          <p:spPr>
            <a:xfrm>
              <a:off x="4479734" y="386538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4558298" y="3865384"/>
              <a:ext cx="160665" cy="230974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4749190" y="3924312"/>
              <a:ext cx="153784" cy="172046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4938064" y="3924312"/>
              <a:ext cx="150215" cy="168275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5114340" y="3869740"/>
              <a:ext cx="97040" cy="226618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5238127" y="386538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5307291" y="3861409"/>
              <a:ext cx="168236" cy="231178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5510555" y="3924312"/>
              <a:ext cx="155384" cy="172046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5685345" y="3869740"/>
              <a:ext cx="267068" cy="226618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5979160" y="386538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7" name="object 18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057252" y="3924312"/>
              <a:ext cx="169862" cy="172046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6260922" y="3924312"/>
              <a:ext cx="150215" cy="168275"/>
            </a:xfrm>
            <a:prstGeom prst="rect">
              <a:avLst/>
            </a:prstGeom>
          </p:spPr>
        </p:pic>
      </p:grpSp>
      <p:grpSp>
        <p:nvGrpSpPr>
          <p:cNvPr id="189" name="object 189"/>
          <p:cNvGrpSpPr/>
          <p:nvPr/>
        </p:nvGrpSpPr>
        <p:grpSpPr>
          <a:xfrm>
            <a:off x="6543458" y="3865384"/>
            <a:ext cx="238125" cy="227329"/>
            <a:chOff x="6543458" y="3865384"/>
            <a:chExt cx="238125" cy="227329"/>
          </a:xfrm>
        </p:grpSpPr>
        <p:sp>
          <p:nvSpPr>
            <p:cNvPr id="190" name="object 190"/>
            <p:cNvSpPr/>
            <p:nvPr/>
          </p:nvSpPr>
          <p:spPr>
            <a:xfrm>
              <a:off x="6543459" y="386538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6631279" y="3924312"/>
              <a:ext cx="150215" cy="168275"/>
            </a:xfrm>
            <a:prstGeom prst="rect">
              <a:avLst/>
            </a:prstGeom>
          </p:spPr>
        </p:pic>
      </p:grpSp>
      <p:grpSp>
        <p:nvGrpSpPr>
          <p:cNvPr id="192" name="object 192"/>
          <p:cNvGrpSpPr/>
          <p:nvPr/>
        </p:nvGrpSpPr>
        <p:grpSpPr>
          <a:xfrm>
            <a:off x="6910451" y="3865384"/>
            <a:ext cx="1906905" cy="231140"/>
            <a:chOff x="6910451" y="3865384"/>
            <a:chExt cx="1906905" cy="231140"/>
          </a:xfrm>
        </p:grpSpPr>
        <p:pic>
          <p:nvPicPr>
            <p:cNvPr id="193" name="object 193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6910451" y="3865384"/>
              <a:ext cx="1476362" cy="230974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8413572" y="386538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492058" y="3924312"/>
              <a:ext cx="324802" cy="172046"/>
            </a:xfrm>
            <a:prstGeom prst="rect">
              <a:avLst/>
            </a:prstGeom>
          </p:spPr>
        </p:pic>
      </p:grpSp>
      <p:grpSp>
        <p:nvGrpSpPr>
          <p:cNvPr id="196" name="object 196"/>
          <p:cNvGrpSpPr/>
          <p:nvPr/>
        </p:nvGrpSpPr>
        <p:grpSpPr>
          <a:xfrm>
            <a:off x="8943137" y="3865384"/>
            <a:ext cx="1191895" cy="294640"/>
            <a:chOff x="8943137" y="3865384"/>
            <a:chExt cx="1191895" cy="294640"/>
          </a:xfrm>
        </p:grpSpPr>
        <p:sp>
          <p:nvSpPr>
            <p:cNvPr id="197" name="object 197"/>
            <p:cNvSpPr/>
            <p:nvPr/>
          </p:nvSpPr>
          <p:spPr>
            <a:xfrm>
              <a:off x="8943137" y="386538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9018651" y="3924312"/>
              <a:ext cx="153797" cy="172046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9196425" y="3924312"/>
              <a:ext cx="154584" cy="172046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9382518" y="3924312"/>
              <a:ext cx="275361" cy="168275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9702000" y="386538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9789820" y="3924312"/>
              <a:ext cx="150215" cy="168275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9974427" y="3924312"/>
              <a:ext cx="160540" cy="235153"/>
            </a:xfrm>
            <a:prstGeom prst="rect">
              <a:avLst/>
            </a:prstGeom>
          </p:spPr>
        </p:pic>
      </p:grpSp>
      <p:grpSp>
        <p:nvGrpSpPr>
          <p:cNvPr id="204" name="object 204"/>
          <p:cNvGrpSpPr/>
          <p:nvPr/>
        </p:nvGrpSpPr>
        <p:grpSpPr>
          <a:xfrm>
            <a:off x="10262933" y="3865384"/>
            <a:ext cx="1617980" cy="294640"/>
            <a:chOff x="10262933" y="3865384"/>
            <a:chExt cx="1617980" cy="294640"/>
          </a:xfrm>
        </p:grpSpPr>
        <p:pic>
          <p:nvPicPr>
            <p:cNvPr id="205" name="object 205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10262933" y="3924312"/>
              <a:ext cx="242290" cy="168275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10538485" y="3924312"/>
              <a:ext cx="169875" cy="172046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10742155" y="3924312"/>
              <a:ext cx="150215" cy="168275"/>
            </a:xfrm>
            <a:prstGeom prst="rect">
              <a:avLst/>
            </a:prstGeom>
          </p:spPr>
        </p:pic>
        <p:sp>
          <p:nvSpPr>
            <p:cNvPr id="208" name="object 208"/>
            <p:cNvSpPr/>
            <p:nvPr/>
          </p:nvSpPr>
          <p:spPr>
            <a:xfrm>
              <a:off x="10936490" y="386538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9" name="object 209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1006645" y="3869740"/>
              <a:ext cx="283527" cy="226618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11322379" y="3865384"/>
              <a:ext cx="168998" cy="227202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11535739" y="3924312"/>
              <a:ext cx="150215" cy="168275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1720359" y="3924312"/>
              <a:ext cx="160527" cy="235153"/>
            </a:xfrm>
            <a:prstGeom prst="rect">
              <a:avLst/>
            </a:prstGeom>
          </p:spPr>
        </p:pic>
      </p:grpSp>
      <p:pic>
        <p:nvPicPr>
          <p:cNvPr id="213" name="object 21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845396" y="4386351"/>
            <a:ext cx="78581" cy="78574"/>
          </a:xfrm>
          <a:prstGeom prst="rect">
            <a:avLst/>
          </a:prstGeom>
        </p:spPr>
      </p:pic>
      <p:grpSp>
        <p:nvGrpSpPr>
          <p:cNvPr id="214" name="object 214"/>
          <p:cNvGrpSpPr/>
          <p:nvPr/>
        </p:nvGrpSpPr>
        <p:grpSpPr>
          <a:xfrm>
            <a:off x="3121423" y="4309757"/>
            <a:ext cx="1014730" cy="294640"/>
            <a:chOff x="3121423" y="4309757"/>
            <a:chExt cx="1014730" cy="294640"/>
          </a:xfrm>
        </p:grpSpPr>
        <p:pic>
          <p:nvPicPr>
            <p:cNvPr id="215" name="object 215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3121423" y="4309757"/>
              <a:ext cx="190499" cy="227202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3337812" y="4368685"/>
              <a:ext cx="153788" cy="172046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3511809" y="4368685"/>
              <a:ext cx="153789" cy="172046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3703663" y="43097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3782154" y="4368685"/>
              <a:ext cx="160535" cy="235153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3985425" y="4368685"/>
              <a:ext cx="150215" cy="168275"/>
            </a:xfrm>
            <a:prstGeom prst="rect">
              <a:avLst/>
            </a:prstGeom>
          </p:spPr>
        </p:pic>
      </p:grpSp>
      <p:pic>
        <p:nvPicPr>
          <p:cNvPr id="221" name="object 221"/>
          <p:cNvPicPr/>
          <p:nvPr/>
        </p:nvPicPr>
        <p:blipFill>
          <a:blip r:embed="rId148" cstate="print"/>
          <a:stretch>
            <a:fillRect/>
          </a:stretch>
        </p:blipFill>
        <p:spPr>
          <a:xfrm>
            <a:off x="4257852" y="4305782"/>
            <a:ext cx="296329" cy="234950"/>
          </a:xfrm>
          <a:prstGeom prst="rect">
            <a:avLst/>
          </a:prstGeom>
        </p:spPr>
      </p:pic>
      <p:grpSp>
        <p:nvGrpSpPr>
          <p:cNvPr id="222" name="object 222"/>
          <p:cNvGrpSpPr/>
          <p:nvPr/>
        </p:nvGrpSpPr>
        <p:grpSpPr>
          <a:xfrm>
            <a:off x="4637785" y="4309757"/>
            <a:ext cx="459105" cy="231140"/>
            <a:chOff x="4637785" y="4309757"/>
            <a:chExt cx="459105" cy="231140"/>
          </a:xfrm>
        </p:grpSpPr>
        <p:pic>
          <p:nvPicPr>
            <p:cNvPr id="223" name="object 223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4637785" y="4314113"/>
              <a:ext cx="97040" cy="226618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4761369" y="4309757"/>
              <a:ext cx="150025" cy="227202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4942814" y="4368685"/>
              <a:ext cx="153784" cy="172046"/>
            </a:xfrm>
            <a:prstGeom prst="rect">
              <a:avLst/>
            </a:prstGeom>
          </p:spPr>
        </p:pic>
      </p:grpSp>
      <p:grpSp>
        <p:nvGrpSpPr>
          <p:cNvPr id="226" name="object 226"/>
          <p:cNvGrpSpPr/>
          <p:nvPr/>
        </p:nvGrpSpPr>
        <p:grpSpPr>
          <a:xfrm>
            <a:off x="5205018" y="4309757"/>
            <a:ext cx="1135380" cy="231140"/>
            <a:chOff x="5205018" y="4309757"/>
            <a:chExt cx="1135380" cy="231140"/>
          </a:xfrm>
        </p:grpSpPr>
        <p:pic>
          <p:nvPicPr>
            <p:cNvPr id="227" name="object 227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5205018" y="4368685"/>
              <a:ext cx="153797" cy="172046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5378818" y="4314113"/>
              <a:ext cx="97040" cy="226618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5501614" y="4372267"/>
              <a:ext cx="149821" cy="168465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5686896" y="4309757"/>
              <a:ext cx="160665" cy="230974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5877788" y="4368685"/>
              <a:ext cx="153784" cy="172046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6066662" y="4368685"/>
              <a:ext cx="150215" cy="168275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6242938" y="4314113"/>
              <a:ext cx="97040" cy="226618"/>
            </a:xfrm>
            <a:prstGeom prst="rect">
              <a:avLst/>
            </a:prstGeom>
          </p:spPr>
        </p:pic>
      </p:grpSp>
      <p:grpSp>
        <p:nvGrpSpPr>
          <p:cNvPr id="234" name="object 234"/>
          <p:cNvGrpSpPr/>
          <p:nvPr/>
        </p:nvGrpSpPr>
        <p:grpSpPr>
          <a:xfrm>
            <a:off x="6452958" y="4309757"/>
            <a:ext cx="1500505" cy="231140"/>
            <a:chOff x="6452958" y="4309757"/>
            <a:chExt cx="1500505" cy="231140"/>
          </a:xfrm>
        </p:grpSpPr>
        <p:pic>
          <p:nvPicPr>
            <p:cNvPr id="235" name="object 235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6452958" y="4309757"/>
              <a:ext cx="160934" cy="230974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6636181" y="4368685"/>
              <a:ext cx="153784" cy="172046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6825259" y="4309757"/>
              <a:ext cx="150012" cy="227202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7007885" y="4368685"/>
              <a:ext cx="337908" cy="172046"/>
            </a:xfrm>
            <a:prstGeom prst="rect">
              <a:avLst/>
            </a:prstGeom>
          </p:spPr>
        </p:pic>
        <p:sp>
          <p:nvSpPr>
            <p:cNvPr id="239" name="object 239"/>
            <p:cNvSpPr/>
            <p:nvPr/>
          </p:nvSpPr>
          <p:spPr>
            <a:xfrm>
              <a:off x="7372553" y="43097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0" name="object 240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7450645" y="4368685"/>
              <a:ext cx="169862" cy="172046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7653705" y="4372267"/>
              <a:ext cx="149821" cy="168465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7846656" y="4368685"/>
              <a:ext cx="106756" cy="168275"/>
            </a:xfrm>
            <a:prstGeom prst="rect">
              <a:avLst/>
            </a:prstGeom>
          </p:spPr>
        </p:pic>
      </p:grpSp>
      <p:grpSp>
        <p:nvGrpSpPr>
          <p:cNvPr id="243" name="object 243"/>
          <p:cNvGrpSpPr/>
          <p:nvPr/>
        </p:nvGrpSpPr>
        <p:grpSpPr>
          <a:xfrm>
            <a:off x="8048904" y="4309757"/>
            <a:ext cx="1332865" cy="294640"/>
            <a:chOff x="8048904" y="4309757"/>
            <a:chExt cx="1332865" cy="294640"/>
          </a:xfrm>
        </p:grpSpPr>
        <p:pic>
          <p:nvPicPr>
            <p:cNvPr id="244" name="object 244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8048904" y="4368685"/>
              <a:ext cx="154571" cy="172046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8236584" y="4368685"/>
              <a:ext cx="150215" cy="168275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8419413" y="4368685"/>
              <a:ext cx="154584" cy="172046"/>
            </a:xfrm>
            <a:prstGeom prst="rect">
              <a:avLst/>
            </a:prstGeom>
          </p:spPr>
        </p:pic>
        <p:sp>
          <p:nvSpPr>
            <p:cNvPr id="247" name="object 247"/>
            <p:cNvSpPr/>
            <p:nvPr/>
          </p:nvSpPr>
          <p:spPr>
            <a:xfrm>
              <a:off x="8607500" y="43097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8675077" y="4314113"/>
              <a:ext cx="276186" cy="289725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8978023" y="43097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0" name="object 250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9056509" y="4368685"/>
              <a:ext cx="324802" cy="172046"/>
            </a:xfrm>
            <a:prstGeom prst="rect">
              <a:avLst/>
            </a:prstGeom>
          </p:spPr>
        </p:pic>
      </p:grpSp>
      <p:grpSp>
        <p:nvGrpSpPr>
          <p:cNvPr id="251" name="object 251"/>
          <p:cNvGrpSpPr/>
          <p:nvPr/>
        </p:nvGrpSpPr>
        <p:grpSpPr>
          <a:xfrm>
            <a:off x="9504222" y="4309757"/>
            <a:ext cx="894080" cy="231140"/>
            <a:chOff x="9504222" y="4309757"/>
            <a:chExt cx="894080" cy="231140"/>
          </a:xfrm>
        </p:grpSpPr>
        <p:pic>
          <p:nvPicPr>
            <p:cNvPr id="252" name="object 252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9504222" y="4368685"/>
              <a:ext cx="242290" cy="168275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9779774" y="4368685"/>
              <a:ext cx="169862" cy="172046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9974201" y="4309757"/>
              <a:ext cx="160653" cy="230974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10165080" y="4368685"/>
              <a:ext cx="153784" cy="172046"/>
            </a:xfrm>
            <a:prstGeom prst="rect">
              <a:avLst/>
            </a:prstGeom>
          </p:spPr>
        </p:pic>
        <p:sp>
          <p:nvSpPr>
            <p:cNvPr id="256" name="object 256"/>
            <p:cNvSpPr/>
            <p:nvPr/>
          </p:nvSpPr>
          <p:spPr>
            <a:xfrm>
              <a:off x="10354361" y="43097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7" name="object 257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845396" y="4830724"/>
            <a:ext cx="78581" cy="78574"/>
          </a:xfrm>
          <a:prstGeom prst="rect">
            <a:avLst/>
          </a:prstGeom>
        </p:spPr>
      </p:pic>
      <p:grpSp>
        <p:nvGrpSpPr>
          <p:cNvPr id="258" name="object 258"/>
          <p:cNvGrpSpPr/>
          <p:nvPr/>
        </p:nvGrpSpPr>
        <p:grpSpPr>
          <a:xfrm>
            <a:off x="3121423" y="4754130"/>
            <a:ext cx="1967230" cy="290195"/>
            <a:chOff x="3121423" y="4754130"/>
            <a:chExt cx="1967230" cy="290195"/>
          </a:xfrm>
        </p:grpSpPr>
        <p:pic>
          <p:nvPicPr>
            <p:cNvPr id="259" name="object 259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3121423" y="4754130"/>
              <a:ext cx="190499" cy="227202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3337812" y="4813058"/>
              <a:ext cx="506947" cy="172046"/>
            </a:xfrm>
            <a:prstGeom prst="rect">
              <a:avLst/>
            </a:prstGeom>
          </p:spPr>
        </p:pic>
        <p:sp>
          <p:nvSpPr>
            <p:cNvPr id="261" name="object 261"/>
            <p:cNvSpPr/>
            <p:nvPr/>
          </p:nvSpPr>
          <p:spPr>
            <a:xfrm>
              <a:off x="3880243" y="475413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2" name="object 262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3958336" y="4813058"/>
              <a:ext cx="169862" cy="172046"/>
            </a:xfrm>
            <a:prstGeom prst="rect">
              <a:avLst/>
            </a:prstGeom>
          </p:spPr>
        </p:pic>
        <p:pic>
          <p:nvPicPr>
            <p:cNvPr id="263" name="object 263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4161205" y="4813058"/>
              <a:ext cx="160502" cy="230987"/>
            </a:xfrm>
            <a:prstGeom prst="rect">
              <a:avLst/>
            </a:prstGeom>
          </p:spPr>
        </p:pic>
        <p:pic>
          <p:nvPicPr>
            <p:cNvPr id="264" name="object 264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4352963" y="4813058"/>
              <a:ext cx="242290" cy="168275"/>
            </a:xfrm>
            <a:prstGeom prst="rect">
              <a:avLst/>
            </a:prstGeom>
          </p:spPr>
        </p:pic>
        <p:pic>
          <p:nvPicPr>
            <p:cNvPr id="265" name="object 265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4625936" y="4813058"/>
              <a:ext cx="153797" cy="172046"/>
            </a:xfrm>
            <a:prstGeom prst="rect">
              <a:avLst/>
            </a:prstGeom>
          </p:spPr>
        </p:pic>
        <p:pic>
          <p:nvPicPr>
            <p:cNvPr id="266" name="object 26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814823" y="4813058"/>
              <a:ext cx="150215" cy="168275"/>
            </a:xfrm>
            <a:prstGeom prst="rect">
              <a:avLst/>
            </a:prstGeom>
          </p:spPr>
        </p:pic>
        <p:pic>
          <p:nvPicPr>
            <p:cNvPr id="267" name="object 267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4991100" y="4758486"/>
              <a:ext cx="97027" cy="226618"/>
            </a:xfrm>
            <a:prstGeom prst="rect">
              <a:avLst/>
            </a:prstGeom>
          </p:spPr>
        </p:pic>
      </p:grpSp>
      <p:pic>
        <p:nvPicPr>
          <p:cNvPr id="268" name="object 268"/>
          <p:cNvPicPr/>
          <p:nvPr/>
        </p:nvPicPr>
        <p:blipFill>
          <a:blip r:embed="rId179" cstate="print"/>
          <a:stretch>
            <a:fillRect/>
          </a:stretch>
        </p:blipFill>
        <p:spPr>
          <a:xfrm>
            <a:off x="5192979" y="4750155"/>
            <a:ext cx="296329" cy="234950"/>
          </a:xfrm>
          <a:prstGeom prst="rect">
            <a:avLst/>
          </a:prstGeom>
        </p:spPr>
      </p:pic>
      <p:grpSp>
        <p:nvGrpSpPr>
          <p:cNvPr id="269" name="object 269"/>
          <p:cNvGrpSpPr/>
          <p:nvPr/>
        </p:nvGrpSpPr>
        <p:grpSpPr>
          <a:xfrm>
            <a:off x="5581256" y="4754130"/>
            <a:ext cx="1483995" cy="294640"/>
            <a:chOff x="5581256" y="4754130"/>
            <a:chExt cx="1483995" cy="294640"/>
          </a:xfrm>
        </p:grpSpPr>
        <p:pic>
          <p:nvPicPr>
            <p:cNvPr id="270" name="object 270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5581256" y="4813058"/>
              <a:ext cx="155371" cy="172046"/>
            </a:xfrm>
            <a:prstGeom prst="rect">
              <a:avLst/>
            </a:prstGeom>
          </p:spPr>
        </p:pic>
        <p:sp>
          <p:nvSpPr>
            <p:cNvPr id="271" name="object 271"/>
            <p:cNvSpPr/>
            <p:nvPr/>
          </p:nvSpPr>
          <p:spPr>
            <a:xfrm>
              <a:off x="5767552" y="475413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5854776" y="4816640"/>
              <a:ext cx="149809" cy="168465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6034417" y="4813058"/>
              <a:ext cx="153796" cy="172046"/>
            </a:xfrm>
            <a:prstGeom prst="rect">
              <a:avLst/>
            </a:prstGeom>
          </p:spPr>
        </p:pic>
        <p:pic>
          <p:nvPicPr>
            <p:cNvPr id="274" name="object 274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6208217" y="4758486"/>
              <a:ext cx="264883" cy="226618"/>
            </a:xfrm>
            <a:prstGeom prst="rect">
              <a:avLst/>
            </a:prstGeom>
          </p:spPr>
        </p:pic>
        <p:pic>
          <p:nvPicPr>
            <p:cNvPr id="275" name="object 275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6506603" y="4754130"/>
              <a:ext cx="168998" cy="227202"/>
            </a:xfrm>
            <a:prstGeom prst="rect">
              <a:avLst/>
            </a:prstGeom>
          </p:spPr>
        </p:pic>
        <p:pic>
          <p:nvPicPr>
            <p:cNvPr id="276" name="object 276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6719950" y="4813058"/>
              <a:ext cx="150215" cy="168275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6904570" y="4813058"/>
              <a:ext cx="160528" cy="235153"/>
            </a:xfrm>
            <a:prstGeom prst="rect">
              <a:avLst/>
            </a:prstGeom>
          </p:spPr>
        </p:pic>
      </p:grpSp>
      <p:grpSp>
        <p:nvGrpSpPr>
          <p:cNvPr id="278" name="object 278"/>
          <p:cNvGrpSpPr/>
          <p:nvPr/>
        </p:nvGrpSpPr>
        <p:grpSpPr>
          <a:xfrm>
            <a:off x="7184935" y="4754130"/>
            <a:ext cx="533400" cy="231140"/>
            <a:chOff x="7184935" y="4754130"/>
            <a:chExt cx="533400" cy="231140"/>
          </a:xfrm>
        </p:grpSpPr>
        <p:pic>
          <p:nvPicPr>
            <p:cNvPr id="279" name="object 279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7184935" y="4813058"/>
              <a:ext cx="154584" cy="172046"/>
            </a:xfrm>
            <a:prstGeom prst="rect">
              <a:avLst/>
            </a:prstGeom>
          </p:spPr>
        </p:pic>
        <p:pic>
          <p:nvPicPr>
            <p:cNvPr id="280" name="object 280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7372616" y="4813058"/>
              <a:ext cx="150215" cy="168275"/>
            </a:xfrm>
            <a:prstGeom prst="rect">
              <a:avLst/>
            </a:prstGeom>
          </p:spPr>
        </p:pic>
        <p:pic>
          <p:nvPicPr>
            <p:cNvPr id="281" name="object 281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7557314" y="4754130"/>
              <a:ext cx="160653" cy="230974"/>
            </a:xfrm>
            <a:prstGeom prst="rect">
              <a:avLst/>
            </a:prstGeom>
          </p:spPr>
        </p:pic>
      </p:grpSp>
      <p:grpSp>
        <p:nvGrpSpPr>
          <p:cNvPr id="282" name="object 282"/>
          <p:cNvGrpSpPr/>
          <p:nvPr/>
        </p:nvGrpSpPr>
        <p:grpSpPr>
          <a:xfrm>
            <a:off x="7847913" y="4754130"/>
            <a:ext cx="1492250" cy="290195"/>
            <a:chOff x="7847913" y="4754130"/>
            <a:chExt cx="1492250" cy="290195"/>
          </a:xfrm>
        </p:grpSpPr>
        <p:pic>
          <p:nvPicPr>
            <p:cNvPr id="283" name="object 283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7847913" y="4813058"/>
              <a:ext cx="160515" cy="230987"/>
            </a:xfrm>
            <a:prstGeom prst="rect">
              <a:avLst/>
            </a:prstGeom>
          </p:spPr>
        </p:pic>
        <p:pic>
          <p:nvPicPr>
            <p:cNvPr id="284" name="object 284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8041068" y="4813058"/>
              <a:ext cx="266623" cy="172046"/>
            </a:xfrm>
            <a:prstGeom prst="rect">
              <a:avLst/>
            </a:prstGeom>
          </p:spPr>
        </p:pic>
        <p:pic>
          <p:nvPicPr>
            <p:cNvPr id="285" name="object 285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8333538" y="4754130"/>
              <a:ext cx="160653" cy="230974"/>
            </a:xfrm>
            <a:prstGeom prst="rect">
              <a:avLst/>
            </a:prstGeom>
          </p:spPr>
        </p:pic>
        <p:sp>
          <p:nvSpPr>
            <p:cNvPr id="286" name="object 286"/>
            <p:cNvSpPr/>
            <p:nvPr/>
          </p:nvSpPr>
          <p:spPr>
            <a:xfrm>
              <a:off x="8537118" y="475413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7" name="object 287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8615603" y="4758486"/>
              <a:ext cx="265277" cy="226618"/>
            </a:xfrm>
            <a:prstGeom prst="rect">
              <a:avLst/>
            </a:prstGeom>
          </p:spPr>
        </p:pic>
        <p:sp>
          <p:nvSpPr>
            <p:cNvPr id="288" name="object 288"/>
            <p:cNvSpPr/>
            <p:nvPr/>
          </p:nvSpPr>
          <p:spPr>
            <a:xfrm>
              <a:off x="8907640" y="475413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9" name="object 28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8985732" y="4813058"/>
              <a:ext cx="169862" cy="172046"/>
            </a:xfrm>
            <a:prstGeom prst="rect">
              <a:avLst/>
            </a:prstGeom>
          </p:spPr>
        </p:pic>
        <p:pic>
          <p:nvPicPr>
            <p:cNvPr id="290" name="object 290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9189389" y="4813058"/>
              <a:ext cx="150215" cy="168275"/>
            </a:xfrm>
            <a:prstGeom prst="rect">
              <a:avLst/>
            </a:prstGeom>
          </p:spPr>
        </p:pic>
      </p:grpSp>
      <p:grpSp>
        <p:nvGrpSpPr>
          <p:cNvPr id="291" name="object 291"/>
          <p:cNvGrpSpPr/>
          <p:nvPr/>
        </p:nvGrpSpPr>
        <p:grpSpPr>
          <a:xfrm>
            <a:off x="9468561" y="4754130"/>
            <a:ext cx="1076960" cy="231140"/>
            <a:chOff x="9468561" y="4754130"/>
            <a:chExt cx="1076960" cy="231140"/>
          </a:xfrm>
        </p:grpSpPr>
        <p:pic>
          <p:nvPicPr>
            <p:cNvPr id="292" name="object 292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9468561" y="4813058"/>
              <a:ext cx="242290" cy="168275"/>
            </a:xfrm>
            <a:prstGeom prst="rect">
              <a:avLst/>
            </a:prstGeom>
          </p:spPr>
        </p:pic>
        <p:pic>
          <p:nvPicPr>
            <p:cNvPr id="293" name="object 293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9744126" y="4813058"/>
              <a:ext cx="169862" cy="172046"/>
            </a:xfrm>
            <a:prstGeom prst="rect">
              <a:avLst/>
            </a:prstGeom>
          </p:spPr>
        </p:pic>
        <p:pic>
          <p:nvPicPr>
            <p:cNvPr id="294" name="object 294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9938539" y="4754130"/>
              <a:ext cx="160653" cy="230974"/>
            </a:xfrm>
            <a:prstGeom prst="rect">
              <a:avLst/>
            </a:prstGeom>
          </p:spPr>
        </p:pic>
        <p:pic>
          <p:nvPicPr>
            <p:cNvPr id="295" name="object 295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10129431" y="4813058"/>
              <a:ext cx="153784" cy="172046"/>
            </a:xfrm>
            <a:prstGeom prst="rect">
              <a:avLst/>
            </a:prstGeom>
          </p:spPr>
        </p:pic>
        <p:sp>
          <p:nvSpPr>
            <p:cNvPr id="296" name="object 296"/>
            <p:cNvSpPr/>
            <p:nvPr/>
          </p:nvSpPr>
          <p:spPr>
            <a:xfrm>
              <a:off x="10318699" y="475413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7" name="object 297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10391635" y="4813058"/>
              <a:ext cx="153784" cy="172046"/>
            </a:xfrm>
            <a:prstGeom prst="rect">
              <a:avLst/>
            </a:prstGeom>
          </p:spPr>
        </p:pic>
      </p:grpSp>
      <p:grpSp>
        <p:nvGrpSpPr>
          <p:cNvPr id="298" name="object 298"/>
          <p:cNvGrpSpPr/>
          <p:nvPr/>
        </p:nvGrpSpPr>
        <p:grpSpPr>
          <a:xfrm>
            <a:off x="2584849" y="5656541"/>
            <a:ext cx="979805" cy="247650"/>
            <a:chOff x="2584849" y="5656541"/>
            <a:chExt cx="979805" cy="247650"/>
          </a:xfrm>
        </p:grpSpPr>
        <p:pic>
          <p:nvPicPr>
            <p:cNvPr id="299" name="object 299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2584849" y="5656541"/>
              <a:ext cx="172839" cy="243484"/>
            </a:xfrm>
            <a:prstGeom prst="rect">
              <a:avLst/>
            </a:prstGeom>
          </p:spPr>
        </p:pic>
        <p:pic>
          <p:nvPicPr>
            <p:cNvPr id="300" name="object 300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2780416" y="5718263"/>
              <a:ext cx="166885" cy="185737"/>
            </a:xfrm>
            <a:prstGeom prst="rect">
              <a:avLst/>
            </a:prstGeom>
          </p:spPr>
        </p:pic>
        <p:pic>
          <p:nvPicPr>
            <p:cNvPr id="301" name="object 301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2963975" y="5659526"/>
              <a:ext cx="104775" cy="244475"/>
            </a:xfrm>
            <a:prstGeom prst="rect">
              <a:avLst/>
            </a:prstGeom>
          </p:spPr>
        </p:pic>
        <p:pic>
          <p:nvPicPr>
            <p:cNvPr id="302" name="object 302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3083916" y="5718263"/>
              <a:ext cx="166091" cy="185737"/>
            </a:xfrm>
            <a:prstGeom prst="rect">
              <a:avLst/>
            </a:prstGeom>
          </p:spPr>
        </p:pic>
        <p:pic>
          <p:nvPicPr>
            <p:cNvPr id="303" name="object 303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3271841" y="5718263"/>
              <a:ext cx="166093" cy="185737"/>
            </a:xfrm>
            <a:prstGeom prst="rect">
              <a:avLst/>
            </a:prstGeom>
          </p:spPr>
        </p:pic>
        <p:pic>
          <p:nvPicPr>
            <p:cNvPr id="304" name="object 304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3459567" y="5659526"/>
              <a:ext cx="104776" cy="244475"/>
            </a:xfrm>
            <a:prstGeom prst="rect">
              <a:avLst/>
            </a:prstGeom>
          </p:spPr>
        </p:pic>
      </p:grpSp>
      <p:grpSp>
        <p:nvGrpSpPr>
          <p:cNvPr id="305" name="object 305"/>
          <p:cNvGrpSpPr/>
          <p:nvPr/>
        </p:nvGrpSpPr>
        <p:grpSpPr>
          <a:xfrm>
            <a:off x="3671205" y="5654560"/>
            <a:ext cx="770255" cy="249554"/>
            <a:chOff x="3671205" y="5654560"/>
            <a:chExt cx="770255" cy="249554"/>
          </a:xfrm>
        </p:grpSpPr>
        <p:pic>
          <p:nvPicPr>
            <p:cNvPr id="306" name="object 306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3671205" y="5654560"/>
              <a:ext cx="195068" cy="245465"/>
            </a:xfrm>
            <a:prstGeom prst="rect">
              <a:avLst/>
            </a:prstGeom>
          </p:spPr>
        </p:pic>
        <p:pic>
          <p:nvPicPr>
            <p:cNvPr id="307" name="object 307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3884231" y="5718263"/>
              <a:ext cx="166090" cy="185737"/>
            </a:xfrm>
            <a:prstGeom prst="rect">
              <a:avLst/>
            </a:prstGeom>
          </p:spPr>
        </p:pic>
        <p:pic>
          <p:nvPicPr>
            <p:cNvPr id="308" name="object 308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4078313" y="5718263"/>
              <a:ext cx="167678" cy="185737"/>
            </a:xfrm>
            <a:prstGeom prst="rect">
              <a:avLst/>
            </a:prstGeom>
          </p:spPr>
        </p:pic>
        <p:pic>
          <p:nvPicPr>
            <p:cNvPr id="309" name="object 309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4279138" y="5654560"/>
              <a:ext cx="161925" cy="245465"/>
            </a:xfrm>
            <a:prstGeom prst="rect">
              <a:avLst/>
            </a:prstGeom>
          </p:spPr>
        </p:pic>
      </p:grpSp>
      <p:grpSp>
        <p:nvGrpSpPr>
          <p:cNvPr id="310" name="object 310"/>
          <p:cNvGrpSpPr/>
          <p:nvPr/>
        </p:nvGrpSpPr>
        <p:grpSpPr>
          <a:xfrm>
            <a:off x="4488395" y="5654560"/>
            <a:ext cx="887094" cy="318135"/>
            <a:chOff x="4488395" y="5654560"/>
            <a:chExt cx="887094" cy="318135"/>
          </a:xfrm>
        </p:grpSpPr>
        <p:pic>
          <p:nvPicPr>
            <p:cNvPr id="311" name="object 311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4488395" y="5718263"/>
              <a:ext cx="162115" cy="181762"/>
            </a:xfrm>
            <a:prstGeom prst="rect">
              <a:avLst/>
            </a:prstGeom>
          </p:spPr>
        </p:pic>
        <p:pic>
          <p:nvPicPr>
            <p:cNvPr id="312" name="object 312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4687328" y="5718263"/>
              <a:ext cx="183553" cy="185737"/>
            </a:xfrm>
            <a:prstGeom prst="rect">
              <a:avLst/>
            </a:prstGeom>
          </p:spPr>
        </p:pic>
        <p:pic>
          <p:nvPicPr>
            <p:cNvPr id="313" name="object 313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4907698" y="5654560"/>
              <a:ext cx="47028" cy="245465"/>
            </a:xfrm>
            <a:prstGeom prst="rect">
              <a:avLst/>
            </a:prstGeom>
          </p:spPr>
        </p:pic>
        <p:pic>
          <p:nvPicPr>
            <p:cNvPr id="314" name="object 314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4992052" y="5718263"/>
              <a:ext cx="183553" cy="185737"/>
            </a:xfrm>
            <a:prstGeom prst="rect">
              <a:avLst/>
            </a:prstGeom>
          </p:spPr>
        </p:pic>
        <p:pic>
          <p:nvPicPr>
            <p:cNvPr id="315" name="object 315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5201907" y="5718263"/>
              <a:ext cx="173431" cy="254000"/>
            </a:xfrm>
            <a:prstGeom prst="rect">
              <a:avLst/>
            </a:prstGeom>
          </p:spPr>
        </p:pic>
      </p:grpSp>
      <p:grpSp>
        <p:nvGrpSpPr>
          <p:cNvPr id="316" name="object 316"/>
          <p:cNvGrpSpPr/>
          <p:nvPr/>
        </p:nvGrpSpPr>
        <p:grpSpPr>
          <a:xfrm>
            <a:off x="5421884" y="5654560"/>
            <a:ext cx="248285" cy="249554"/>
            <a:chOff x="5421884" y="5654560"/>
            <a:chExt cx="248285" cy="249554"/>
          </a:xfrm>
        </p:grpSpPr>
        <p:pic>
          <p:nvPicPr>
            <p:cNvPr id="317" name="object 317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5421884" y="5654560"/>
              <a:ext cx="47028" cy="245465"/>
            </a:xfrm>
            <a:prstGeom prst="rect">
              <a:avLst/>
            </a:prstGeom>
          </p:spPr>
        </p:pic>
        <p:pic>
          <p:nvPicPr>
            <p:cNvPr id="318" name="object 318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5503456" y="5718263"/>
              <a:ext cx="166090" cy="185737"/>
            </a:xfrm>
            <a:prstGeom prst="rect">
              <a:avLst/>
            </a:prstGeom>
          </p:spPr>
        </p:pic>
      </p:grpSp>
      <p:pic>
        <p:nvPicPr>
          <p:cNvPr id="320" name="object 320"/>
          <p:cNvPicPr/>
          <p:nvPr/>
        </p:nvPicPr>
        <p:blipFill>
          <a:blip r:embed="rId216" cstate="print"/>
          <a:stretch>
            <a:fillRect/>
          </a:stretch>
        </p:blipFill>
        <p:spPr>
          <a:xfrm>
            <a:off x="5691378" y="5718263"/>
            <a:ext cx="166090" cy="185737"/>
          </a:xfrm>
          <a:prstGeom prst="rect">
            <a:avLst/>
          </a:prstGeom>
        </p:spPr>
      </p:pic>
      <p:pic>
        <p:nvPicPr>
          <p:cNvPr id="319" name="object 319"/>
          <p:cNvPicPr/>
          <p:nvPr/>
        </p:nvPicPr>
        <p:blipFill>
          <a:blip r:embed="rId215" cstate="print"/>
          <a:stretch>
            <a:fillRect/>
          </a:stretch>
        </p:blipFill>
        <p:spPr>
          <a:xfrm>
            <a:off x="5993815" y="5654560"/>
            <a:ext cx="195668" cy="249631"/>
          </a:xfrm>
          <a:prstGeom prst="rect">
            <a:avLst/>
          </a:prstGeom>
        </p:spPr>
      </p:pic>
      <p:pic>
        <p:nvPicPr>
          <p:cNvPr id="321" name="object 321"/>
          <p:cNvPicPr/>
          <p:nvPr/>
        </p:nvPicPr>
        <p:blipFill>
          <a:blip r:embed="rId217" cstate="print"/>
          <a:stretch>
            <a:fillRect/>
          </a:stretch>
        </p:blipFill>
        <p:spPr>
          <a:xfrm>
            <a:off x="6224981" y="5718263"/>
            <a:ext cx="166090" cy="185737"/>
          </a:xfrm>
          <a:prstGeom prst="rect">
            <a:avLst/>
          </a:prstGeom>
        </p:spPr>
      </p:pic>
      <p:grpSp>
        <p:nvGrpSpPr>
          <p:cNvPr id="322" name="object 322"/>
          <p:cNvGrpSpPr/>
          <p:nvPr/>
        </p:nvGrpSpPr>
        <p:grpSpPr>
          <a:xfrm>
            <a:off x="6418465" y="5654560"/>
            <a:ext cx="367665" cy="249554"/>
            <a:chOff x="6418465" y="5654560"/>
            <a:chExt cx="367665" cy="249554"/>
          </a:xfrm>
        </p:grpSpPr>
        <p:pic>
          <p:nvPicPr>
            <p:cNvPr id="323" name="object 323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6612421" y="5654560"/>
              <a:ext cx="173556" cy="249440"/>
            </a:xfrm>
            <a:prstGeom prst="rect">
              <a:avLst/>
            </a:prstGeom>
          </p:spPr>
        </p:pic>
        <p:pic>
          <p:nvPicPr>
            <p:cNvPr id="324" name="object 324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6418465" y="5718263"/>
              <a:ext cx="166090" cy="185737"/>
            </a:xfrm>
            <a:prstGeom prst="rect">
              <a:avLst/>
            </a:prstGeom>
          </p:spPr>
        </p:pic>
      </p:grpSp>
      <p:pic>
        <p:nvPicPr>
          <p:cNvPr id="325" name="object 3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45396" y="6199403"/>
            <a:ext cx="78581" cy="78574"/>
          </a:xfrm>
          <a:prstGeom prst="rect">
            <a:avLst/>
          </a:prstGeom>
        </p:spPr>
      </p:pic>
      <p:grpSp>
        <p:nvGrpSpPr>
          <p:cNvPr id="326" name="object 326"/>
          <p:cNvGrpSpPr/>
          <p:nvPr/>
        </p:nvGrpSpPr>
        <p:grpSpPr>
          <a:xfrm>
            <a:off x="3120828" y="6122809"/>
            <a:ext cx="1235710" cy="231140"/>
            <a:chOff x="3120828" y="6122809"/>
            <a:chExt cx="1235710" cy="231140"/>
          </a:xfrm>
        </p:grpSpPr>
        <p:pic>
          <p:nvPicPr>
            <p:cNvPr id="327" name="object 327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3120828" y="6122809"/>
              <a:ext cx="219670" cy="227202"/>
            </a:xfrm>
            <a:prstGeom prst="rect">
              <a:avLst/>
            </a:prstGeom>
          </p:spPr>
        </p:pic>
        <p:pic>
          <p:nvPicPr>
            <p:cNvPr id="328" name="object 328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3374194" y="6181737"/>
              <a:ext cx="154583" cy="172046"/>
            </a:xfrm>
            <a:prstGeom prst="rect">
              <a:avLst/>
            </a:prstGeom>
          </p:spPr>
        </p:pic>
        <p:pic>
          <p:nvPicPr>
            <p:cNvPr id="329" name="object 329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3552556" y="6181737"/>
              <a:ext cx="155376" cy="172046"/>
            </a:xfrm>
            <a:prstGeom prst="rect">
              <a:avLst/>
            </a:prstGeom>
          </p:spPr>
        </p:pic>
        <p:pic>
          <p:nvPicPr>
            <p:cNvPr id="330" name="object 330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3738659" y="6122809"/>
              <a:ext cx="150017" cy="227202"/>
            </a:xfrm>
            <a:prstGeom prst="rect">
              <a:avLst/>
            </a:prstGeom>
          </p:spPr>
        </p:pic>
        <p:sp>
          <p:nvSpPr>
            <p:cNvPr id="331" name="object 331"/>
            <p:cNvSpPr/>
            <p:nvPr/>
          </p:nvSpPr>
          <p:spPr>
            <a:xfrm>
              <a:off x="3932796" y="612280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2" name="object 332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4020616" y="6181737"/>
              <a:ext cx="150215" cy="168275"/>
            </a:xfrm>
            <a:prstGeom prst="rect">
              <a:avLst/>
            </a:prstGeom>
          </p:spPr>
        </p:pic>
        <p:pic>
          <p:nvPicPr>
            <p:cNvPr id="333" name="object 333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4202252" y="6181737"/>
              <a:ext cx="153784" cy="172046"/>
            </a:xfrm>
            <a:prstGeom prst="rect">
              <a:avLst/>
            </a:prstGeom>
          </p:spPr>
        </p:pic>
      </p:grpSp>
      <p:grpSp>
        <p:nvGrpSpPr>
          <p:cNvPr id="334" name="object 334"/>
          <p:cNvGrpSpPr/>
          <p:nvPr/>
        </p:nvGrpSpPr>
        <p:grpSpPr>
          <a:xfrm>
            <a:off x="4481321" y="6122809"/>
            <a:ext cx="1296035" cy="294640"/>
            <a:chOff x="4481321" y="6122809"/>
            <a:chExt cx="1296035" cy="294640"/>
          </a:xfrm>
        </p:grpSpPr>
        <p:sp>
          <p:nvSpPr>
            <p:cNvPr id="335" name="object 335"/>
            <p:cNvSpPr/>
            <p:nvPr/>
          </p:nvSpPr>
          <p:spPr>
            <a:xfrm>
              <a:off x="4481322" y="6124574"/>
              <a:ext cx="160020" cy="226060"/>
            </a:xfrm>
            <a:custGeom>
              <a:avLst/>
              <a:gdLst/>
              <a:ahLst/>
              <a:cxnLst/>
              <a:rect l="l" t="t" r="r" b="b"/>
              <a:pathLst>
                <a:path w="160020" h="226060">
                  <a:moveTo>
                    <a:pt x="159943" y="186690"/>
                  </a:moveTo>
                  <a:lnTo>
                    <a:pt x="45834" y="186690"/>
                  </a:lnTo>
                  <a:lnTo>
                    <a:pt x="45834" y="0"/>
                  </a:lnTo>
                  <a:lnTo>
                    <a:pt x="0" y="0"/>
                  </a:lnTo>
                  <a:lnTo>
                    <a:pt x="0" y="186690"/>
                  </a:lnTo>
                  <a:lnTo>
                    <a:pt x="0" y="226060"/>
                  </a:lnTo>
                  <a:lnTo>
                    <a:pt x="159943" y="226060"/>
                  </a:lnTo>
                  <a:lnTo>
                    <a:pt x="159943" y="18669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6" name="object 336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4660976" y="6181737"/>
              <a:ext cx="153784" cy="172046"/>
            </a:xfrm>
            <a:prstGeom prst="rect">
              <a:avLst/>
            </a:prstGeom>
          </p:spPr>
        </p:pic>
        <p:pic>
          <p:nvPicPr>
            <p:cNvPr id="337" name="object 337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4838737" y="6181737"/>
              <a:ext cx="154584" cy="172046"/>
            </a:xfrm>
            <a:prstGeom prst="rect">
              <a:avLst/>
            </a:prstGeom>
          </p:spPr>
        </p:pic>
        <p:pic>
          <p:nvPicPr>
            <p:cNvPr id="338" name="object 338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5024843" y="6181737"/>
              <a:ext cx="275361" cy="168275"/>
            </a:xfrm>
            <a:prstGeom prst="rect">
              <a:avLst/>
            </a:prstGeom>
          </p:spPr>
        </p:pic>
        <p:sp>
          <p:nvSpPr>
            <p:cNvPr id="339" name="object 339"/>
            <p:cNvSpPr/>
            <p:nvPr/>
          </p:nvSpPr>
          <p:spPr>
            <a:xfrm>
              <a:off x="5344325" y="612280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0" name="object 340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5432132" y="6181737"/>
              <a:ext cx="150228" cy="168275"/>
            </a:xfrm>
            <a:prstGeom prst="rect">
              <a:avLst/>
            </a:prstGeom>
          </p:spPr>
        </p:pic>
        <p:pic>
          <p:nvPicPr>
            <p:cNvPr id="341" name="object 341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5616752" y="6181737"/>
              <a:ext cx="160540" cy="235153"/>
            </a:xfrm>
            <a:prstGeom prst="rect">
              <a:avLst/>
            </a:prstGeom>
          </p:spPr>
        </p:pic>
      </p:grpSp>
      <p:grpSp>
        <p:nvGrpSpPr>
          <p:cNvPr id="342" name="object 342"/>
          <p:cNvGrpSpPr/>
          <p:nvPr/>
        </p:nvGrpSpPr>
        <p:grpSpPr>
          <a:xfrm>
            <a:off x="5885802" y="6122809"/>
            <a:ext cx="1660525" cy="294640"/>
            <a:chOff x="5885802" y="6122809"/>
            <a:chExt cx="1660525" cy="294640"/>
          </a:xfrm>
        </p:grpSpPr>
        <p:pic>
          <p:nvPicPr>
            <p:cNvPr id="343" name="object 343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5885802" y="6122809"/>
              <a:ext cx="228003" cy="227202"/>
            </a:xfrm>
            <a:prstGeom prst="rect">
              <a:avLst/>
            </a:prstGeom>
          </p:spPr>
        </p:pic>
        <p:sp>
          <p:nvSpPr>
            <p:cNvPr id="344" name="object 344"/>
            <p:cNvSpPr/>
            <p:nvPr/>
          </p:nvSpPr>
          <p:spPr>
            <a:xfrm>
              <a:off x="6137910" y="612280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5" name="object 345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6216396" y="6181737"/>
              <a:ext cx="160540" cy="235153"/>
            </a:xfrm>
            <a:prstGeom prst="rect">
              <a:avLst/>
            </a:prstGeom>
          </p:spPr>
        </p:pic>
        <p:pic>
          <p:nvPicPr>
            <p:cNvPr id="346" name="object 346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6409944" y="6181737"/>
              <a:ext cx="169862" cy="172046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6612013" y="6122809"/>
              <a:ext cx="168998" cy="227202"/>
            </a:xfrm>
            <a:prstGeom prst="rect">
              <a:avLst/>
            </a:prstGeom>
          </p:spPr>
        </p:pic>
        <p:pic>
          <p:nvPicPr>
            <p:cNvPr id="348" name="object 348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6807708" y="6127165"/>
              <a:ext cx="97040" cy="226618"/>
            </a:xfrm>
            <a:prstGeom prst="rect">
              <a:avLst/>
            </a:prstGeom>
          </p:spPr>
        </p:pic>
        <p:pic>
          <p:nvPicPr>
            <p:cNvPr id="349" name="object 349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6931304" y="6122809"/>
              <a:ext cx="150012" cy="227202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7122071" y="6181737"/>
              <a:ext cx="242290" cy="168275"/>
            </a:xfrm>
            <a:prstGeom prst="rect">
              <a:avLst/>
            </a:prstGeom>
          </p:spPr>
        </p:pic>
        <p:pic>
          <p:nvPicPr>
            <p:cNvPr id="351" name="object 35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392466" y="6181737"/>
              <a:ext cx="153784" cy="172046"/>
            </a:xfrm>
            <a:prstGeom prst="rect">
              <a:avLst/>
            </a:prstGeom>
          </p:spPr>
        </p:pic>
      </p:grpSp>
      <p:sp>
        <p:nvSpPr>
          <p:cNvPr id="352" name="object 352"/>
          <p:cNvSpPr/>
          <p:nvPr/>
        </p:nvSpPr>
        <p:spPr>
          <a:xfrm>
            <a:off x="7680871" y="618531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43649" y="0"/>
                </a:moveTo>
                <a:lnTo>
                  <a:pt x="0" y="0"/>
                </a:lnTo>
                <a:lnTo>
                  <a:pt x="0" y="43649"/>
                </a:lnTo>
                <a:lnTo>
                  <a:pt x="43649" y="43649"/>
                </a:lnTo>
                <a:lnTo>
                  <a:pt x="4364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4" name="object 354"/>
          <p:cNvSpPr/>
          <p:nvPr/>
        </p:nvSpPr>
        <p:spPr>
          <a:xfrm>
            <a:off x="7773301" y="6245834"/>
            <a:ext cx="85725" cy="43815"/>
          </a:xfrm>
          <a:custGeom>
            <a:avLst/>
            <a:gdLst/>
            <a:ahLst/>
            <a:cxnLst/>
            <a:rect l="l" t="t" r="r" b="b"/>
            <a:pathLst>
              <a:path w="85725" h="43814">
                <a:moveTo>
                  <a:pt x="85521" y="0"/>
                </a:moveTo>
                <a:lnTo>
                  <a:pt x="0" y="0"/>
                </a:lnTo>
                <a:lnTo>
                  <a:pt x="0" y="43662"/>
                </a:lnTo>
                <a:lnTo>
                  <a:pt x="85521" y="43662"/>
                </a:lnTo>
                <a:lnTo>
                  <a:pt x="85521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3" name="object 353"/>
          <p:cNvSpPr/>
          <p:nvPr/>
        </p:nvSpPr>
        <p:spPr>
          <a:xfrm>
            <a:off x="7680871" y="6306362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43649" y="0"/>
                </a:moveTo>
                <a:lnTo>
                  <a:pt x="0" y="0"/>
                </a:lnTo>
                <a:lnTo>
                  <a:pt x="0" y="43649"/>
                </a:lnTo>
                <a:lnTo>
                  <a:pt x="43649" y="43649"/>
                </a:lnTo>
                <a:lnTo>
                  <a:pt x="4364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5" name="object 355"/>
          <p:cNvSpPr/>
          <p:nvPr/>
        </p:nvSpPr>
        <p:spPr>
          <a:xfrm>
            <a:off x="3795913" y="6617182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6" name="object 356"/>
          <p:cNvGrpSpPr/>
          <p:nvPr/>
        </p:nvGrpSpPr>
        <p:grpSpPr>
          <a:xfrm>
            <a:off x="4289933" y="6567182"/>
            <a:ext cx="739775" cy="231140"/>
            <a:chOff x="4289933" y="6567182"/>
            <a:chExt cx="739775" cy="231140"/>
          </a:xfrm>
        </p:grpSpPr>
        <p:sp>
          <p:nvSpPr>
            <p:cNvPr id="357" name="object 357"/>
            <p:cNvSpPr/>
            <p:nvPr/>
          </p:nvSpPr>
          <p:spPr>
            <a:xfrm>
              <a:off x="4289933" y="6567182"/>
              <a:ext cx="309245" cy="227329"/>
            </a:xfrm>
            <a:custGeom>
              <a:avLst/>
              <a:gdLst/>
              <a:ahLst/>
              <a:cxnLst/>
              <a:rect l="l" t="t" r="r" b="b"/>
              <a:pathLst>
                <a:path w="309245" h="227329">
                  <a:moveTo>
                    <a:pt x="204787" y="227203"/>
                  </a:moveTo>
                  <a:lnTo>
                    <a:pt x="114693" y="88493"/>
                  </a:lnTo>
                  <a:lnTo>
                    <a:pt x="200215" y="0"/>
                  </a:lnTo>
                  <a:lnTo>
                    <a:pt x="138506" y="0"/>
                  </a:lnTo>
                  <a:lnTo>
                    <a:pt x="45834" y="100799"/>
                  </a:lnTo>
                  <a:lnTo>
                    <a:pt x="45834" y="0"/>
                  </a:lnTo>
                  <a:lnTo>
                    <a:pt x="0" y="0"/>
                  </a:lnTo>
                  <a:lnTo>
                    <a:pt x="0" y="227203"/>
                  </a:lnTo>
                  <a:lnTo>
                    <a:pt x="45834" y="227203"/>
                  </a:lnTo>
                  <a:lnTo>
                    <a:pt x="45834" y="158546"/>
                  </a:lnTo>
                  <a:lnTo>
                    <a:pt x="82943" y="120446"/>
                  </a:lnTo>
                  <a:lnTo>
                    <a:pt x="145453" y="227203"/>
                  </a:lnTo>
                  <a:lnTo>
                    <a:pt x="204787" y="227203"/>
                  </a:lnTo>
                  <a:close/>
                </a:path>
                <a:path w="309245" h="227329">
                  <a:moveTo>
                    <a:pt x="308851" y="123024"/>
                  </a:moveTo>
                  <a:lnTo>
                    <a:pt x="223329" y="123024"/>
                  </a:lnTo>
                  <a:lnTo>
                    <a:pt x="223329" y="166687"/>
                  </a:lnTo>
                  <a:lnTo>
                    <a:pt x="308851" y="166687"/>
                  </a:lnTo>
                  <a:lnTo>
                    <a:pt x="308851" y="123024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8" name="object 358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4623549" y="6567182"/>
              <a:ext cx="219671" cy="227202"/>
            </a:xfrm>
            <a:prstGeom prst="rect">
              <a:avLst/>
            </a:prstGeom>
          </p:spPr>
        </p:pic>
        <p:pic>
          <p:nvPicPr>
            <p:cNvPr id="359" name="object 359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4875733" y="6626110"/>
              <a:ext cx="153784" cy="172046"/>
            </a:xfrm>
            <a:prstGeom prst="rect">
              <a:avLst/>
            </a:prstGeom>
          </p:spPr>
        </p:pic>
      </p:grpSp>
      <p:grpSp>
        <p:nvGrpSpPr>
          <p:cNvPr id="360" name="object 360"/>
          <p:cNvGrpSpPr/>
          <p:nvPr/>
        </p:nvGrpSpPr>
        <p:grpSpPr>
          <a:xfrm>
            <a:off x="5053495" y="6626111"/>
            <a:ext cx="520700" cy="172085"/>
            <a:chOff x="5053495" y="6626111"/>
            <a:chExt cx="520700" cy="172085"/>
          </a:xfrm>
        </p:grpSpPr>
        <p:pic>
          <p:nvPicPr>
            <p:cNvPr id="361" name="object 361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5241188" y="6626111"/>
              <a:ext cx="150215" cy="168275"/>
            </a:xfrm>
            <a:prstGeom prst="rect">
              <a:avLst/>
            </a:prstGeom>
          </p:spPr>
        </p:pic>
        <p:pic>
          <p:nvPicPr>
            <p:cNvPr id="362" name="object 362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5053495" y="6626111"/>
              <a:ext cx="154584" cy="172046"/>
            </a:xfrm>
            <a:prstGeom prst="rect">
              <a:avLst/>
            </a:prstGeom>
          </p:spPr>
        </p:pic>
        <p:pic>
          <p:nvPicPr>
            <p:cNvPr id="363" name="object 363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5420245" y="6626111"/>
              <a:ext cx="153784" cy="172046"/>
            </a:xfrm>
            <a:prstGeom prst="rect">
              <a:avLst/>
            </a:prstGeom>
          </p:spPr>
        </p:pic>
      </p:grpSp>
      <p:grpSp>
        <p:nvGrpSpPr>
          <p:cNvPr id="364" name="object 364"/>
          <p:cNvGrpSpPr/>
          <p:nvPr/>
        </p:nvGrpSpPr>
        <p:grpSpPr>
          <a:xfrm>
            <a:off x="5692571" y="6563207"/>
            <a:ext cx="3051175" cy="298450"/>
            <a:chOff x="5692571" y="6563207"/>
            <a:chExt cx="3051175" cy="298450"/>
          </a:xfrm>
        </p:grpSpPr>
        <p:pic>
          <p:nvPicPr>
            <p:cNvPr id="365" name="object 365"/>
            <p:cNvPicPr/>
            <p:nvPr/>
          </p:nvPicPr>
          <p:blipFill>
            <a:blip r:embed="rId241" cstate="print"/>
            <a:stretch>
              <a:fillRect/>
            </a:stretch>
          </p:blipFill>
          <p:spPr>
            <a:xfrm>
              <a:off x="5692571" y="6563207"/>
              <a:ext cx="197840" cy="235153"/>
            </a:xfrm>
            <a:prstGeom prst="rect">
              <a:avLst/>
            </a:prstGeom>
          </p:spPr>
        </p:pic>
        <p:sp>
          <p:nvSpPr>
            <p:cNvPr id="366" name="object 366"/>
            <p:cNvSpPr/>
            <p:nvPr/>
          </p:nvSpPr>
          <p:spPr>
            <a:xfrm>
              <a:off x="5929592" y="656718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7" name="object 367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6016815" y="6629692"/>
              <a:ext cx="149821" cy="168465"/>
            </a:xfrm>
            <a:prstGeom prst="rect">
              <a:avLst/>
            </a:prstGeom>
          </p:spPr>
        </p:pic>
        <p:pic>
          <p:nvPicPr>
            <p:cNvPr id="368" name="object 368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6196469" y="6626111"/>
              <a:ext cx="153784" cy="172046"/>
            </a:xfrm>
            <a:prstGeom prst="rect">
              <a:avLst/>
            </a:prstGeom>
          </p:spPr>
        </p:pic>
        <p:pic>
          <p:nvPicPr>
            <p:cNvPr id="369" name="object 369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6370269" y="6571539"/>
              <a:ext cx="264871" cy="226618"/>
            </a:xfrm>
            <a:prstGeom prst="rect">
              <a:avLst/>
            </a:prstGeom>
          </p:spPr>
        </p:pic>
        <p:sp>
          <p:nvSpPr>
            <p:cNvPr id="370" name="object 370"/>
            <p:cNvSpPr/>
            <p:nvPr/>
          </p:nvSpPr>
          <p:spPr>
            <a:xfrm>
              <a:off x="6668643" y="6626111"/>
              <a:ext cx="107314" cy="168275"/>
            </a:xfrm>
            <a:custGeom>
              <a:avLst/>
              <a:gdLst/>
              <a:ahLst/>
              <a:cxnLst/>
              <a:rect l="l" t="t" r="r" b="b"/>
              <a:pathLst>
                <a:path w="107315" h="168275">
                  <a:moveTo>
                    <a:pt x="77990" y="0"/>
                  </a:moveTo>
                  <a:lnTo>
                    <a:pt x="70980" y="0"/>
                  </a:lnTo>
                  <a:lnTo>
                    <a:pt x="64693" y="1790"/>
                  </a:lnTo>
                  <a:lnTo>
                    <a:pt x="40487" y="26987"/>
                  </a:lnTo>
                  <a:lnTo>
                    <a:pt x="40487" y="3581"/>
                  </a:lnTo>
                  <a:lnTo>
                    <a:pt x="0" y="3581"/>
                  </a:lnTo>
                  <a:lnTo>
                    <a:pt x="0" y="168275"/>
                  </a:lnTo>
                  <a:lnTo>
                    <a:pt x="43662" y="168275"/>
                  </a:lnTo>
                  <a:lnTo>
                    <a:pt x="43662" y="117475"/>
                  </a:lnTo>
                  <a:lnTo>
                    <a:pt x="43884" y="98253"/>
                  </a:lnTo>
                  <a:lnTo>
                    <a:pt x="49745" y="53454"/>
                  </a:lnTo>
                  <a:lnTo>
                    <a:pt x="66738" y="38900"/>
                  </a:lnTo>
                  <a:lnTo>
                    <a:pt x="79184" y="38900"/>
                  </a:lnTo>
                  <a:lnTo>
                    <a:pt x="85991" y="41275"/>
                  </a:lnTo>
                  <a:lnTo>
                    <a:pt x="93268" y="46037"/>
                  </a:lnTo>
                  <a:lnTo>
                    <a:pt x="106756" y="8140"/>
                  </a:lnTo>
                  <a:lnTo>
                    <a:pt x="99750" y="4580"/>
                  </a:lnTo>
                  <a:lnTo>
                    <a:pt x="92621" y="2036"/>
                  </a:lnTo>
                  <a:lnTo>
                    <a:pt x="85367" y="509"/>
                  </a:lnTo>
                  <a:lnTo>
                    <a:pt x="77990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1" name="object 371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6794182" y="6563207"/>
              <a:ext cx="1496872" cy="298056"/>
            </a:xfrm>
            <a:prstGeom prst="rect">
              <a:avLst/>
            </a:prstGeom>
          </p:spPr>
        </p:pic>
        <p:sp>
          <p:nvSpPr>
            <p:cNvPr id="372" name="object 372"/>
            <p:cNvSpPr/>
            <p:nvPr/>
          </p:nvSpPr>
          <p:spPr>
            <a:xfrm>
              <a:off x="8329117" y="656718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3" name="object 373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8405812" y="6626111"/>
              <a:ext cx="154584" cy="172046"/>
            </a:xfrm>
            <a:prstGeom prst="rect">
              <a:avLst/>
            </a:prstGeom>
          </p:spPr>
        </p:pic>
        <p:pic>
          <p:nvPicPr>
            <p:cNvPr id="374" name="object 374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8593505" y="6626111"/>
              <a:ext cx="150215" cy="168275"/>
            </a:xfrm>
            <a:prstGeom prst="rect">
              <a:avLst/>
            </a:prstGeom>
          </p:spPr>
        </p:pic>
      </p:grpSp>
      <p:pic>
        <p:nvPicPr>
          <p:cNvPr id="375" name="object 375"/>
          <p:cNvPicPr/>
          <p:nvPr/>
        </p:nvPicPr>
        <p:blipFill>
          <a:blip r:embed="rId248" cstate="print"/>
          <a:stretch>
            <a:fillRect/>
          </a:stretch>
        </p:blipFill>
        <p:spPr>
          <a:xfrm>
            <a:off x="8875661" y="6567182"/>
            <a:ext cx="219671" cy="227202"/>
          </a:xfrm>
          <a:prstGeom prst="rect">
            <a:avLst/>
          </a:prstGeom>
        </p:spPr>
      </p:pic>
      <p:grpSp>
        <p:nvGrpSpPr>
          <p:cNvPr id="376" name="object 376"/>
          <p:cNvGrpSpPr/>
          <p:nvPr/>
        </p:nvGrpSpPr>
        <p:grpSpPr>
          <a:xfrm>
            <a:off x="9140532" y="6567182"/>
            <a:ext cx="829310" cy="231140"/>
            <a:chOff x="9140532" y="6567182"/>
            <a:chExt cx="829310" cy="231140"/>
          </a:xfrm>
        </p:grpSpPr>
        <p:sp>
          <p:nvSpPr>
            <p:cNvPr id="377" name="object 377"/>
            <p:cNvSpPr/>
            <p:nvPr/>
          </p:nvSpPr>
          <p:spPr>
            <a:xfrm>
              <a:off x="9140533" y="656718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8" name="object 378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9207715" y="6571538"/>
              <a:ext cx="276580" cy="226618"/>
            </a:xfrm>
            <a:prstGeom prst="rect">
              <a:avLst/>
            </a:prstGeom>
          </p:spPr>
        </p:pic>
        <p:pic>
          <p:nvPicPr>
            <p:cNvPr id="379" name="object 379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9510051" y="6629692"/>
              <a:ext cx="149821" cy="168465"/>
            </a:xfrm>
            <a:prstGeom prst="rect">
              <a:avLst/>
            </a:prstGeom>
          </p:spPr>
        </p:pic>
        <p:pic>
          <p:nvPicPr>
            <p:cNvPr id="380" name="object 380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9703003" y="6626110"/>
              <a:ext cx="266636" cy="172046"/>
            </a:xfrm>
            <a:prstGeom prst="rect">
              <a:avLst/>
            </a:prstGeom>
          </p:spPr>
        </p:pic>
      </p:grpSp>
      <p:grpSp>
        <p:nvGrpSpPr>
          <p:cNvPr id="381" name="object 381"/>
          <p:cNvGrpSpPr/>
          <p:nvPr/>
        </p:nvGrpSpPr>
        <p:grpSpPr>
          <a:xfrm>
            <a:off x="10092931" y="6567182"/>
            <a:ext cx="873125" cy="231140"/>
            <a:chOff x="10092931" y="6567182"/>
            <a:chExt cx="873125" cy="231140"/>
          </a:xfrm>
        </p:grpSpPr>
        <p:pic>
          <p:nvPicPr>
            <p:cNvPr id="382" name="object 382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10347693" y="6626110"/>
              <a:ext cx="169862" cy="172046"/>
            </a:xfrm>
            <a:prstGeom prst="rect">
              <a:avLst/>
            </a:prstGeom>
          </p:spPr>
        </p:pic>
        <p:pic>
          <p:nvPicPr>
            <p:cNvPr id="383" name="object 383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10092931" y="6567182"/>
              <a:ext cx="219671" cy="227202"/>
            </a:xfrm>
            <a:prstGeom prst="rect">
              <a:avLst/>
            </a:prstGeom>
          </p:spPr>
        </p:pic>
        <p:pic>
          <p:nvPicPr>
            <p:cNvPr id="384" name="object 384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10542106" y="6567182"/>
              <a:ext cx="160653" cy="230974"/>
            </a:xfrm>
            <a:prstGeom prst="rect">
              <a:avLst/>
            </a:prstGeom>
          </p:spPr>
        </p:pic>
        <p:pic>
          <p:nvPicPr>
            <p:cNvPr id="385" name="object 385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10732985" y="6626110"/>
              <a:ext cx="153797" cy="172046"/>
            </a:xfrm>
            <a:prstGeom prst="rect">
              <a:avLst/>
            </a:prstGeom>
          </p:spPr>
        </p:pic>
        <p:sp>
          <p:nvSpPr>
            <p:cNvPr id="386" name="object 386"/>
            <p:cNvSpPr/>
            <p:nvPr/>
          </p:nvSpPr>
          <p:spPr>
            <a:xfrm>
              <a:off x="10922266" y="656718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7" name="object 387"/>
          <p:cNvGrpSpPr/>
          <p:nvPr/>
        </p:nvGrpSpPr>
        <p:grpSpPr>
          <a:xfrm>
            <a:off x="11180750" y="6563207"/>
            <a:ext cx="367665" cy="298450"/>
            <a:chOff x="11180750" y="6563207"/>
            <a:chExt cx="367665" cy="298450"/>
          </a:xfrm>
        </p:grpSpPr>
        <p:sp>
          <p:nvSpPr>
            <p:cNvPr id="388" name="object 388"/>
            <p:cNvSpPr/>
            <p:nvPr/>
          </p:nvSpPr>
          <p:spPr>
            <a:xfrm>
              <a:off x="11180750" y="6563207"/>
              <a:ext cx="79375" cy="298450"/>
            </a:xfrm>
            <a:custGeom>
              <a:avLst/>
              <a:gdLst/>
              <a:ahLst/>
              <a:cxnLst/>
              <a:rect l="l" t="t" r="r" b="b"/>
              <a:pathLst>
                <a:path w="79375" h="298450">
                  <a:moveTo>
                    <a:pt x="78778" y="0"/>
                  </a:moveTo>
                  <a:lnTo>
                    <a:pt x="49009" y="0"/>
                  </a:lnTo>
                  <a:lnTo>
                    <a:pt x="39236" y="15021"/>
                  </a:lnTo>
                  <a:lnTo>
                    <a:pt x="15278" y="64096"/>
                  </a:lnTo>
                  <a:lnTo>
                    <a:pt x="3819" y="105225"/>
                  </a:lnTo>
                  <a:lnTo>
                    <a:pt x="0" y="148831"/>
                  </a:lnTo>
                  <a:lnTo>
                    <a:pt x="769" y="167050"/>
                  </a:lnTo>
                  <a:lnTo>
                    <a:pt x="12306" y="223647"/>
                  </a:lnTo>
                  <a:lnTo>
                    <a:pt x="27584" y="261494"/>
                  </a:lnTo>
                  <a:lnTo>
                    <a:pt x="48425" y="298056"/>
                  </a:lnTo>
                  <a:lnTo>
                    <a:pt x="78384" y="298056"/>
                  </a:lnTo>
                  <a:lnTo>
                    <a:pt x="72057" y="284128"/>
                  </a:lnTo>
                  <a:lnTo>
                    <a:pt x="66773" y="271911"/>
                  </a:lnTo>
                  <a:lnTo>
                    <a:pt x="51892" y="227953"/>
                  </a:lnTo>
                  <a:lnTo>
                    <a:pt x="44240" y="188699"/>
                  </a:lnTo>
                  <a:lnTo>
                    <a:pt x="41668" y="149821"/>
                  </a:lnTo>
                  <a:lnTo>
                    <a:pt x="42165" y="131617"/>
                  </a:lnTo>
                  <a:lnTo>
                    <a:pt x="49606" y="79971"/>
                  </a:lnTo>
                  <a:lnTo>
                    <a:pt x="60872" y="43510"/>
                  </a:lnTo>
                  <a:lnTo>
                    <a:pt x="68996" y="22636"/>
                  </a:lnTo>
                  <a:lnTo>
                    <a:pt x="7877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9" name="object 389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11277346" y="6626111"/>
              <a:ext cx="153796" cy="172046"/>
            </a:xfrm>
            <a:prstGeom prst="rect">
              <a:avLst/>
            </a:prstGeom>
          </p:spPr>
        </p:pic>
        <p:pic>
          <p:nvPicPr>
            <p:cNvPr id="390" name="object 390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1451145" y="6571539"/>
              <a:ext cx="97040" cy="226618"/>
            </a:xfrm>
            <a:prstGeom prst="rect">
              <a:avLst/>
            </a:prstGeom>
          </p:spPr>
        </p:pic>
      </p:grpSp>
      <p:grpSp>
        <p:nvGrpSpPr>
          <p:cNvPr id="391" name="object 391"/>
          <p:cNvGrpSpPr/>
          <p:nvPr/>
        </p:nvGrpSpPr>
        <p:grpSpPr>
          <a:xfrm>
            <a:off x="11573941" y="6567182"/>
            <a:ext cx="530225" cy="231140"/>
            <a:chOff x="11573941" y="6567182"/>
            <a:chExt cx="530225" cy="231140"/>
          </a:xfrm>
        </p:grpSpPr>
        <p:pic>
          <p:nvPicPr>
            <p:cNvPr id="392" name="object 392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11759223" y="6567182"/>
              <a:ext cx="160665" cy="230974"/>
            </a:xfrm>
            <a:prstGeom prst="rect">
              <a:avLst/>
            </a:prstGeom>
          </p:spPr>
        </p:pic>
        <p:pic>
          <p:nvPicPr>
            <p:cNvPr id="393" name="object 393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11573941" y="6629692"/>
              <a:ext cx="149821" cy="168465"/>
            </a:xfrm>
            <a:prstGeom prst="rect">
              <a:avLst/>
            </a:prstGeom>
          </p:spPr>
        </p:pic>
        <p:pic>
          <p:nvPicPr>
            <p:cNvPr id="394" name="object 394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11950115" y="6626110"/>
              <a:ext cx="153784" cy="172046"/>
            </a:xfrm>
            <a:prstGeom prst="rect">
              <a:avLst/>
            </a:prstGeom>
          </p:spPr>
        </p:pic>
      </p:grpSp>
      <p:grpSp>
        <p:nvGrpSpPr>
          <p:cNvPr id="395" name="object 395"/>
          <p:cNvGrpSpPr/>
          <p:nvPr/>
        </p:nvGrpSpPr>
        <p:grpSpPr>
          <a:xfrm>
            <a:off x="12138990" y="6571538"/>
            <a:ext cx="273685" cy="226695"/>
            <a:chOff x="12138990" y="6571538"/>
            <a:chExt cx="273685" cy="226695"/>
          </a:xfrm>
        </p:grpSpPr>
        <p:pic>
          <p:nvPicPr>
            <p:cNvPr id="396" name="object 396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12315266" y="6571538"/>
              <a:ext cx="97040" cy="226618"/>
            </a:xfrm>
            <a:prstGeom prst="rect">
              <a:avLst/>
            </a:prstGeom>
          </p:spPr>
        </p:pic>
        <p:pic>
          <p:nvPicPr>
            <p:cNvPr id="397" name="object 397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12138990" y="6626110"/>
              <a:ext cx="150215" cy="168275"/>
            </a:xfrm>
            <a:prstGeom prst="rect">
              <a:avLst/>
            </a:prstGeom>
          </p:spPr>
        </p:pic>
      </p:grpSp>
      <p:grpSp>
        <p:nvGrpSpPr>
          <p:cNvPr id="398" name="object 398"/>
          <p:cNvGrpSpPr/>
          <p:nvPr/>
        </p:nvGrpSpPr>
        <p:grpSpPr>
          <a:xfrm>
            <a:off x="12517551" y="6626111"/>
            <a:ext cx="487045" cy="235585"/>
            <a:chOff x="12517551" y="6626111"/>
            <a:chExt cx="487045" cy="235585"/>
          </a:xfrm>
        </p:grpSpPr>
        <p:pic>
          <p:nvPicPr>
            <p:cNvPr id="399" name="object 399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12517551" y="6626111"/>
              <a:ext cx="160527" cy="235153"/>
            </a:xfrm>
            <a:prstGeom prst="rect">
              <a:avLst/>
            </a:prstGeom>
          </p:spPr>
        </p:pic>
        <p:pic>
          <p:nvPicPr>
            <p:cNvPr id="400" name="object 400"/>
            <p:cNvPicPr/>
            <p:nvPr/>
          </p:nvPicPr>
          <p:blipFill>
            <a:blip r:embed="rId261" cstate="print"/>
            <a:stretch>
              <a:fillRect/>
            </a:stretch>
          </p:blipFill>
          <p:spPr>
            <a:xfrm>
              <a:off x="12719227" y="6626111"/>
              <a:ext cx="285280" cy="172046"/>
            </a:xfrm>
            <a:prstGeom prst="rect">
              <a:avLst/>
            </a:prstGeom>
          </p:spPr>
        </p:pic>
      </p:grpSp>
      <p:grpSp>
        <p:nvGrpSpPr>
          <p:cNvPr id="401" name="object 401"/>
          <p:cNvGrpSpPr/>
          <p:nvPr/>
        </p:nvGrpSpPr>
        <p:grpSpPr>
          <a:xfrm>
            <a:off x="13037718" y="6563207"/>
            <a:ext cx="931544" cy="298450"/>
            <a:chOff x="13037718" y="6563207"/>
            <a:chExt cx="931544" cy="298450"/>
          </a:xfrm>
        </p:grpSpPr>
        <p:pic>
          <p:nvPicPr>
            <p:cNvPr id="402" name="object 402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13231457" y="6626111"/>
              <a:ext cx="160502" cy="230987"/>
            </a:xfrm>
            <a:prstGeom prst="rect">
              <a:avLst/>
            </a:prstGeom>
          </p:spPr>
        </p:pic>
        <p:pic>
          <p:nvPicPr>
            <p:cNvPr id="403" name="object 403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13037718" y="6629692"/>
              <a:ext cx="149809" cy="168465"/>
            </a:xfrm>
            <a:prstGeom prst="rect">
              <a:avLst/>
            </a:prstGeom>
          </p:spPr>
        </p:pic>
        <p:sp>
          <p:nvSpPr>
            <p:cNvPr id="404" name="object 404"/>
            <p:cNvSpPr/>
            <p:nvPr/>
          </p:nvSpPr>
          <p:spPr>
            <a:xfrm>
              <a:off x="13426580" y="656718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5" name="object 405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3514400" y="6626111"/>
              <a:ext cx="150215" cy="168275"/>
            </a:xfrm>
            <a:prstGeom prst="rect">
              <a:avLst/>
            </a:prstGeom>
          </p:spPr>
        </p:pic>
        <p:pic>
          <p:nvPicPr>
            <p:cNvPr id="406" name="object 406"/>
            <p:cNvPicPr/>
            <p:nvPr/>
          </p:nvPicPr>
          <p:blipFill>
            <a:blip r:embed="rId264" cstate="print"/>
            <a:stretch>
              <a:fillRect/>
            </a:stretch>
          </p:blipFill>
          <p:spPr>
            <a:xfrm>
              <a:off x="13699007" y="6626111"/>
              <a:ext cx="160540" cy="235153"/>
            </a:xfrm>
            <a:prstGeom prst="rect">
              <a:avLst/>
            </a:prstGeom>
          </p:spPr>
        </p:pic>
        <p:sp>
          <p:nvSpPr>
            <p:cNvPr id="407" name="object 407"/>
            <p:cNvSpPr/>
            <p:nvPr/>
          </p:nvSpPr>
          <p:spPr>
            <a:xfrm>
              <a:off x="13890168" y="6563207"/>
              <a:ext cx="79375" cy="298450"/>
            </a:xfrm>
            <a:custGeom>
              <a:avLst/>
              <a:gdLst/>
              <a:ahLst/>
              <a:cxnLst/>
              <a:rect l="l" t="t" r="r" b="b"/>
              <a:pathLst>
                <a:path w="79375" h="298450">
                  <a:moveTo>
                    <a:pt x="29768" y="0"/>
                  </a:moveTo>
                  <a:lnTo>
                    <a:pt x="0" y="0"/>
                  </a:lnTo>
                  <a:lnTo>
                    <a:pt x="9789" y="22636"/>
                  </a:lnTo>
                  <a:lnTo>
                    <a:pt x="17914" y="43510"/>
                  </a:lnTo>
                  <a:lnTo>
                    <a:pt x="29171" y="79971"/>
                  </a:lnTo>
                  <a:lnTo>
                    <a:pt x="36613" y="131617"/>
                  </a:lnTo>
                  <a:lnTo>
                    <a:pt x="37109" y="149821"/>
                  </a:lnTo>
                  <a:lnTo>
                    <a:pt x="36973" y="158801"/>
                  </a:lnTo>
                  <a:lnTo>
                    <a:pt x="30317" y="212156"/>
                  </a:lnTo>
                  <a:lnTo>
                    <a:pt x="15401" y="263821"/>
                  </a:lnTo>
                  <a:lnTo>
                    <a:pt x="406" y="298056"/>
                  </a:lnTo>
                  <a:lnTo>
                    <a:pt x="30365" y="298056"/>
                  </a:lnTo>
                  <a:lnTo>
                    <a:pt x="53332" y="257278"/>
                  </a:lnTo>
                  <a:lnTo>
                    <a:pt x="68668" y="215900"/>
                  </a:lnTo>
                  <a:lnTo>
                    <a:pt x="78336" y="162993"/>
                  </a:lnTo>
                  <a:lnTo>
                    <a:pt x="78981" y="146443"/>
                  </a:lnTo>
                  <a:lnTo>
                    <a:pt x="78176" y="127360"/>
                  </a:lnTo>
                  <a:lnTo>
                    <a:pt x="71732" y="89559"/>
                  </a:lnTo>
                  <a:lnTo>
                    <a:pt x="58977" y="52352"/>
                  </a:lnTo>
                  <a:lnTo>
                    <a:pt x="40817" y="16930"/>
                  </a:lnTo>
                  <a:lnTo>
                    <a:pt x="297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sp>
        <p:nvSpPr>
          <p:cNvPr id="408" name="object 408"/>
          <p:cNvSpPr/>
          <p:nvPr/>
        </p:nvSpPr>
        <p:spPr>
          <a:xfrm>
            <a:off x="3795913" y="7061555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9" name="object 409"/>
          <p:cNvGrpSpPr/>
          <p:nvPr/>
        </p:nvGrpSpPr>
        <p:grpSpPr>
          <a:xfrm>
            <a:off x="4202315" y="7011555"/>
            <a:ext cx="1184910" cy="294640"/>
            <a:chOff x="4202315" y="7011555"/>
            <a:chExt cx="1184910" cy="294640"/>
          </a:xfrm>
        </p:grpSpPr>
        <p:sp>
          <p:nvSpPr>
            <p:cNvPr id="410" name="object 410"/>
            <p:cNvSpPr/>
            <p:nvPr/>
          </p:nvSpPr>
          <p:spPr>
            <a:xfrm>
              <a:off x="4202315" y="7013574"/>
              <a:ext cx="160020" cy="224790"/>
            </a:xfrm>
            <a:custGeom>
              <a:avLst/>
              <a:gdLst/>
              <a:ahLst/>
              <a:cxnLst/>
              <a:rect l="l" t="t" r="r" b="b"/>
              <a:pathLst>
                <a:path w="160020" h="224790">
                  <a:moveTo>
                    <a:pt x="159931" y="186690"/>
                  </a:moveTo>
                  <a:lnTo>
                    <a:pt x="45834" y="186690"/>
                  </a:lnTo>
                  <a:lnTo>
                    <a:pt x="45834" y="0"/>
                  </a:lnTo>
                  <a:lnTo>
                    <a:pt x="0" y="0"/>
                  </a:lnTo>
                  <a:lnTo>
                    <a:pt x="0" y="186690"/>
                  </a:lnTo>
                  <a:lnTo>
                    <a:pt x="0" y="224790"/>
                  </a:lnTo>
                  <a:lnTo>
                    <a:pt x="159931" y="224790"/>
                  </a:lnTo>
                  <a:lnTo>
                    <a:pt x="159931" y="18669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1" name="object 411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4384547" y="7070483"/>
              <a:ext cx="169862" cy="172046"/>
            </a:xfrm>
            <a:prstGeom prst="rect">
              <a:avLst/>
            </a:prstGeom>
          </p:spPr>
        </p:pic>
        <p:pic>
          <p:nvPicPr>
            <p:cNvPr id="412" name="object 412"/>
            <p:cNvPicPr/>
            <p:nvPr/>
          </p:nvPicPr>
          <p:blipFill>
            <a:blip r:embed="rId266" cstate="print"/>
            <a:stretch>
              <a:fillRect/>
            </a:stretch>
          </p:blipFill>
          <p:spPr>
            <a:xfrm>
              <a:off x="4578883" y="7070483"/>
              <a:ext cx="160527" cy="235153"/>
            </a:xfrm>
            <a:prstGeom prst="rect">
              <a:avLst/>
            </a:prstGeom>
          </p:spPr>
        </p:pic>
        <p:sp>
          <p:nvSpPr>
            <p:cNvPr id="413" name="object 413"/>
            <p:cNvSpPr/>
            <p:nvPr/>
          </p:nvSpPr>
          <p:spPr>
            <a:xfrm>
              <a:off x="4782540" y="701155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4" name="object 414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4855476" y="7070483"/>
              <a:ext cx="153784" cy="172046"/>
            </a:xfrm>
            <a:prstGeom prst="rect">
              <a:avLst/>
            </a:prstGeom>
          </p:spPr>
        </p:pic>
        <p:pic>
          <p:nvPicPr>
            <p:cNvPr id="415" name="object 415"/>
            <p:cNvPicPr/>
            <p:nvPr/>
          </p:nvPicPr>
          <p:blipFill>
            <a:blip r:embed="rId267" cstate="print"/>
            <a:stretch>
              <a:fillRect/>
            </a:stretch>
          </p:blipFill>
          <p:spPr>
            <a:xfrm>
              <a:off x="5029276" y="7015911"/>
              <a:ext cx="97027" cy="226618"/>
            </a:xfrm>
            <a:prstGeom prst="rect">
              <a:avLst/>
            </a:prstGeom>
          </p:spPr>
        </p:pic>
        <p:sp>
          <p:nvSpPr>
            <p:cNvPr id="416" name="object 416"/>
            <p:cNvSpPr/>
            <p:nvPr/>
          </p:nvSpPr>
          <p:spPr>
            <a:xfrm>
              <a:off x="5153063" y="701155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7" name="object 417"/>
            <p:cNvPicPr/>
            <p:nvPr/>
          </p:nvPicPr>
          <p:blipFill>
            <a:blip r:embed="rId268" cstate="print"/>
            <a:stretch>
              <a:fillRect/>
            </a:stretch>
          </p:blipFill>
          <p:spPr>
            <a:xfrm>
              <a:off x="5231548" y="7070483"/>
              <a:ext cx="155371" cy="172046"/>
            </a:xfrm>
            <a:prstGeom prst="rect">
              <a:avLst/>
            </a:prstGeom>
          </p:spPr>
        </p:pic>
      </p:grpSp>
      <p:grpSp>
        <p:nvGrpSpPr>
          <p:cNvPr id="418" name="object 418"/>
          <p:cNvGrpSpPr/>
          <p:nvPr/>
        </p:nvGrpSpPr>
        <p:grpSpPr>
          <a:xfrm>
            <a:off x="5506453" y="7011555"/>
            <a:ext cx="1296670" cy="294640"/>
            <a:chOff x="5506453" y="7011555"/>
            <a:chExt cx="1296670" cy="294640"/>
          </a:xfrm>
        </p:grpSpPr>
        <p:pic>
          <p:nvPicPr>
            <p:cNvPr id="419" name="object 419"/>
            <p:cNvPicPr/>
            <p:nvPr/>
          </p:nvPicPr>
          <p:blipFill>
            <a:blip r:embed="rId269" cstate="print"/>
            <a:stretch>
              <a:fillRect/>
            </a:stretch>
          </p:blipFill>
          <p:spPr>
            <a:xfrm>
              <a:off x="5506453" y="7011555"/>
              <a:ext cx="1214628" cy="294081"/>
            </a:xfrm>
            <a:prstGeom prst="rect">
              <a:avLst/>
            </a:prstGeom>
          </p:spPr>
        </p:pic>
        <p:sp>
          <p:nvSpPr>
            <p:cNvPr id="420" name="object 420"/>
            <p:cNvSpPr/>
            <p:nvPr/>
          </p:nvSpPr>
          <p:spPr>
            <a:xfrm>
              <a:off x="6759143" y="701155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1" name="object 421"/>
          <p:cNvGrpSpPr/>
          <p:nvPr/>
        </p:nvGrpSpPr>
        <p:grpSpPr>
          <a:xfrm>
            <a:off x="6837235" y="7070483"/>
            <a:ext cx="354330" cy="172085"/>
            <a:chOff x="6837235" y="7070483"/>
            <a:chExt cx="354330" cy="172085"/>
          </a:xfrm>
        </p:grpSpPr>
        <p:pic>
          <p:nvPicPr>
            <p:cNvPr id="422" name="object 422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7040905" y="7070483"/>
              <a:ext cx="150215" cy="168275"/>
            </a:xfrm>
            <a:prstGeom prst="rect">
              <a:avLst/>
            </a:prstGeom>
          </p:spPr>
        </p:pic>
        <p:pic>
          <p:nvPicPr>
            <p:cNvPr id="423" name="object 423"/>
            <p:cNvPicPr/>
            <p:nvPr/>
          </p:nvPicPr>
          <p:blipFill>
            <a:blip r:embed="rId271" cstate="print"/>
            <a:stretch>
              <a:fillRect/>
            </a:stretch>
          </p:blipFill>
          <p:spPr>
            <a:xfrm>
              <a:off x="6837235" y="7070483"/>
              <a:ext cx="169862" cy="172046"/>
            </a:xfrm>
            <a:prstGeom prst="rect">
              <a:avLst/>
            </a:prstGeom>
          </p:spPr>
        </p:pic>
      </p:grpSp>
      <p:sp>
        <p:nvSpPr>
          <p:cNvPr id="424" name="object 424"/>
          <p:cNvSpPr/>
          <p:nvPr/>
        </p:nvSpPr>
        <p:spPr>
          <a:xfrm>
            <a:off x="7300226" y="7007580"/>
            <a:ext cx="88900" cy="235585"/>
          </a:xfrm>
          <a:custGeom>
            <a:avLst/>
            <a:gdLst/>
            <a:ahLst/>
            <a:cxnLst/>
            <a:rect l="l" t="t" r="r" b="b"/>
            <a:pathLst>
              <a:path w="88900" h="235584">
                <a:moveTo>
                  <a:pt x="88900" y="0"/>
                </a:moveTo>
                <a:lnTo>
                  <a:pt x="56159" y="0"/>
                </a:lnTo>
                <a:lnTo>
                  <a:pt x="0" y="235153"/>
                </a:lnTo>
                <a:lnTo>
                  <a:pt x="31953" y="235153"/>
                </a:lnTo>
                <a:lnTo>
                  <a:pt x="88900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25" name="object 425"/>
          <p:cNvPicPr/>
          <p:nvPr/>
        </p:nvPicPr>
        <p:blipFill>
          <a:blip r:embed="rId272" cstate="print"/>
          <a:stretch>
            <a:fillRect/>
          </a:stretch>
        </p:blipFill>
        <p:spPr>
          <a:xfrm>
            <a:off x="7500264" y="7011555"/>
            <a:ext cx="371970" cy="230974"/>
          </a:xfrm>
          <a:prstGeom prst="rect">
            <a:avLst/>
          </a:prstGeom>
        </p:spPr>
      </p:pic>
      <p:grpSp>
        <p:nvGrpSpPr>
          <p:cNvPr id="426" name="object 426"/>
          <p:cNvGrpSpPr/>
          <p:nvPr/>
        </p:nvGrpSpPr>
        <p:grpSpPr>
          <a:xfrm>
            <a:off x="7905343" y="7011555"/>
            <a:ext cx="821690" cy="231140"/>
            <a:chOff x="7905343" y="7011555"/>
            <a:chExt cx="821690" cy="231140"/>
          </a:xfrm>
        </p:grpSpPr>
        <p:pic>
          <p:nvPicPr>
            <p:cNvPr id="427" name="object 427"/>
            <p:cNvPicPr/>
            <p:nvPr/>
          </p:nvPicPr>
          <p:blipFill>
            <a:blip r:embed="rId273" cstate="print"/>
            <a:stretch>
              <a:fillRect/>
            </a:stretch>
          </p:blipFill>
          <p:spPr>
            <a:xfrm>
              <a:off x="8090029" y="7011555"/>
              <a:ext cx="160653" cy="230974"/>
            </a:xfrm>
            <a:prstGeom prst="rect">
              <a:avLst/>
            </a:prstGeom>
          </p:spPr>
        </p:pic>
        <p:pic>
          <p:nvPicPr>
            <p:cNvPr id="428" name="object 428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7905343" y="7070483"/>
              <a:ext cx="150215" cy="168275"/>
            </a:xfrm>
            <a:prstGeom prst="rect">
              <a:avLst/>
            </a:prstGeom>
          </p:spPr>
        </p:pic>
        <p:pic>
          <p:nvPicPr>
            <p:cNvPr id="429" name="object 429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8283499" y="7070483"/>
              <a:ext cx="169862" cy="172046"/>
            </a:xfrm>
            <a:prstGeom prst="rect">
              <a:avLst/>
            </a:prstGeom>
          </p:spPr>
        </p:pic>
        <p:pic>
          <p:nvPicPr>
            <p:cNvPr id="430" name="object 430"/>
            <p:cNvPicPr/>
            <p:nvPr/>
          </p:nvPicPr>
          <p:blipFill>
            <a:blip r:embed="rId275" cstate="print"/>
            <a:stretch>
              <a:fillRect/>
            </a:stretch>
          </p:blipFill>
          <p:spPr>
            <a:xfrm>
              <a:off x="8484184" y="7070483"/>
              <a:ext cx="242290" cy="168275"/>
            </a:xfrm>
            <a:prstGeom prst="rect">
              <a:avLst/>
            </a:prstGeom>
          </p:spPr>
        </p:pic>
      </p:grpSp>
      <p:grpSp>
        <p:nvGrpSpPr>
          <p:cNvPr id="431" name="object 431"/>
          <p:cNvGrpSpPr/>
          <p:nvPr/>
        </p:nvGrpSpPr>
        <p:grpSpPr>
          <a:xfrm>
            <a:off x="8858669" y="7011034"/>
            <a:ext cx="942975" cy="231775"/>
            <a:chOff x="8858669" y="7011034"/>
            <a:chExt cx="942975" cy="231775"/>
          </a:xfrm>
        </p:grpSpPr>
        <p:sp>
          <p:nvSpPr>
            <p:cNvPr id="432" name="object 432"/>
            <p:cNvSpPr/>
            <p:nvPr/>
          </p:nvSpPr>
          <p:spPr>
            <a:xfrm>
              <a:off x="8858669" y="7011034"/>
              <a:ext cx="156210" cy="227329"/>
            </a:xfrm>
            <a:custGeom>
              <a:avLst/>
              <a:gdLst/>
              <a:ahLst/>
              <a:cxnLst/>
              <a:rect l="l" t="t" r="r" b="b"/>
              <a:pathLst>
                <a:path w="156209" h="227329">
                  <a:moveTo>
                    <a:pt x="155778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0" y="92710"/>
                  </a:lnTo>
                  <a:lnTo>
                    <a:pt x="0" y="130810"/>
                  </a:lnTo>
                  <a:lnTo>
                    <a:pt x="0" y="227330"/>
                  </a:lnTo>
                  <a:lnTo>
                    <a:pt x="45834" y="227330"/>
                  </a:lnTo>
                  <a:lnTo>
                    <a:pt x="45834" y="130810"/>
                  </a:lnTo>
                  <a:lnTo>
                    <a:pt x="140690" y="130810"/>
                  </a:lnTo>
                  <a:lnTo>
                    <a:pt x="140690" y="92710"/>
                  </a:lnTo>
                  <a:lnTo>
                    <a:pt x="45834" y="92710"/>
                  </a:lnTo>
                  <a:lnTo>
                    <a:pt x="45834" y="39370"/>
                  </a:lnTo>
                  <a:lnTo>
                    <a:pt x="155778" y="39370"/>
                  </a:lnTo>
                  <a:lnTo>
                    <a:pt x="15577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3" name="object 433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9041892" y="7070483"/>
              <a:ext cx="169862" cy="172046"/>
            </a:xfrm>
            <a:prstGeom prst="rect">
              <a:avLst/>
            </a:prstGeom>
          </p:spPr>
        </p:pic>
        <p:pic>
          <p:nvPicPr>
            <p:cNvPr id="434" name="object 434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9243961" y="7070483"/>
              <a:ext cx="266636" cy="172046"/>
            </a:xfrm>
            <a:prstGeom prst="rect">
              <a:avLst/>
            </a:prstGeom>
          </p:spPr>
        </p:pic>
        <p:pic>
          <p:nvPicPr>
            <p:cNvPr id="435" name="object 435"/>
            <p:cNvPicPr/>
            <p:nvPr/>
          </p:nvPicPr>
          <p:blipFill>
            <a:blip r:embed="rId277" cstate="print"/>
            <a:stretch>
              <a:fillRect/>
            </a:stretch>
          </p:blipFill>
          <p:spPr>
            <a:xfrm>
              <a:off x="9530804" y="7070483"/>
              <a:ext cx="153796" cy="172046"/>
            </a:xfrm>
            <a:prstGeom prst="rect">
              <a:avLst/>
            </a:prstGeom>
          </p:spPr>
        </p:pic>
        <p:pic>
          <p:nvPicPr>
            <p:cNvPr id="436" name="object 436"/>
            <p:cNvPicPr/>
            <p:nvPr/>
          </p:nvPicPr>
          <p:blipFill>
            <a:blip r:embed="rId278" cstate="print"/>
            <a:stretch>
              <a:fillRect/>
            </a:stretch>
          </p:blipFill>
          <p:spPr>
            <a:xfrm>
              <a:off x="9704603" y="7015911"/>
              <a:ext cx="97040" cy="226618"/>
            </a:xfrm>
            <a:prstGeom prst="rect">
              <a:avLst/>
            </a:prstGeom>
          </p:spPr>
        </p:pic>
      </p:grpSp>
      <p:grpSp>
        <p:nvGrpSpPr>
          <p:cNvPr id="437" name="object 437"/>
          <p:cNvGrpSpPr/>
          <p:nvPr/>
        </p:nvGrpSpPr>
        <p:grpSpPr>
          <a:xfrm>
            <a:off x="9910444" y="7007580"/>
            <a:ext cx="650875" cy="298450"/>
            <a:chOff x="9910444" y="7007580"/>
            <a:chExt cx="650875" cy="298450"/>
          </a:xfrm>
        </p:grpSpPr>
        <p:sp>
          <p:nvSpPr>
            <p:cNvPr id="438" name="object 438"/>
            <p:cNvSpPr/>
            <p:nvPr/>
          </p:nvSpPr>
          <p:spPr>
            <a:xfrm>
              <a:off x="9910444" y="7007580"/>
              <a:ext cx="79375" cy="298450"/>
            </a:xfrm>
            <a:custGeom>
              <a:avLst/>
              <a:gdLst/>
              <a:ahLst/>
              <a:cxnLst/>
              <a:rect l="l" t="t" r="r" b="b"/>
              <a:pathLst>
                <a:path w="79375" h="298450">
                  <a:moveTo>
                    <a:pt x="78790" y="0"/>
                  </a:moveTo>
                  <a:lnTo>
                    <a:pt x="49022" y="0"/>
                  </a:lnTo>
                  <a:lnTo>
                    <a:pt x="39247" y="15021"/>
                  </a:lnTo>
                  <a:lnTo>
                    <a:pt x="15290" y="64096"/>
                  </a:lnTo>
                  <a:lnTo>
                    <a:pt x="3821" y="105225"/>
                  </a:lnTo>
                  <a:lnTo>
                    <a:pt x="0" y="148831"/>
                  </a:lnTo>
                  <a:lnTo>
                    <a:pt x="769" y="167050"/>
                  </a:lnTo>
                  <a:lnTo>
                    <a:pt x="12306" y="223646"/>
                  </a:lnTo>
                  <a:lnTo>
                    <a:pt x="27584" y="261489"/>
                  </a:lnTo>
                  <a:lnTo>
                    <a:pt x="48425" y="298056"/>
                  </a:lnTo>
                  <a:lnTo>
                    <a:pt x="78384" y="298056"/>
                  </a:lnTo>
                  <a:lnTo>
                    <a:pt x="72064" y="284128"/>
                  </a:lnTo>
                  <a:lnTo>
                    <a:pt x="66782" y="271911"/>
                  </a:lnTo>
                  <a:lnTo>
                    <a:pt x="51896" y="227953"/>
                  </a:lnTo>
                  <a:lnTo>
                    <a:pt x="44242" y="188699"/>
                  </a:lnTo>
                  <a:lnTo>
                    <a:pt x="41681" y="149821"/>
                  </a:lnTo>
                  <a:lnTo>
                    <a:pt x="42176" y="131617"/>
                  </a:lnTo>
                  <a:lnTo>
                    <a:pt x="49618" y="79971"/>
                  </a:lnTo>
                  <a:lnTo>
                    <a:pt x="60875" y="43510"/>
                  </a:lnTo>
                  <a:lnTo>
                    <a:pt x="69001" y="22636"/>
                  </a:lnTo>
                  <a:lnTo>
                    <a:pt x="78790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9" name="object 439"/>
            <p:cNvPicPr/>
            <p:nvPr/>
          </p:nvPicPr>
          <p:blipFill>
            <a:blip r:embed="rId279" cstate="print"/>
            <a:stretch>
              <a:fillRect/>
            </a:stretch>
          </p:blipFill>
          <p:spPr>
            <a:xfrm>
              <a:off x="10020350" y="7011555"/>
              <a:ext cx="168998" cy="227202"/>
            </a:xfrm>
            <a:prstGeom prst="rect">
              <a:avLst/>
            </a:prstGeom>
          </p:spPr>
        </p:pic>
        <p:pic>
          <p:nvPicPr>
            <p:cNvPr id="440" name="object 440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0218813" y="7070483"/>
              <a:ext cx="153796" cy="172046"/>
            </a:xfrm>
            <a:prstGeom prst="rect">
              <a:avLst/>
            </a:prstGeom>
          </p:spPr>
        </p:pic>
        <p:pic>
          <p:nvPicPr>
            <p:cNvPr id="441" name="object 441"/>
            <p:cNvPicPr/>
            <p:nvPr/>
          </p:nvPicPr>
          <p:blipFill>
            <a:blip r:embed="rId280" cstate="print"/>
            <a:stretch>
              <a:fillRect/>
            </a:stretch>
          </p:blipFill>
          <p:spPr>
            <a:xfrm>
              <a:off x="10409084" y="7011555"/>
              <a:ext cx="152209" cy="227202"/>
            </a:xfrm>
            <a:prstGeom prst="rect">
              <a:avLst/>
            </a:prstGeom>
          </p:spPr>
        </p:pic>
      </p:grpSp>
      <p:grpSp>
        <p:nvGrpSpPr>
          <p:cNvPr id="442" name="object 442"/>
          <p:cNvGrpSpPr/>
          <p:nvPr/>
        </p:nvGrpSpPr>
        <p:grpSpPr>
          <a:xfrm>
            <a:off x="10674274" y="7007580"/>
            <a:ext cx="1602740" cy="298450"/>
            <a:chOff x="10674274" y="7007580"/>
            <a:chExt cx="1602740" cy="298450"/>
          </a:xfrm>
        </p:grpSpPr>
        <p:pic>
          <p:nvPicPr>
            <p:cNvPr id="443" name="object 443"/>
            <p:cNvPicPr/>
            <p:nvPr/>
          </p:nvPicPr>
          <p:blipFill>
            <a:blip r:embed="rId281" cstate="print"/>
            <a:stretch>
              <a:fillRect/>
            </a:stretch>
          </p:blipFill>
          <p:spPr>
            <a:xfrm>
              <a:off x="10674274" y="7070483"/>
              <a:ext cx="160502" cy="230987"/>
            </a:xfrm>
            <a:prstGeom prst="rect">
              <a:avLst/>
            </a:prstGeom>
          </p:spPr>
        </p:pic>
        <p:pic>
          <p:nvPicPr>
            <p:cNvPr id="444" name="object 444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10867415" y="7070483"/>
              <a:ext cx="266636" cy="172046"/>
            </a:xfrm>
            <a:prstGeom prst="rect">
              <a:avLst/>
            </a:prstGeom>
          </p:spPr>
        </p:pic>
        <p:pic>
          <p:nvPicPr>
            <p:cNvPr id="445" name="object 445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11159885" y="7011555"/>
              <a:ext cx="160665" cy="230974"/>
            </a:xfrm>
            <a:prstGeom prst="rect">
              <a:avLst/>
            </a:prstGeom>
          </p:spPr>
        </p:pic>
        <p:sp>
          <p:nvSpPr>
            <p:cNvPr id="446" name="object 446"/>
            <p:cNvSpPr/>
            <p:nvPr/>
          </p:nvSpPr>
          <p:spPr>
            <a:xfrm>
              <a:off x="11363478" y="701155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7" name="object 447"/>
            <p:cNvPicPr/>
            <p:nvPr/>
          </p:nvPicPr>
          <p:blipFill>
            <a:blip r:embed="rId283" cstate="print"/>
            <a:stretch>
              <a:fillRect/>
            </a:stretch>
          </p:blipFill>
          <p:spPr>
            <a:xfrm>
              <a:off x="11441963" y="7015911"/>
              <a:ext cx="265277" cy="226618"/>
            </a:xfrm>
            <a:prstGeom prst="rect">
              <a:avLst/>
            </a:prstGeom>
          </p:spPr>
        </p:pic>
        <p:sp>
          <p:nvSpPr>
            <p:cNvPr id="448" name="object 448"/>
            <p:cNvSpPr/>
            <p:nvPr/>
          </p:nvSpPr>
          <p:spPr>
            <a:xfrm>
              <a:off x="11733988" y="701155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9" name="object 449"/>
            <p:cNvPicPr/>
            <p:nvPr/>
          </p:nvPicPr>
          <p:blipFill>
            <a:blip r:embed="rId284" cstate="print"/>
            <a:stretch>
              <a:fillRect/>
            </a:stretch>
          </p:blipFill>
          <p:spPr>
            <a:xfrm>
              <a:off x="11812079" y="7070483"/>
              <a:ext cx="169862" cy="172046"/>
            </a:xfrm>
            <a:prstGeom prst="rect">
              <a:avLst/>
            </a:prstGeom>
          </p:spPr>
        </p:pic>
        <p:pic>
          <p:nvPicPr>
            <p:cNvPr id="450" name="object 450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12015749" y="7070483"/>
              <a:ext cx="150215" cy="168275"/>
            </a:xfrm>
            <a:prstGeom prst="rect">
              <a:avLst/>
            </a:prstGeom>
          </p:spPr>
        </p:pic>
        <p:sp>
          <p:nvSpPr>
            <p:cNvPr id="451" name="object 451"/>
            <p:cNvSpPr/>
            <p:nvPr/>
          </p:nvSpPr>
          <p:spPr>
            <a:xfrm>
              <a:off x="12197575" y="7007580"/>
              <a:ext cx="79375" cy="298450"/>
            </a:xfrm>
            <a:custGeom>
              <a:avLst/>
              <a:gdLst/>
              <a:ahLst/>
              <a:cxnLst/>
              <a:rect l="l" t="t" r="r" b="b"/>
              <a:pathLst>
                <a:path w="79375" h="298450">
                  <a:moveTo>
                    <a:pt x="29768" y="0"/>
                  </a:moveTo>
                  <a:lnTo>
                    <a:pt x="0" y="0"/>
                  </a:lnTo>
                  <a:lnTo>
                    <a:pt x="9789" y="22636"/>
                  </a:lnTo>
                  <a:lnTo>
                    <a:pt x="17914" y="43510"/>
                  </a:lnTo>
                  <a:lnTo>
                    <a:pt x="29171" y="79971"/>
                  </a:lnTo>
                  <a:lnTo>
                    <a:pt x="36613" y="131617"/>
                  </a:lnTo>
                  <a:lnTo>
                    <a:pt x="37109" y="149821"/>
                  </a:lnTo>
                  <a:lnTo>
                    <a:pt x="36973" y="158801"/>
                  </a:lnTo>
                  <a:lnTo>
                    <a:pt x="30317" y="212156"/>
                  </a:lnTo>
                  <a:lnTo>
                    <a:pt x="15395" y="263821"/>
                  </a:lnTo>
                  <a:lnTo>
                    <a:pt x="406" y="298056"/>
                  </a:lnTo>
                  <a:lnTo>
                    <a:pt x="30365" y="298056"/>
                  </a:lnTo>
                  <a:lnTo>
                    <a:pt x="53332" y="257278"/>
                  </a:lnTo>
                  <a:lnTo>
                    <a:pt x="68668" y="215900"/>
                  </a:lnTo>
                  <a:lnTo>
                    <a:pt x="78336" y="162993"/>
                  </a:lnTo>
                  <a:lnTo>
                    <a:pt x="78981" y="146443"/>
                  </a:lnTo>
                  <a:lnTo>
                    <a:pt x="78176" y="127360"/>
                  </a:lnTo>
                  <a:lnTo>
                    <a:pt x="71726" y="89559"/>
                  </a:lnTo>
                  <a:lnTo>
                    <a:pt x="58972" y="52352"/>
                  </a:lnTo>
                  <a:lnTo>
                    <a:pt x="40817" y="16930"/>
                  </a:lnTo>
                  <a:lnTo>
                    <a:pt x="297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52" name="object 4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45396" y="7532522"/>
            <a:ext cx="78581" cy="78574"/>
          </a:xfrm>
          <a:prstGeom prst="rect">
            <a:avLst/>
          </a:prstGeom>
        </p:spPr>
      </p:pic>
      <p:grpSp>
        <p:nvGrpSpPr>
          <p:cNvPr id="453" name="object 453"/>
          <p:cNvGrpSpPr/>
          <p:nvPr/>
        </p:nvGrpSpPr>
        <p:grpSpPr>
          <a:xfrm>
            <a:off x="3121423" y="7455928"/>
            <a:ext cx="654685" cy="231140"/>
            <a:chOff x="3121423" y="7455928"/>
            <a:chExt cx="654685" cy="231140"/>
          </a:xfrm>
        </p:grpSpPr>
        <p:pic>
          <p:nvPicPr>
            <p:cNvPr id="454" name="object 454"/>
            <p:cNvPicPr/>
            <p:nvPr/>
          </p:nvPicPr>
          <p:blipFill>
            <a:blip r:embed="rId285" cstate="print"/>
            <a:stretch>
              <a:fillRect/>
            </a:stretch>
          </p:blipFill>
          <p:spPr>
            <a:xfrm>
              <a:off x="3121423" y="7455928"/>
              <a:ext cx="190499" cy="227202"/>
            </a:xfrm>
            <a:prstGeom prst="rect">
              <a:avLst/>
            </a:prstGeom>
          </p:spPr>
        </p:pic>
        <p:pic>
          <p:nvPicPr>
            <p:cNvPr id="455" name="object 455"/>
            <p:cNvPicPr/>
            <p:nvPr/>
          </p:nvPicPr>
          <p:blipFill>
            <a:blip r:embed="rId286" cstate="print"/>
            <a:stretch>
              <a:fillRect/>
            </a:stretch>
          </p:blipFill>
          <p:spPr>
            <a:xfrm>
              <a:off x="3339002" y="7460284"/>
              <a:ext cx="436887" cy="226618"/>
            </a:xfrm>
            <a:prstGeom prst="rect">
              <a:avLst/>
            </a:prstGeom>
          </p:spPr>
        </p:pic>
      </p:grpSp>
      <p:grpSp>
        <p:nvGrpSpPr>
          <p:cNvPr id="456" name="object 456"/>
          <p:cNvGrpSpPr/>
          <p:nvPr/>
        </p:nvGrpSpPr>
        <p:grpSpPr>
          <a:xfrm>
            <a:off x="3897807" y="7455928"/>
            <a:ext cx="1668780" cy="294640"/>
            <a:chOff x="3897807" y="7455928"/>
            <a:chExt cx="1668780" cy="294640"/>
          </a:xfrm>
        </p:grpSpPr>
        <p:pic>
          <p:nvPicPr>
            <p:cNvPr id="457" name="object 457"/>
            <p:cNvPicPr/>
            <p:nvPr/>
          </p:nvPicPr>
          <p:blipFill>
            <a:blip r:embed="rId287" cstate="print"/>
            <a:stretch>
              <a:fillRect/>
            </a:stretch>
          </p:blipFill>
          <p:spPr>
            <a:xfrm>
              <a:off x="3897807" y="7455928"/>
              <a:ext cx="174218" cy="227202"/>
            </a:xfrm>
            <a:prstGeom prst="rect">
              <a:avLst/>
            </a:prstGeom>
          </p:spPr>
        </p:pic>
        <p:pic>
          <p:nvPicPr>
            <p:cNvPr id="458" name="object 458"/>
            <p:cNvPicPr/>
            <p:nvPr/>
          </p:nvPicPr>
          <p:blipFill>
            <a:blip r:embed="rId288" cstate="print"/>
            <a:stretch>
              <a:fillRect/>
            </a:stretch>
          </p:blipFill>
          <p:spPr>
            <a:xfrm>
              <a:off x="4107383" y="7514856"/>
              <a:ext cx="285292" cy="172046"/>
            </a:xfrm>
            <a:prstGeom prst="rect">
              <a:avLst/>
            </a:prstGeom>
          </p:spPr>
        </p:pic>
        <p:pic>
          <p:nvPicPr>
            <p:cNvPr id="459" name="object 459"/>
            <p:cNvPicPr/>
            <p:nvPr/>
          </p:nvPicPr>
          <p:blipFill>
            <a:blip r:embed="rId289" cstate="print"/>
            <a:stretch>
              <a:fillRect/>
            </a:stretch>
          </p:blipFill>
          <p:spPr>
            <a:xfrm>
              <a:off x="4417148" y="7514856"/>
              <a:ext cx="327380" cy="172046"/>
            </a:xfrm>
            <a:prstGeom prst="rect">
              <a:avLst/>
            </a:prstGeom>
          </p:spPr>
        </p:pic>
        <p:pic>
          <p:nvPicPr>
            <p:cNvPr id="460" name="object 460"/>
            <p:cNvPicPr/>
            <p:nvPr/>
          </p:nvPicPr>
          <p:blipFill>
            <a:blip r:embed="rId290" cstate="print"/>
            <a:stretch>
              <a:fillRect/>
            </a:stretch>
          </p:blipFill>
          <p:spPr>
            <a:xfrm>
              <a:off x="4764747" y="7514856"/>
              <a:ext cx="153784" cy="172046"/>
            </a:xfrm>
            <a:prstGeom prst="rect">
              <a:avLst/>
            </a:prstGeom>
          </p:spPr>
        </p:pic>
        <p:pic>
          <p:nvPicPr>
            <p:cNvPr id="461" name="object 461"/>
            <p:cNvPicPr/>
            <p:nvPr/>
          </p:nvPicPr>
          <p:blipFill>
            <a:blip r:embed="rId291" cstate="print"/>
            <a:stretch>
              <a:fillRect/>
            </a:stretch>
          </p:blipFill>
          <p:spPr>
            <a:xfrm>
              <a:off x="4941316" y="7514856"/>
              <a:ext cx="153797" cy="172046"/>
            </a:xfrm>
            <a:prstGeom prst="rect">
              <a:avLst/>
            </a:prstGeom>
          </p:spPr>
        </p:pic>
        <p:sp>
          <p:nvSpPr>
            <p:cNvPr id="462" name="object 462"/>
            <p:cNvSpPr/>
            <p:nvPr/>
          </p:nvSpPr>
          <p:spPr>
            <a:xfrm>
              <a:off x="5133175" y="745592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3" name="object 463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5220995" y="7514856"/>
              <a:ext cx="150215" cy="168275"/>
            </a:xfrm>
            <a:prstGeom prst="rect">
              <a:avLst/>
            </a:prstGeom>
          </p:spPr>
        </p:pic>
        <p:pic>
          <p:nvPicPr>
            <p:cNvPr id="464" name="object 464"/>
            <p:cNvPicPr/>
            <p:nvPr/>
          </p:nvPicPr>
          <p:blipFill>
            <a:blip r:embed="rId292" cstate="print"/>
            <a:stretch>
              <a:fillRect/>
            </a:stretch>
          </p:blipFill>
          <p:spPr>
            <a:xfrm>
              <a:off x="5405602" y="7514856"/>
              <a:ext cx="160540" cy="235153"/>
            </a:xfrm>
            <a:prstGeom prst="rect">
              <a:avLst/>
            </a:prstGeom>
          </p:spPr>
        </p:pic>
      </p:grpSp>
      <p:grpSp>
        <p:nvGrpSpPr>
          <p:cNvPr id="465" name="object 465"/>
          <p:cNvGrpSpPr/>
          <p:nvPr/>
        </p:nvGrpSpPr>
        <p:grpSpPr>
          <a:xfrm>
            <a:off x="5681408" y="7455534"/>
            <a:ext cx="824865" cy="231775"/>
            <a:chOff x="5681408" y="7455534"/>
            <a:chExt cx="824865" cy="231775"/>
          </a:xfrm>
        </p:grpSpPr>
        <p:sp>
          <p:nvSpPr>
            <p:cNvPr id="466" name="object 466"/>
            <p:cNvSpPr/>
            <p:nvPr/>
          </p:nvSpPr>
          <p:spPr>
            <a:xfrm>
              <a:off x="5681408" y="7455534"/>
              <a:ext cx="180975" cy="227329"/>
            </a:xfrm>
            <a:custGeom>
              <a:avLst/>
              <a:gdLst/>
              <a:ahLst/>
              <a:cxnLst/>
              <a:rect l="l" t="t" r="r" b="b"/>
              <a:pathLst>
                <a:path w="180975" h="227329">
                  <a:moveTo>
                    <a:pt x="1807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67462" y="38100"/>
                  </a:lnTo>
                  <a:lnTo>
                    <a:pt x="67462" y="227330"/>
                  </a:lnTo>
                  <a:lnTo>
                    <a:pt x="113309" y="227330"/>
                  </a:lnTo>
                  <a:lnTo>
                    <a:pt x="113309" y="38100"/>
                  </a:lnTo>
                  <a:lnTo>
                    <a:pt x="180771" y="38100"/>
                  </a:lnTo>
                  <a:lnTo>
                    <a:pt x="18077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7" name="object 467"/>
            <p:cNvPicPr/>
            <p:nvPr/>
          </p:nvPicPr>
          <p:blipFill>
            <a:blip r:embed="rId293" cstate="print"/>
            <a:stretch>
              <a:fillRect/>
            </a:stretch>
          </p:blipFill>
          <p:spPr>
            <a:xfrm>
              <a:off x="5881293" y="7514856"/>
              <a:ext cx="169862" cy="172046"/>
            </a:xfrm>
            <a:prstGeom prst="rect">
              <a:avLst/>
            </a:prstGeom>
          </p:spPr>
        </p:pic>
        <p:pic>
          <p:nvPicPr>
            <p:cNvPr id="468" name="object 468"/>
            <p:cNvPicPr/>
            <p:nvPr/>
          </p:nvPicPr>
          <p:blipFill>
            <a:blip r:embed="rId294" cstate="print"/>
            <a:stretch>
              <a:fillRect/>
            </a:stretch>
          </p:blipFill>
          <p:spPr>
            <a:xfrm>
              <a:off x="6075235" y="7514856"/>
              <a:ext cx="169862" cy="172046"/>
            </a:xfrm>
            <a:prstGeom prst="rect">
              <a:avLst/>
            </a:prstGeom>
          </p:spPr>
        </p:pic>
        <p:sp>
          <p:nvSpPr>
            <p:cNvPr id="469" name="object 469"/>
            <p:cNvSpPr/>
            <p:nvPr/>
          </p:nvSpPr>
          <p:spPr>
            <a:xfrm>
              <a:off x="6279299" y="745592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0" name="object 470"/>
            <p:cNvPicPr/>
            <p:nvPr/>
          </p:nvPicPr>
          <p:blipFill>
            <a:blip r:embed="rId295" cstate="print"/>
            <a:stretch>
              <a:fillRect/>
            </a:stretch>
          </p:blipFill>
          <p:spPr>
            <a:xfrm>
              <a:off x="6352222" y="7514856"/>
              <a:ext cx="153796" cy="172046"/>
            </a:xfrm>
            <a:prstGeom prst="rect">
              <a:avLst/>
            </a:prstGeom>
          </p:spPr>
        </p:pic>
      </p:grpSp>
      <p:sp>
        <p:nvSpPr>
          <p:cNvPr id="471" name="object 471"/>
          <p:cNvSpPr/>
          <p:nvPr/>
        </p:nvSpPr>
        <p:spPr>
          <a:xfrm>
            <a:off x="3795913" y="7950301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72" name="object 472"/>
          <p:cNvGrpSpPr/>
          <p:nvPr/>
        </p:nvGrpSpPr>
        <p:grpSpPr>
          <a:xfrm>
            <a:off x="4289132" y="7900301"/>
            <a:ext cx="1031875" cy="294640"/>
            <a:chOff x="4289132" y="7900301"/>
            <a:chExt cx="1031875" cy="294640"/>
          </a:xfrm>
        </p:grpSpPr>
        <p:pic>
          <p:nvPicPr>
            <p:cNvPr id="473" name="object 473"/>
            <p:cNvPicPr/>
            <p:nvPr/>
          </p:nvPicPr>
          <p:blipFill>
            <a:blip r:embed="rId296" cstate="print"/>
            <a:stretch>
              <a:fillRect/>
            </a:stretch>
          </p:blipFill>
          <p:spPr>
            <a:xfrm>
              <a:off x="4289132" y="7900301"/>
              <a:ext cx="467131" cy="294081"/>
            </a:xfrm>
            <a:prstGeom prst="rect">
              <a:avLst/>
            </a:prstGeom>
          </p:spPr>
        </p:pic>
        <p:pic>
          <p:nvPicPr>
            <p:cNvPr id="474" name="object 474"/>
            <p:cNvPicPr/>
            <p:nvPr/>
          </p:nvPicPr>
          <p:blipFill>
            <a:blip r:embed="rId297" cstate="print"/>
            <a:stretch>
              <a:fillRect/>
            </a:stretch>
          </p:blipFill>
          <p:spPr>
            <a:xfrm>
              <a:off x="4782807" y="7900301"/>
              <a:ext cx="150025" cy="227202"/>
            </a:xfrm>
            <a:prstGeom prst="rect">
              <a:avLst/>
            </a:prstGeom>
          </p:spPr>
        </p:pic>
        <p:pic>
          <p:nvPicPr>
            <p:cNvPr id="475" name="object 475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4966830" y="7959229"/>
              <a:ext cx="169862" cy="172046"/>
            </a:xfrm>
            <a:prstGeom prst="rect">
              <a:avLst/>
            </a:prstGeom>
          </p:spPr>
        </p:pic>
        <p:pic>
          <p:nvPicPr>
            <p:cNvPr id="476" name="object 476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5170487" y="7959229"/>
              <a:ext cx="150215" cy="168275"/>
            </a:xfrm>
            <a:prstGeom prst="rect">
              <a:avLst/>
            </a:prstGeom>
          </p:spPr>
        </p:pic>
      </p:grpSp>
      <p:grpSp>
        <p:nvGrpSpPr>
          <p:cNvPr id="477" name="object 477"/>
          <p:cNvGrpSpPr/>
          <p:nvPr/>
        </p:nvGrpSpPr>
        <p:grpSpPr>
          <a:xfrm>
            <a:off x="5452643" y="7900301"/>
            <a:ext cx="1235710" cy="231140"/>
            <a:chOff x="5452643" y="7900301"/>
            <a:chExt cx="1235710" cy="231140"/>
          </a:xfrm>
        </p:grpSpPr>
        <p:pic>
          <p:nvPicPr>
            <p:cNvPr id="478" name="object 478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5452643" y="7900301"/>
              <a:ext cx="219671" cy="227202"/>
            </a:xfrm>
            <a:prstGeom prst="rect">
              <a:avLst/>
            </a:prstGeom>
          </p:spPr>
        </p:pic>
        <p:pic>
          <p:nvPicPr>
            <p:cNvPr id="479" name="object 479"/>
            <p:cNvPicPr/>
            <p:nvPr/>
          </p:nvPicPr>
          <p:blipFill>
            <a:blip r:embed="rId298" cstate="print"/>
            <a:stretch>
              <a:fillRect/>
            </a:stretch>
          </p:blipFill>
          <p:spPr>
            <a:xfrm>
              <a:off x="5706008" y="7959229"/>
              <a:ext cx="154584" cy="172046"/>
            </a:xfrm>
            <a:prstGeom prst="rect">
              <a:avLst/>
            </a:prstGeom>
          </p:spPr>
        </p:pic>
        <p:pic>
          <p:nvPicPr>
            <p:cNvPr id="480" name="object 480"/>
            <p:cNvPicPr/>
            <p:nvPr/>
          </p:nvPicPr>
          <p:blipFill>
            <a:blip r:embed="rId299" cstate="print"/>
            <a:stretch>
              <a:fillRect/>
            </a:stretch>
          </p:blipFill>
          <p:spPr>
            <a:xfrm>
              <a:off x="5884367" y="7959229"/>
              <a:ext cx="155384" cy="172046"/>
            </a:xfrm>
            <a:prstGeom prst="rect">
              <a:avLst/>
            </a:prstGeom>
          </p:spPr>
        </p:pic>
        <p:pic>
          <p:nvPicPr>
            <p:cNvPr id="481" name="object 481"/>
            <p:cNvPicPr/>
            <p:nvPr/>
          </p:nvPicPr>
          <p:blipFill>
            <a:blip r:embed="rId300" cstate="print"/>
            <a:stretch>
              <a:fillRect/>
            </a:stretch>
          </p:blipFill>
          <p:spPr>
            <a:xfrm>
              <a:off x="6070473" y="7900301"/>
              <a:ext cx="150012" cy="227202"/>
            </a:xfrm>
            <a:prstGeom prst="rect">
              <a:avLst/>
            </a:prstGeom>
          </p:spPr>
        </p:pic>
        <p:sp>
          <p:nvSpPr>
            <p:cNvPr id="482" name="object 482"/>
            <p:cNvSpPr/>
            <p:nvPr/>
          </p:nvSpPr>
          <p:spPr>
            <a:xfrm>
              <a:off x="6264605" y="7900301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3" name="object 483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6352425" y="7959229"/>
              <a:ext cx="150215" cy="168275"/>
            </a:xfrm>
            <a:prstGeom prst="rect">
              <a:avLst/>
            </a:prstGeom>
          </p:spPr>
        </p:pic>
        <p:pic>
          <p:nvPicPr>
            <p:cNvPr id="484" name="object 484"/>
            <p:cNvPicPr/>
            <p:nvPr/>
          </p:nvPicPr>
          <p:blipFill>
            <a:blip r:embed="rId301" cstate="print"/>
            <a:stretch>
              <a:fillRect/>
            </a:stretch>
          </p:blipFill>
          <p:spPr>
            <a:xfrm>
              <a:off x="6534061" y="7959229"/>
              <a:ext cx="153784" cy="172046"/>
            </a:xfrm>
            <a:prstGeom prst="rect">
              <a:avLst/>
            </a:prstGeom>
          </p:spPr>
        </p:pic>
      </p:grpSp>
      <p:grpSp>
        <p:nvGrpSpPr>
          <p:cNvPr id="485" name="object 485"/>
          <p:cNvGrpSpPr/>
          <p:nvPr/>
        </p:nvGrpSpPr>
        <p:grpSpPr>
          <a:xfrm>
            <a:off x="6813130" y="7900301"/>
            <a:ext cx="1296035" cy="294640"/>
            <a:chOff x="6813130" y="7900301"/>
            <a:chExt cx="1296035" cy="294640"/>
          </a:xfrm>
        </p:grpSpPr>
        <p:sp>
          <p:nvSpPr>
            <p:cNvPr id="486" name="object 486"/>
            <p:cNvSpPr/>
            <p:nvPr/>
          </p:nvSpPr>
          <p:spPr>
            <a:xfrm>
              <a:off x="6813130" y="7902574"/>
              <a:ext cx="160020" cy="224790"/>
            </a:xfrm>
            <a:custGeom>
              <a:avLst/>
              <a:gdLst/>
              <a:ahLst/>
              <a:cxnLst/>
              <a:rect l="l" t="t" r="r" b="b"/>
              <a:pathLst>
                <a:path w="160020" h="224790">
                  <a:moveTo>
                    <a:pt x="159943" y="186690"/>
                  </a:moveTo>
                  <a:lnTo>
                    <a:pt x="45847" y="186690"/>
                  </a:lnTo>
                  <a:lnTo>
                    <a:pt x="45847" y="0"/>
                  </a:lnTo>
                  <a:lnTo>
                    <a:pt x="0" y="0"/>
                  </a:lnTo>
                  <a:lnTo>
                    <a:pt x="0" y="186690"/>
                  </a:lnTo>
                  <a:lnTo>
                    <a:pt x="0" y="224790"/>
                  </a:lnTo>
                  <a:lnTo>
                    <a:pt x="159943" y="224790"/>
                  </a:lnTo>
                  <a:lnTo>
                    <a:pt x="159943" y="18669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7" name="object 487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6992784" y="7959229"/>
              <a:ext cx="153796" cy="172046"/>
            </a:xfrm>
            <a:prstGeom prst="rect">
              <a:avLst/>
            </a:prstGeom>
          </p:spPr>
        </p:pic>
        <p:pic>
          <p:nvPicPr>
            <p:cNvPr id="488" name="object 488"/>
            <p:cNvPicPr/>
            <p:nvPr/>
          </p:nvPicPr>
          <p:blipFill>
            <a:blip r:embed="rId302" cstate="print"/>
            <a:stretch>
              <a:fillRect/>
            </a:stretch>
          </p:blipFill>
          <p:spPr>
            <a:xfrm>
              <a:off x="7170559" y="7959229"/>
              <a:ext cx="154584" cy="172046"/>
            </a:xfrm>
            <a:prstGeom prst="rect">
              <a:avLst/>
            </a:prstGeom>
          </p:spPr>
        </p:pic>
        <p:pic>
          <p:nvPicPr>
            <p:cNvPr id="489" name="object 489"/>
            <p:cNvPicPr/>
            <p:nvPr/>
          </p:nvPicPr>
          <p:blipFill>
            <a:blip r:embed="rId303" cstate="print"/>
            <a:stretch>
              <a:fillRect/>
            </a:stretch>
          </p:blipFill>
          <p:spPr>
            <a:xfrm>
              <a:off x="7356652" y="7959229"/>
              <a:ext cx="275361" cy="168275"/>
            </a:xfrm>
            <a:prstGeom prst="rect">
              <a:avLst/>
            </a:prstGeom>
          </p:spPr>
        </p:pic>
        <p:sp>
          <p:nvSpPr>
            <p:cNvPr id="490" name="object 490"/>
            <p:cNvSpPr/>
            <p:nvPr/>
          </p:nvSpPr>
          <p:spPr>
            <a:xfrm>
              <a:off x="7676134" y="7900301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1" name="object 49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763954" y="7959229"/>
              <a:ext cx="150215" cy="168275"/>
            </a:xfrm>
            <a:prstGeom prst="rect">
              <a:avLst/>
            </a:prstGeom>
          </p:spPr>
        </p:pic>
        <p:pic>
          <p:nvPicPr>
            <p:cNvPr id="492" name="object 492"/>
            <p:cNvPicPr/>
            <p:nvPr/>
          </p:nvPicPr>
          <p:blipFill>
            <a:blip r:embed="rId304" cstate="print"/>
            <a:stretch>
              <a:fillRect/>
            </a:stretch>
          </p:blipFill>
          <p:spPr>
            <a:xfrm>
              <a:off x="7948561" y="7959229"/>
              <a:ext cx="160540" cy="235153"/>
            </a:xfrm>
            <a:prstGeom prst="rect">
              <a:avLst/>
            </a:prstGeom>
          </p:spPr>
        </p:pic>
      </p:grpSp>
      <p:grpSp>
        <p:nvGrpSpPr>
          <p:cNvPr id="493" name="object 493"/>
          <p:cNvGrpSpPr/>
          <p:nvPr/>
        </p:nvGrpSpPr>
        <p:grpSpPr>
          <a:xfrm>
            <a:off x="8242033" y="7896326"/>
            <a:ext cx="1412240" cy="298450"/>
            <a:chOff x="8242033" y="7896326"/>
            <a:chExt cx="1412240" cy="298450"/>
          </a:xfrm>
        </p:grpSpPr>
        <p:sp>
          <p:nvSpPr>
            <p:cNvPr id="494" name="object 494"/>
            <p:cNvSpPr/>
            <p:nvPr/>
          </p:nvSpPr>
          <p:spPr>
            <a:xfrm>
              <a:off x="8242033" y="7900301"/>
              <a:ext cx="236220" cy="227329"/>
            </a:xfrm>
            <a:custGeom>
              <a:avLst/>
              <a:gdLst/>
              <a:ahLst/>
              <a:cxnLst/>
              <a:rect l="l" t="t" r="r" b="b"/>
              <a:pathLst>
                <a:path w="236220" h="227329">
                  <a:moveTo>
                    <a:pt x="159931" y="188963"/>
                  </a:moveTo>
                  <a:lnTo>
                    <a:pt x="45834" y="188963"/>
                  </a:lnTo>
                  <a:lnTo>
                    <a:pt x="45834" y="2273"/>
                  </a:lnTo>
                  <a:lnTo>
                    <a:pt x="0" y="2273"/>
                  </a:lnTo>
                  <a:lnTo>
                    <a:pt x="0" y="188963"/>
                  </a:lnTo>
                  <a:lnTo>
                    <a:pt x="0" y="227063"/>
                  </a:lnTo>
                  <a:lnTo>
                    <a:pt x="159931" y="227063"/>
                  </a:lnTo>
                  <a:lnTo>
                    <a:pt x="159931" y="188963"/>
                  </a:lnTo>
                  <a:close/>
                </a:path>
                <a:path w="236220" h="227329">
                  <a:moveTo>
                    <a:pt x="235800" y="62509"/>
                  </a:moveTo>
                  <a:lnTo>
                    <a:pt x="192341" y="62509"/>
                  </a:lnTo>
                  <a:lnTo>
                    <a:pt x="192341" y="227203"/>
                  </a:lnTo>
                  <a:lnTo>
                    <a:pt x="235800" y="227203"/>
                  </a:lnTo>
                  <a:lnTo>
                    <a:pt x="235800" y="62509"/>
                  </a:lnTo>
                  <a:close/>
                </a:path>
                <a:path w="236220" h="227329">
                  <a:moveTo>
                    <a:pt x="235800" y="0"/>
                  </a:moveTo>
                  <a:lnTo>
                    <a:pt x="192341" y="0"/>
                  </a:lnTo>
                  <a:lnTo>
                    <a:pt x="192341" y="40284"/>
                  </a:lnTo>
                  <a:lnTo>
                    <a:pt x="235800" y="40284"/>
                  </a:lnTo>
                  <a:lnTo>
                    <a:pt x="235800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5" name="object 495"/>
            <p:cNvPicPr/>
            <p:nvPr/>
          </p:nvPicPr>
          <p:blipFill>
            <a:blip r:embed="rId305" cstate="print"/>
            <a:stretch>
              <a:fillRect/>
            </a:stretch>
          </p:blipFill>
          <p:spPr>
            <a:xfrm>
              <a:off x="8520607" y="7900301"/>
              <a:ext cx="160934" cy="230974"/>
            </a:xfrm>
            <a:prstGeom prst="rect">
              <a:avLst/>
            </a:prstGeom>
          </p:spPr>
        </p:pic>
        <p:pic>
          <p:nvPicPr>
            <p:cNvPr id="496" name="object 496"/>
            <p:cNvPicPr/>
            <p:nvPr/>
          </p:nvPicPr>
          <p:blipFill>
            <a:blip r:embed="rId306" cstate="print"/>
            <a:stretch>
              <a:fillRect/>
            </a:stretch>
          </p:blipFill>
          <p:spPr>
            <a:xfrm>
              <a:off x="8714549" y="7959229"/>
              <a:ext cx="268605" cy="172046"/>
            </a:xfrm>
            <a:prstGeom prst="rect">
              <a:avLst/>
            </a:prstGeom>
          </p:spPr>
        </p:pic>
        <p:pic>
          <p:nvPicPr>
            <p:cNvPr id="497" name="object 497"/>
            <p:cNvPicPr/>
            <p:nvPr/>
          </p:nvPicPr>
          <p:blipFill>
            <a:blip r:embed="rId307" cstate="print"/>
            <a:stretch>
              <a:fillRect/>
            </a:stretch>
          </p:blipFill>
          <p:spPr>
            <a:xfrm>
              <a:off x="9014675" y="7900301"/>
              <a:ext cx="168998" cy="227202"/>
            </a:xfrm>
            <a:prstGeom prst="rect">
              <a:avLst/>
            </a:prstGeom>
          </p:spPr>
        </p:pic>
        <p:pic>
          <p:nvPicPr>
            <p:cNvPr id="498" name="object 498"/>
            <p:cNvPicPr/>
            <p:nvPr/>
          </p:nvPicPr>
          <p:blipFill>
            <a:blip r:embed="rId308" cstate="print"/>
            <a:stretch>
              <a:fillRect/>
            </a:stretch>
          </p:blipFill>
          <p:spPr>
            <a:xfrm>
              <a:off x="9215729" y="7959229"/>
              <a:ext cx="153784" cy="172046"/>
            </a:xfrm>
            <a:prstGeom prst="rect">
              <a:avLst/>
            </a:prstGeom>
          </p:spPr>
        </p:pic>
        <p:pic>
          <p:nvPicPr>
            <p:cNvPr id="499" name="object 499"/>
            <p:cNvPicPr/>
            <p:nvPr/>
          </p:nvPicPr>
          <p:blipFill>
            <a:blip r:embed="rId309" cstate="print"/>
            <a:stretch>
              <a:fillRect/>
            </a:stretch>
          </p:blipFill>
          <p:spPr>
            <a:xfrm>
              <a:off x="9389732" y="7959229"/>
              <a:ext cx="153784" cy="172046"/>
            </a:xfrm>
            <a:prstGeom prst="rect">
              <a:avLst/>
            </a:prstGeom>
          </p:spPr>
        </p:pic>
        <p:sp>
          <p:nvSpPr>
            <p:cNvPr id="500" name="object 500"/>
            <p:cNvSpPr/>
            <p:nvPr/>
          </p:nvSpPr>
          <p:spPr>
            <a:xfrm>
              <a:off x="9575431" y="7896326"/>
              <a:ext cx="79375" cy="298450"/>
            </a:xfrm>
            <a:custGeom>
              <a:avLst/>
              <a:gdLst/>
              <a:ahLst/>
              <a:cxnLst/>
              <a:rect l="l" t="t" r="r" b="b"/>
              <a:pathLst>
                <a:path w="79375" h="298450">
                  <a:moveTo>
                    <a:pt x="78778" y="0"/>
                  </a:moveTo>
                  <a:lnTo>
                    <a:pt x="49009" y="0"/>
                  </a:lnTo>
                  <a:lnTo>
                    <a:pt x="39241" y="15021"/>
                  </a:lnTo>
                  <a:lnTo>
                    <a:pt x="15278" y="64096"/>
                  </a:lnTo>
                  <a:lnTo>
                    <a:pt x="3819" y="105225"/>
                  </a:lnTo>
                  <a:lnTo>
                    <a:pt x="0" y="148831"/>
                  </a:lnTo>
                  <a:lnTo>
                    <a:pt x="769" y="167050"/>
                  </a:lnTo>
                  <a:lnTo>
                    <a:pt x="12306" y="223646"/>
                  </a:lnTo>
                  <a:lnTo>
                    <a:pt x="27584" y="261494"/>
                  </a:lnTo>
                  <a:lnTo>
                    <a:pt x="48425" y="298056"/>
                  </a:lnTo>
                  <a:lnTo>
                    <a:pt x="78384" y="298056"/>
                  </a:lnTo>
                  <a:lnTo>
                    <a:pt x="72057" y="284128"/>
                  </a:lnTo>
                  <a:lnTo>
                    <a:pt x="66773" y="271911"/>
                  </a:lnTo>
                  <a:lnTo>
                    <a:pt x="51892" y="227953"/>
                  </a:lnTo>
                  <a:lnTo>
                    <a:pt x="44240" y="188699"/>
                  </a:lnTo>
                  <a:lnTo>
                    <a:pt x="41668" y="149821"/>
                  </a:lnTo>
                  <a:lnTo>
                    <a:pt x="42165" y="131617"/>
                  </a:lnTo>
                  <a:lnTo>
                    <a:pt x="49606" y="79971"/>
                  </a:lnTo>
                  <a:lnTo>
                    <a:pt x="60872" y="43510"/>
                  </a:lnTo>
                  <a:lnTo>
                    <a:pt x="68996" y="22636"/>
                  </a:lnTo>
                  <a:lnTo>
                    <a:pt x="7877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1" name="object 501"/>
          <p:cNvGrpSpPr/>
          <p:nvPr/>
        </p:nvGrpSpPr>
        <p:grpSpPr>
          <a:xfrm>
            <a:off x="9764217" y="7896326"/>
            <a:ext cx="1678939" cy="235585"/>
            <a:chOff x="9764217" y="7896326"/>
            <a:chExt cx="1678939" cy="235585"/>
          </a:xfrm>
        </p:grpSpPr>
        <p:pic>
          <p:nvPicPr>
            <p:cNvPr id="502" name="object 502"/>
            <p:cNvPicPr/>
            <p:nvPr/>
          </p:nvPicPr>
          <p:blipFill>
            <a:blip r:embed="rId310" cstate="print"/>
            <a:stretch>
              <a:fillRect/>
            </a:stretch>
          </p:blipFill>
          <p:spPr>
            <a:xfrm>
              <a:off x="9764217" y="7896326"/>
              <a:ext cx="184746" cy="235153"/>
            </a:xfrm>
            <a:prstGeom prst="rect">
              <a:avLst/>
            </a:prstGeom>
          </p:spPr>
        </p:pic>
        <p:pic>
          <p:nvPicPr>
            <p:cNvPr id="503" name="object 503"/>
            <p:cNvPicPr/>
            <p:nvPr/>
          </p:nvPicPr>
          <p:blipFill>
            <a:blip r:embed="rId311" cstate="print"/>
            <a:stretch>
              <a:fillRect/>
            </a:stretch>
          </p:blipFill>
          <p:spPr>
            <a:xfrm>
              <a:off x="9977564" y="7959229"/>
              <a:ext cx="155384" cy="172046"/>
            </a:xfrm>
            <a:prstGeom prst="rect">
              <a:avLst/>
            </a:prstGeom>
          </p:spPr>
        </p:pic>
        <p:sp>
          <p:nvSpPr>
            <p:cNvPr id="504" name="object 504"/>
            <p:cNvSpPr/>
            <p:nvPr/>
          </p:nvSpPr>
          <p:spPr>
            <a:xfrm>
              <a:off x="10163873" y="7900301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5" name="object 505"/>
            <p:cNvPicPr/>
            <p:nvPr/>
          </p:nvPicPr>
          <p:blipFill>
            <a:blip r:embed="rId312" cstate="print"/>
            <a:stretch>
              <a:fillRect/>
            </a:stretch>
          </p:blipFill>
          <p:spPr>
            <a:xfrm>
              <a:off x="10250487" y="7900301"/>
              <a:ext cx="152209" cy="227202"/>
            </a:xfrm>
            <a:prstGeom prst="rect">
              <a:avLst/>
            </a:prstGeom>
          </p:spPr>
        </p:pic>
        <p:sp>
          <p:nvSpPr>
            <p:cNvPr id="506" name="object 506"/>
            <p:cNvSpPr/>
            <p:nvPr/>
          </p:nvSpPr>
          <p:spPr>
            <a:xfrm>
              <a:off x="10428656" y="7900301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7" name="object 507"/>
            <p:cNvPicPr/>
            <p:nvPr/>
          </p:nvPicPr>
          <p:blipFill>
            <a:blip r:embed="rId313" cstate="print"/>
            <a:stretch>
              <a:fillRect/>
            </a:stretch>
          </p:blipFill>
          <p:spPr>
            <a:xfrm>
              <a:off x="10498810" y="7904657"/>
              <a:ext cx="97040" cy="226618"/>
            </a:xfrm>
            <a:prstGeom prst="rect">
              <a:avLst/>
            </a:prstGeom>
          </p:spPr>
        </p:pic>
        <p:sp>
          <p:nvSpPr>
            <p:cNvPr id="508" name="object 508"/>
            <p:cNvSpPr/>
            <p:nvPr/>
          </p:nvSpPr>
          <p:spPr>
            <a:xfrm>
              <a:off x="10617632" y="7900301"/>
              <a:ext cx="154305" cy="227329"/>
            </a:xfrm>
            <a:custGeom>
              <a:avLst/>
              <a:gdLst/>
              <a:ahLst/>
              <a:cxnLst/>
              <a:rect l="l" t="t" r="r" b="b"/>
              <a:pathLst>
                <a:path w="154304" h="227329">
                  <a:moveTo>
                    <a:pt x="85534" y="123024"/>
                  </a:moveTo>
                  <a:lnTo>
                    <a:pt x="0" y="123024"/>
                  </a:lnTo>
                  <a:lnTo>
                    <a:pt x="0" y="166687"/>
                  </a:lnTo>
                  <a:lnTo>
                    <a:pt x="85534" y="166687"/>
                  </a:lnTo>
                  <a:lnTo>
                    <a:pt x="85534" y="123024"/>
                  </a:lnTo>
                  <a:close/>
                </a:path>
                <a:path w="154304" h="227329">
                  <a:moveTo>
                    <a:pt x="154152" y="0"/>
                  </a:moveTo>
                  <a:lnTo>
                    <a:pt x="110693" y="0"/>
                  </a:lnTo>
                  <a:lnTo>
                    <a:pt x="110693" y="227203"/>
                  </a:lnTo>
                  <a:lnTo>
                    <a:pt x="154152" y="227203"/>
                  </a:lnTo>
                  <a:lnTo>
                    <a:pt x="154152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9" name="object 509"/>
            <p:cNvPicPr/>
            <p:nvPr/>
          </p:nvPicPr>
          <p:blipFill>
            <a:blip r:embed="rId314" cstate="print"/>
            <a:stretch>
              <a:fillRect/>
            </a:stretch>
          </p:blipFill>
          <p:spPr>
            <a:xfrm>
              <a:off x="10803839" y="7959229"/>
              <a:ext cx="153784" cy="172046"/>
            </a:xfrm>
            <a:prstGeom prst="rect">
              <a:avLst/>
            </a:prstGeom>
          </p:spPr>
        </p:pic>
        <p:pic>
          <p:nvPicPr>
            <p:cNvPr id="510" name="object 510"/>
            <p:cNvPicPr/>
            <p:nvPr/>
          </p:nvPicPr>
          <p:blipFill>
            <a:blip r:embed="rId315" cstate="print"/>
            <a:stretch>
              <a:fillRect/>
            </a:stretch>
          </p:blipFill>
          <p:spPr>
            <a:xfrm>
              <a:off x="10981601" y="7959229"/>
              <a:ext cx="154584" cy="172046"/>
            </a:xfrm>
            <a:prstGeom prst="rect">
              <a:avLst/>
            </a:prstGeom>
          </p:spPr>
        </p:pic>
        <p:pic>
          <p:nvPicPr>
            <p:cNvPr id="511" name="object 511"/>
            <p:cNvPicPr/>
            <p:nvPr/>
          </p:nvPicPr>
          <p:blipFill>
            <a:blip r:embed="rId316" cstate="print"/>
            <a:stretch>
              <a:fillRect/>
            </a:stretch>
          </p:blipFill>
          <p:spPr>
            <a:xfrm>
              <a:off x="11167706" y="7959229"/>
              <a:ext cx="275361" cy="168275"/>
            </a:xfrm>
            <a:prstGeom prst="rect">
              <a:avLst/>
            </a:prstGeom>
          </p:spPr>
        </p:pic>
      </p:grpSp>
      <p:grpSp>
        <p:nvGrpSpPr>
          <p:cNvPr id="513" name="object 513"/>
          <p:cNvGrpSpPr/>
          <p:nvPr/>
        </p:nvGrpSpPr>
        <p:grpSpPr>
          <a:xfrm>
            <a:off x="11752021" y="7900301"/>
            <a:ext cx="1091565" cy="231140"/>
            <a:chOff x="11752021" y="7900301"/>
            <a:chExt cx="1091565" cy="231140"/>
          </a:xfrm>
        </p:grpSpPr>
        <p:pic>
          <p:nvPicPr>
            <p:cNvPr id="514" name="object 514"/>
            <p:cNvPicPr/>
            <p:nvPr/>
          </p:nvPicPr>
          <p:blipFill>
            <a:blip r:embed="rId317" cstate="print"/>
            <a:stretch>
              <a:fillRect/>
            </a:stretch>
          </p:blipFill>
          <p:spPr>
            <a:xfrm>
              <a:off x="11752021" y="7900301"/>
              <a:ext cx="174218" cy="227202"/>
            </a:xfrm>
            <a:prstGeom prst="rect">
              <a:avLst/>
            </a:prstGeom>
          </p:spPr>
        </p:pic>
        <p:pic>
          <p:nvPicPr>
            <p:cNvPr id="515" name="object 515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11952071" y="7959229"/>
              <a:ext cx="154584" cy="172046"/>
            </a:xfrm>
            <a:prstGeom prst="rect">
              <a:avLst/>
            </a:prstGeom>
          </p:spPr>
        </p:pic>
        <p:pic>
          <p:nvPicPr>
            <p:cNvPr id="516" name="object 516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12139765" y="7959229"/>
              <a:ext cx="150215" cy="168275"/>
            </a:xfrm>
            <a:prstGeom prst="rect">
              <a:avLst/>
            </a:prstGeom>
          </p:spPr>
        </p:pic>
        <p:pic>
          <p:nvPicPr>
            <p:cNvPr id="517" name="object 517"/>
            <p:cNvPicPr/>
            <p:nvPr/>
          </p:nvPicPr>
          <p:blipFill>
            <a:blip r:embed="rId318" cstate="print"/>
            <a:stretch>
              <a:fillRect/>
            </a:stretch>
          </p:blipFill>
          <p:spPr>
            <a:xfrm>
              <a:off x="12324463" y="7900301"/>
              <a:ext cx="160653" cy="230974"/>
            </a:xfrm>
            <a:prstGeom prst="rect">
              <a:avLst/>
            </a:prstGeom>
          </p:spPr>
        </p:pic>
        <p:pic>
          <p:nvPicPr>
            <p:cNvPr id="518" name="object 518"/>
            <p:cNvPicPr/>
            <p:nvPr/>
          </p:nvPicPr>
          <p:blipFill>
            <a:blip r:embed="rId319" cstate="print"/>
            <a:stretch>
              <a:fillRect/>
            </a:stretch>
          </p:blipFill>
          <p:spPr>
            <a:xfrm>
              <a:off x="12516536" y="7959229"/>
              <a:ext cx="326593" cy="172046"/>
            </a:xfrm>
            <a:prstGeom prst="rect">
              <a:avLst/>
            </a:prstGeom>
          </p:spPr>
        </p:pic>
      </p:grpSp>
      <p:sp>
        <p:nvSpPr>
          <p:cNvPr id="519" name="object 519"/>
          <p:cNvSpPr/>
          <p:nvPr/>
        </p:nvSpPr>
        <p:spPr>
          <a:xfrm>
            <a:off x="12946189" y="7896326"/>
            <a:ext cx="88900" cy="235585"/>
          </a:xfrm>
          <a:custGeom>
            <a:avLst/>
            <a:gdLst/>
            <a:ahLst/>
            <a:cxnLst/>
            <a:rect l="l" t="t" r="r" b="b"/>
            <a:pathLst>
              <a:path w="88900" h="235584">
                <a:moveTo>
                  <a:pt x="88900" y="0"/>
                </a:moveTo>
                <a:lnTo>
                  <a:pt x="56159" y="0"/>
                </a:lnTo>
                <a:lnTo>
                  <a:pt x="0" y="235153"/>
                </a:lnTo>
                <a:lnTo>
                  <a:pt x="31953" y="235153"/>
                </a:lnTo>
                <a:lnTo>
                  <a:pt x="88900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20" name="object 520"/>
          <p:cNvPicPr/>
          <p:nvPr/>
        </p:nvPicPr>
        <p:blipFill>
          <a:blip r:embed="rId320" cstate="print"/>
          <a:stretch>
            <a:fillRect/>
          </a:stretch>
        </p:blipFill>
        <p:spPr>
          <a:xfrm>
            <a:off x="13146620" y="7900301"/>
            <a:ext cx="180187" cy="227202"/>
          </a:xfrm>
          <a:prstGeom prst="rect">
            <a:avLst/>
          </a:prstGeom>
        </p:spPr>
      </p:pic>
      <p:sp>
        <p:nvSpPr>
          <p:cNvPr id="512" name="object 512"/>
          <p:cNvSpPr/>
          <p:nvPr/>
        </p:nvSpPr>
        <p:spPr>
          <a:xfrm>
            <a:off x="11570639" y="8083854"/>
            <a:ext cx="47625" cy="94615"/>
          </a:xfrm>
          <a:custGeom>
            <a:avLst/>
            <a:gdLst/>
            <a:ahLst/>
            <a:cxnLst/>
            <a:rect l="l" t="t" r="r" b="b"/>
            <a:pathLst>
              <a:path w="47625" h="94615">
                <a:moveTo>
                  <a:pt x="47218" y="0"/>
                </a:moveTo>
                <a:lnTo>
                  <a:pt x="3568" y="0"/>
                </a:lnTo>
                <a:lnTo>
                  <a:pt x="3568" y="43649"/>
                </a:lnTo>
                <a:lnTo>
                  <a:pt x="24803" y="43649"/>
                </a:lnTo>
                <a:lnTo>
                  <a:pt x="24536" y="52387"/>
                </a:lnTo>
                <a:lnTo>
                  <a:pt x="22555" y="59258"/>
                </a:lnTo>
                <a:lnTo>
                  <a:pt x="15138" y="69456"/>
                </a:lnTo>
                <a:lnTo>
                  <a:pt x="8851" y="73482"/>
                </a:lnTo>
                <a:lnTo>
                  <a:pt x="0" y="76390"/>
                </a:lnTo>
                <a:lnTo>
                  <a:pt x="8521" y="94259"/>
                </a:lnTo>
                <a:lnTo>
                  <a:pt x="41732" y="68389"/>
                </a:lnTo>
                <a:lnTo>
                  <a:pt x="47218" y="31153"/>
                </a:lnTo>
                <a:lnTo>
                  <a:pt x="4721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1" name="object 521"/>
          <p:cNvGrpSpPr/>
          <p:nvPr/>
        </p:nvGrpSpPr>
        <p:grpSpPr>
          <a:xfrm>
            <a:off x="13374129" y="7896326"/>
            <a:ext cx="932180" cy="298450"/>
            <a:chOff x="13374129" y="7896326"/>
            <a:chExt cx="932180" cy="298450"/>
          </a:xfrm>
        </p:grpSpPr>
        <p:pic>
          <p:nvPicPr>
            <p:cNvPr id="522" name="object 522"/>
            <p:cNvPicPr/>
            <p:nvPr/>
          </p:nvPicPr>
          <p:blipFill>
            <a:blip r:embed="rId321" cstate="print"/>
            <a:stretch>
              <a:fillRect/>
            </a:stretch>
          </p:blipFill>
          <p:spPr>
            <a:xfrm>
              <a:off x="13374129" y="7962811"/>
              <a:ext cx="149821" cy="168465"/>
            </a:xfrm>
            <a:prstGeom prst="rect">
              <a:avLst/>
            </a:prstGeom>
          </p:spPr>
        </p:pic>
        <p:pic>
          <p:nvPicPr>
            <p:cNvPr id="523" name="object 523"/>
            <p:cNvPicPr/>
            <p:nvPr/>
          </p:nvPicPr>
          <p:blipFill>
            <a:blip r:embed="rId322" cstate="print"/>
            <a:stretch>
              <a:fillRect/>
            </a:stretch>
          </p:blipFill>
          <p:spPr>
            <a:xfrm>
              <a:off x="13565683" y="7959229"/>
              <a:ext cx="242290" cy="168275"/>
            </a:xfrm>
            <a:prstGeom prst="rect">
              <a:avLst/>
            </a:prstGeom>
          </p:spPr>
        </p:pic>
        <p:pic>
          <p:nvPicPr>
            <p:cNvPr id="524" name="object 524"/>
            <p:cNvPicPr/>
            <p:nvPr/>
          </p:nvPicPr>
          <p:blipFill>
            <a:blip r:embed="rId323" cstate="print"/>
            <a:stretch>
              <a:fillRect/>
            </a:stretch>
          </p:blipFill>
          <p:spPr>
            <a:xfrm>
              <a:off x="13851560" y="7900301"/>
              <a:ext cx="360197" cy="294081"/>
            </a:xfrm>
            <a:prstGeom prst="rect">
              <a:avLst/>
            </a:prstGeom>
          </p:spPr>
        </p:pic>
        <p:sp>
          <p:nvSpPr>
            <p:cNvPr id="525" name="object 525"/>
            <p:cNvSpPr/>
            <p:nvPr/>
          </p:nvSpPr>
          <p:spPr>
            <a:xfrm>
              <a:off x="14227201" y="7896326"/>
              <a:ext cx="79375" cy="298450"/>
            </a:xfrm>
            <a:custGeom>
              <a:avLst/>
              <a:gdLst/>
              <a:ahLst/>
              <a:cxnLst/>
              <a:rect l="l" t="t" r="r" b="b"/>
              <a:pathLst>
                <a:path w="79375" h="298450">
                  <a:moveTo>
                    <a:pt x="29768" y="0"/>
                  </a:moveTo>
                  <a:lnTo>
                    <a:pt x="0" y="0"/>
                  </a:lnTo>
                  <a:lnTo>
                    <a:pt x="9789" y="22636"/>
                  </a:lnTo>
                  <a:lnTo>
                    <a:pt x="17914" y="43510"/>
                  </a:lnTo>
                  <a:lnTo>
                    <a:pt x="29171" y="79971"/>
                  </a:lnTo>
                  <a:lnTo>
                    <a:pt x="36613" y="131617"/>
                  </a:lnTo>
                  <a:lnTo>
                    <a:pt x="37109" y="149821"/>
                  </a:lnTo>
                  <a:lnTo>
                    <a:pt x="36973" y="158801"/>
                  </a:lnTo>
                  <a:lnTo>
                    <a:pt x="30317" y="212156"/>
                  </a:lnTo>
                  <a:lnTo>
                    <a:pt x="15401" y="263821"/>
                  </a:lnTo>
                  <a:lnTo>
                    <a:pt x="406" y="298056"/>
                  </a:lnTo>
                  <a:lnTo>
                    <a:pt x="30365" y="298056"/>
                  </a:lnTo>
                  <a:lnTo>
                    <a:pt x="53336" y="257278"/>
                  </a:lnTo>
                  <a:lnTo>
                    <a:pt x="68668" y="215899"/>
                  </a:lnTo>
                  <a:lnTo>
                    <a:pt x="78336" y="162993"/>
                  </a:lnTo>
                  <a:lnTo>
                    <a:pt x="78981" y="146443"/>
                  </a:lnTo>
                  <a:lnTo>
                    <a:pt x="78176" y="127360"/>
                  </a:lnTo>
                  <a:lnTo>
                    <a:pt x="71732" y="89559"/>
                  </a:lnTo>
                  <a:lnTo>
                    <a:pt x="58983" y="52352"/>
                  </a:lnTo>
                  <a:lnTo>
                    <a:pt x="40819" y="16930"/>
                  </a:lnTo>
                  <a:lnTo>
                    <a:pt x="2976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6" name="object 526"/>
          <p:cNvPicPr/>
          <p:nvPr/>
        </p:nvPicPr>
        <p:blipFill>
          <a:blip r:embed="rId324" cstate="print"/>
          <a:stretch>
            <a:fillRect/>
          </a:stretch>
        </p:blipFill>
        <p:spPr>
          <a:xfrm>
            <a:off x="2845396" y="8421268"/>
            <a:ext cx="78581" cy="78574"/>
          </a:xfrm>
          <a:prstGeom prst="rect">
            <a:avLst/>
          </a:prstGeom>
        </p:spPr>
      </p:pic>
      <p:grpSp>
        <p:nvGrpSpPr>
          <p:cNvPr id="527" name="object 527"/>
          <p:cNvGrpSpPr/>
          <p:nvPr/>
        </p:nvGrpSpPr>
        <p:grpSpPr>
          <a:xfrm>
            <a:off x="3121621" y="8344674"/>
            <a:ext cx="838200" cy="231140"/>
            <a:chOff x="3121621" y="8344674"/>
            <a:chExt cx="838200" cy="231140"/>
          </a:xfrm>
        </p:grpSpPr>
        <p:pic>
          <p:nvPicPr>
            <p:cNvPr id="528" name="object 528"/>
            <p:cNvPicPr/>
            <p:nvPr/>
          </p:nvPicPr>
          <p:blipFill>
            <a:blip r:embed="rId325" cstate="print"/>
            <a:stretch>
              <a:fillRect/>
            </a:stretch>
          </p:blipFill>
          <p:spPr>
            <a:xfrm>
              <a:off x="3121621" y="8344674"/>
              <a:ext cx="369978" cy="230974"/>
            </a:xfrm>
            <a:prstGeom prst="rect">
              <a:avLst/>
            </a:prstGeom>
          </p:spPr>
        </p:pic>
        <p:pic>
          <p:nvPicPr>
            <p:cNvPr id="529" name="object 529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3515579" y="8403602"/>
              <a:ext cx="154583" cy="172046"/>
            </a:xfrm>
            <a:prstGeom prst="rect">
              <a:avLst/>
            </a:prstGeom>
          </p:spPr>
        </p:pic>
        <p:pic>
          <p:nvPicPr>
            <p:cNvPr id="530" name="object 530"/>
            <p:cNvPicPr/>
            <p:nvPr/>
          </p:nvPicPr>
          <p:blipFill>
            <a:blip r:embed="rId326" cstate="print"/>
            <a:stretch>
              <a:fillRect/>
            </a:stretch>
          </p:blipFill>
          <p:spPr>
            <a:xfrm>
              <a:off x="3693942" y="8349030"/>
              <a:ext cx="265282" cy="226618"/>
            </a:xfrm>
            <a:prstGeom prst="rect">
              <a:avLst/>
            </a:prstGeom>
          </p:spPr>
        </p:pic>
      </p:grpSp>
      <p:grpSp>
        <p:nvGrpSpPr>
          <p:cNvPr id="531" name="object 531"/>
          <p:cNvGrpSpPr/>
          <p:nvPr/>
        </p:nvGrpSpPr>
        <p:grpSpPr>
          <a:xfrm>
            <a:off x="4074972" y="8344674"/>
            <a:ext cx="916940" cy="231140"/>
            <a:chOff x="4074972" y="8344674"/>
            <a:chExt cx="916940" cy="231140"/>
          </a:xfrm>
        </p:grpSpPr>
        <p:pic>
          <p:nvPicPr>
            <p:cNvPr id="532" name="object 532"/>
            <p:cNvPicPr/>
            <p:nvPr/>
          </p:nvPicPr>
          <p:blipFill>
            <a:blip r:embed="rId327" cstate="print"/>
            <a:stretch>
              <a:fillRect/>
            </a:stretch>
          </p:blipFill>
          <p:spPr>
            <a:xfrm>
              <a:off x="4074972" y="8344674"/>
              <a:ext cx="180187" cy="227202"/>
            </a:xfrm>
            <a:prstGeom prst="rect">
              <a:avLst/>
            </a:prstGeom>
          </p:spPr>
        </p:pic>
        <p:pic>
          <p:nvPicPr>
            <p:cNvPr id="533" name="object 533"/>
            <p:cNvPicPr/>
            <p:nvPr/>
          </p:nvPicPr>
          <p:blipFill>
            <a:blip r:embed="rId328" cstate="print"/>
            <a:stretch>
              <a:fillRect/>
            </a:stretch>
          </p:blipFill>
          <p:spPr>
            <a:xfrm>
              <a:off x="4291965" y="8349030"/>
              <a:ext cx="267055" cy="226618"/>
            </a:xfrm>
            <a:prstGeom prst="rect">
              <a:avLst/>
            </a:prstGeom>
          </p:spPr>
        </p:pic>
        <p:sp>
          <p:nvSpPr>
            <p:cNvPr id="534" name="object 534"/>
            <p:cNvSpPr/>
            <p:nvPr/>
          </p:nvSpPr>
          <p:spPr>
            <a:xfrm>
              <a:off x="4585779" y="834467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4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5" name="object 535"/>
            <p:cNvPicPr/>
            <p:nvPr/>
          </p:nvPicPr>
          <p:blipFill>
            <a:blip r:embed="rId329" cstate="print"/>
            <a:stretch>
              <a:fillRect/>
            </a:stretch>
          </p:blipFill>
          <p:spPr>
            <a:xfrm>
              <a:off x="4652949" y="8403602"/>
              <a:ext cx="338696" cy="172046"/>
            </a:xfrm>
            <a:prstGeom prst="rect">
              <a:avLst/>
            </a:prstGeom>
          </p:spPr>
        </p:pic>
      </p:grpSp>
      <p:sp>
        <p:nvSpPr>
          <p:cNvPr id="536" name="object 536"/>
          <p:cNvSpPr/>
          <p:nvPr/>
        </p:nvSpPr>
        <p:spPr>
          <a:xfrm>
            <a:off x="5091938" y="8473261"/>
            <a:ext cx="177165" cy="33020"/>
          </a:xfrm>
          <a:custGeom>
            <a:avLst/>
            <a:gdLst/>
            <a:ahLst/>
            <a:cxnLst/>
            <a:rect l="l" t="t" r="r" b="b"/>
            <a:pathLst>
              <a:path w="177164" h="33020">
                <a:moveTo>
                  <a:pt x="176606" y="0"/>
                </a:moveTo>
                <a:lnTo>
                  <a:pt x="0" y="0"/>
                </a:lnTo>
                <a:lnTo>
                  <a:pt x="0" y="32537"/>
                </a:lnTo>
                <a:lnTo>
                  <a:pt x="176606" y="32537"/>
                </a:lnTo>
                <a:lnTo>
                  <a:pt x="176606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37" name="object 537"/>
          <p:cNvGrpSpPr/>
          <p:nvPr/>
        </p:nvGrpSpPr>
        <p:grpSpPr>
          <a:xfrm>
            <a:off x="5376760" y="8344674"/>
            <a:ext cx="717550" cy="231140"/>
            <a:chOff x="5376760" y="8344674"/>
            <a:chExt cx="717550" cy="231140"/>
          </a:xfrm>
        </p:grpSpPr>
        <p:pic>
          <p:nvPicPr>
            <p:cNvPr id="538" name="object 538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5376760" y="8403602"/>
              <a:ext cx="242290" cy="168275"/>
            </a:xfrm>
            <a:prstGeom prst="rect">
              <a:avLst/>
            </a:prstGeom>
          </p:spPr>
        </p:pic>
        <p:pic>
          <p:nvPicPr>
            <p:cNvPr id="539" name="object 539"/>
            <p:cNvPicPr/>
            <p:nvPr/>
          </p:nvPicPr>
          <p:blipFill>
            <a:blip r:embed="rId330" cstate="print"/>
            <a:stretch>
              <a:fillRect/>
            </a:stretch>
          </p:blipFill>
          <p:spPr>
            <a:xfrm>
              <a:off x="5652325" y="8403602"/>
              <a:ext cx="169862" cy="172046"/>
            </a:xfrm>
            <a:prstGeom prst="rect">
              <a:avLst/>
            </a:prstGeom>
          </p:spPr>
        </p:pic>
        <p:pic>
          <p:nvPicPr>
            <p:cNvPr id="540" name="object 540"/>
            <p:cNvPicPr/>
            <p:nvPr/>
          </p:nvPicPr>
          <p:blipFill>
            <a:blip r:embed="rId331" cstate="print"/>
            <a:stretch>
              <a:fillRect/>
            </a:stretch>
          </p:blipFill>
          <p:spPr>
            <a:xfrm>
              <a:off x="5854395" y="8344674"/>
              <a:ext cx="160934" cy="230974"/>
            </a:xfrm>
            <a:prstGeom prst="rect">
              <a:avLst/>
            </a:prstGeom>
          </p:spPr>
        </p:pic>
        <p:sp>
          <p:nvSpPr>
            <p:cNvPr id="541" name="object 541"/>
            <p:cNvSpPr/>
            <p:nvPr/>
          </p:nvSpPr>
          <p:spPr>
            <a:xfrm>
              <a:off x="6050318" y="834467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2" name="object 542"/>
          <p:cNvGrpSpPr/>
          <p:nvPr/>
        </p:nvGrpSpPr>
        <p:grpSpPr>
          <a:xfrm>
            <a:off x="6138532" y="8344674"/>
            <a:ext cx="229870" cy="231140"/>
            <a:chOff x="6138532" y="8344674"/>
            <a:chExt cx="229870" cy="231140"/>
          </a:xfrm>
        </p:grpSpPr>
        <p:sp>
          <p:nvSpPr>
            <p:cNvPr id="543" name="object 543"/>
            <p:cNvSpPr/>
            <p:nvPr/>
          </p:nvSpPr>
          <p:spPr>
            <a:xfrm>
              <a:off x="6138532" y="834467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4" name="object 544"/>
            <p:cNvPicPr/>
            <p:nvPr/>
          </p:nvPicPr>
          <p:blipFill>
            <a:blip r:embed="rId332" cstate="print"/>
            <a:stretch>
              <a:fillRect/>
            </a:stretch>
          </p:blipFill>
          <p:spPr>
            <a:xfrm>
              <a:off x="6214046" y="8403602"/>
              <a:ext cx="153784" cy="172046"/>
            </a:xfrm>
            <a:prstGeom prst="rect">
              <a:avLst/>
            </a:prstGeom>
          </p:spPr>
        </p:pic>
      </p:grpSp>
      <p:grpSp>
        <p:nvGrpSpPr>
          <p:cNvPr id="545" name="object 545"/>
          <p:cNvGrpSpPr/>
          <p:nvPr/>
        </p:nvGrpSpPr>
        <p:grpSpPr>
          <a:xfrm>
            <a:off x="6491528" y="8344674"/>
            <a:ext cx="1191895" cy="294640"/>
            <a:chOff x="6491528" y="8344674"/>
            <a:chExt cx="1191895" cy="294640"/>
          </a:xfrm>
        </p:grpSpPr>
        <p:sp>
          <p:nvSpPr>
            <p:cNvPr id="546" name="object 546"/>
            <p:cNvSpPr/>
            <p:nvPr/>
          </p:nvSpPr>
          <p:spPr>
            <a:xfrm>
              <a:off x="6491528" y="834467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7" name="object 547"/>
            <p:cNvPicPr/>
            <p:nvPr/>
          </p:nvPicPr>
          <p:blipFill>
            <a:blip r:embed="rId333" cstate="print"/>
            <a:stretch>
              <a:fillRect/>
            </a:stretch>
          </p:blipFill>
          <p:spPr>
            <a:xfrm>
              <a:off x="6567043" y="8403602"/>
              <a:ext cx="153797" cy="172046"/>
            </a:xfrm>
            <a:prstGeom prst="rect">
              <a:avLst/>
            </a:prstGeom>
          </p:spPr>
        </p:pic>
        <p:pic>
          <p:nvPicPr>
            <p:cNvPr id="548" name="object 548"/>
            <p:cNvPicPr/>
            <p:nvPr/>
          </p:nvPicPr>
          <p:blipFill>
            <a:blip r:embed="rId334" cstate="print"/>
            <a:stretch>
              <a:fillRect/>
            </a:stretch>
          </p:blipFill>
          <p:spPr>
            <a:xfrm>
              <a:off x="6744817" y="8403602"/>
              <a:ext cx="154584" cy="172046"/>
            </a:xfrm>
            <a:prstGeom prst="rect">
              <a:avLst/>
            </a:prstGeom>
          </p:spPr>
        </p:pic>
        <p:pic>
          <p:nvPicPr>
            <p:cNvPr id="549" name="object 549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6930910" y="8403602"/>
              <a:ext cx="275361" cy="168275"/>
            </a:xfrm>
            <a:prstGeom prst="rect">
              <a:avLst/>
            </a:prstGeom>
          </p:spPr>
        </p:pic>
        <p:sp>
          <p:nvSpPr>
            <p:cNvPr id="550" name="object 550"/>
            <p:cNvSpPr/>
            <p:nvPr/>
          </p:nvSpPr>
          <p:spPr>
            <a:xfrm>
              <a:off x="7250392" y="834467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1" name="object 551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7338212" y="8403602"/>
              <a:ext cx="150215" cy="168275"/>
            </a:xfrm>
            <a:prstGeom prst="rect">
              <a:avLst/>
            </a:prstGeom>
          </p:spPr>
        </p:pic>
        <p:pic>
          <p:nvPicPr>
            <p:cNvPr id="552" name="object 552"/>
            <p:cNvPicPr/>
            <p:nvPr/>
          </p:nvPicPr>
          <p:blipFill>
            <a:blip r:embed="rId335" cstate="print"/>
            <a:stretch>
              <a:fillRect/>
            </a:stretch>
          </p:blipFill>
          <p:spPr>
            <a:xfrm>
              <a:off x="7522819" y="8403602"/>
              <a:ext cx="160540" cy="235153"/>
            </a:xfrm>
            <a:prstGeom prst="rect">
              <a:avLst/>
            </a:prstGeom>
          </p:spPr>
        </p:pic>
      </p:grpSp>
      <p:pic>
        <p:nvPicPr>
          <p:cNvPr id="553" name="object 553"/>
          <p:cNvPicPr/>
          <p:nvPr/>
        </p:nvPicPr>
        <p:blipFill>
          <a:blip r:embed="rId336" cstate="print"/>
          <a:stretch>
            <a:fillRect/>
          </a:stretch>
        </p:blipFill>
        <p:spPr>
          <a:xfrm>
            <a:off x="7803184" y="8403602"/>
            <a:ext cx="154584" cy="172046"/>
          </a:xfrm>
          <a:prstGeom prst="rect">
            <a:avLst/>
          </a:prstGeom>
        </p:spPr>
      </p:pic>
      <p:grpSp>
        <p:nvGrpSpPr>
          <p:cNvPr id="554" name="object 554"/>
          <p:cNvGrpSpPr/>
          <p:nvPr/>
        </p:nvGrpSpPr>
        <p:grpSpPr>
          <a:xfrm>
            <a:off x="7990078" y="8344674"/>
            <a:ext cx="433070" cy="290195"/>
            <a:chOff x="7990078" y="8344674"/>
            <a:chExt cx="433070" cy="290195"/>
          </a:xfrm>
        </p:grpSpPr>
        <p:pic>
          <p:nvPicPr>
            <p:cNvPr id="555" name="object 555"/>
            <p:cNvPicPr/>
            <p:nvPr/>
          </p:nvPicPr>
          <p:blipFill>
            <a:blip r:embed="rId337" cstate="print"/>
            <a:stretch>
              <a:fillRect/>
            </a:stretch>
          </p:blipFill>
          <p:spPr>
            <a:xfrm>
              <a:off x="8184019" y="8403602"/>
              <a:ext cx="160515" cy="230987"/>
            </a:xfrm>
            <a:prstGeom prst="rect">
              <a:avLst/>
            </a:prstGeom>
          </p:spPr>
        </p:pic>
        <p:pic>
          <p:nvPicPr>
            <p:cNvPr id="556" name="object 556"/>
            <p:cNvPicPr/>
            <p:nvPr/>
          </p:nvPicPr>
          <p:blipFill>
            <a:blip r:embed="rId338" cstate="print"/>
            <a:stretch>
              <a:fillRect/>
            </a:stretch>
          </p:blipFill>
          <p:spPr>
            <a:xfrm>
              <a:off x="7990078" y="8403602"/>
              <a:ext cx="160515" cy="230987"/>
            </a:xfrm>
            <a:prstGeom prst="rect">
              <a:avLst/>
            </a:prstGeom>
          </p:spPr>
        </p:pic>
        <p:sp>
          <p:nvSpPr>
            <p:cNvPr id="557" name="object 557"/>
            <p:cNvSpPr/>
            <p:nvPr/>
          </p:nvSpPr>
          <p:spPr>
            <a:xfrm>
              <a:off x="8379155" y="834467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8" name="object 558"/>
          <p:cNvGrpSpPr/>
          <p:nvPr/>
        </p:nvGrpSpPr>
        <p:grpSpPr>
          <a:xfrm>
            <a:off x="8467369" y="8344674"/>
            <a:ext cx="979169" cy="231140"/>
            <a:chOff x="8467369" y="8344674"/>
            <a:chExt cx="979169" cy="231140"/>
          </a:xfrm>
        </p:grpSpPr>
        <p:sp>
          <p:nvSpPr>
            <p:cNvPr id="559" name="object 559"/>
            <p:cNvSpPr/>
            <p:nvPr/>
          </p:nvSpPr>
          <p:spPr>
            <a:xfrm>
              <a:off x="8467369" y="834467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0" name="object 560"/>
            <p:cNvPicPr/>
            <p:nvPr/>
          </p:nvPicPr>
          <p:blipFill>
            <a:blip r:embed="rId339" cstate="print"/>
            <a:stretch>
              <a:fillRect/>
            </a:stretch>
          </p:blipFill>
          <p:spPr>
            <a:xfrm>
              <a:off x="8545855" y="8403602"/>
              <a:ext cx="155371" cy="172046"/>
            </a:xfrm>
            <a:prstGeom prst="rect">
              <a:avLst/>
            </a:prstGeom>
          </p:spPr>
        </p:pic>
        <p:pic>
          <p:nvPicPr>
            <p:cNvPr id="561" name="object 561"/>
            <p:cNvPicPr/>
            <p:nvPr/>
          </p:nvPicPr>
          <p:blipFill>
            <a:blip r:embed="rId340" cstate="print"/>
            <a:stretch>
              <a:fillRect/>
            </a:stretch>
          </p:blipFill>
          <p:spPr>
            <a:xfrm>
              <a:off x="8720645" y="8349030"/>
              <a:ext cx="267055" cy="226618"/>
            </a:xfrm>
            <a:prstGeom prst="rect">
              <a:avLst/>
            </a:prstGeom>
          </p:spPr>
        </p:pic>
        <p:sp>
          <p:nvSpPr>
            <p:cNvPr id="562" name="object 562"/>
            <p:cNvSpPr/>
            <p:nvPr/>
          </p:nvSpPr>
          <p:spPr>
            <a:xfrm>
              <a:off x="9014460" y="834467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3" name="object 563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9092552" y="8403602"/>
              <a:ext cx="169862" cy="172046"/>
            </a:xfrm>
            <a:prstGeom prst="rect">
              <a:avLst/>
            </a:prstGeom>
          </p:spPr>
        </p:pic>
        <p:pic>
          <p:nvPicPr>
            <p:cNvPr id="564" name="object 564"/>
            <p:cNvPicPr/>
            <p:nvPr/>
          </p:nvPicPr>
          <p:blipFill>
            <a:blip r:embed="rId341" cstate="print"/>
            <a:stretch>
              <a:fillRect/>
            </a:stretch>
          </p:blipFill>
          <p:spPr>
            <a:xfrm>
              <a:off x="9296209" y="8403602"/>
              <a:ext cx="150215" cy="168275"/>
            </a:xfrm>
            <a:prstGeom prst="rect">
              <a:avLst/>
            </a:prstGeom>
          </p:spPr>
        </p:pic>
      </p:grpSp>
      <p:pic>
        <p:nvPicPr>
          <p:cNvPr id="565" name="object 56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45396" y="8865641"/>
            <a:ext cx="78581" cy="78574"/>
          </a:xfrm>
          <a:prstGeom prst="rect">
            <a:avLst/>
          </a:prstGeom>
        </p:spPr>
      </p:pic>
      <p:grpSp>
        <p:nvGrpSpPr>
          <p:cNvPr id="566" name="object 566"/>
          <p:cNvGrpSpPr/>
          <p:nvPr/>
        </p:nvGrpSpPr>
        <p:grpSpPr>
          <a:xfrm>
            <a:off x="3109915" y="8785072"/>
            <a:ext cx="974090" cy="298450"/>
            <a:chOff x="3109915" y="8785072"/>
            <a:chExt cx="974090" cy="298450"/>
          </a:xfrm>
        </p:grpSpPr>
        <p:pic>
          <p:nvPicPr>
            <p:cNvPr id="567" name="object 567"/>
            <p:cNvPicPr/>
            <p:nvPr/>
          </p:nvPicPr>
          <p:blipFill>
            <a:blip r:embed="rId342" cstate="print"/>
            <a:stretch>
              <a:fillRect/>
            </a:stretch>
          </p:blipFill>
          <p:spPr>
            <a:xfrm>
              <a:off x="3109915" y="8785072"/>
              <a:ext cx="184744" cy="235153"/>
            </a:xfrm>
            <a:prstGeom prst="rect">
              <a:avLst/>
            </a:prstGeom>
          </p:spPr>
        </p:pic>
        <p:pic>
          <p:nvPicPr>
            <p:cNvPr id="568" name="object 568"/>
            <p:cNvPicPr/>
            <p:nvPr/>
          </p:nvPicPr>
          <p:blipFill>
            <a:blip r:embed="rId343" cstate="print"/>
            <a:stretch>
              <a:fillRect/>
            </a:stretch>
          </p:blipFill>
          <p:spPr>
            <a:xfrm>
              <a:off x="3331803" y="8847975"/>
              <a:ext cx="160510" cy="230987"/>
            </a:xfrm>
            <a:prstGeom prst="rect">
              <a:avLst/>
            </a:prstGeom>
          </p:spPr>
        </p:pic>
        <p:pic>
          <p:nvPicPr>
            <p:cNvPr id="569" name="object 569"/>
            <p:cNvPicPr/>
            <p:nvPr/>
          </p:nvPicPr>
          <p:blipFill>
            <a:blip r:embed="rId344" cstate="print"/>
            <a:stretch>
              <a:fillRect/>
            </a:stretch>
          </p:blipFill>
          <p:spPr>
            <a:xfrm>
              <a:off x="3524948" y="8789047"/>
              <a:ext cx="168998" cy="227203"/>
            </a:xfrm>
            <a:prstGeom prst="rect">
              <a:avLst/>
            </a:prstGeom>
          </p:spPr>
        </p:pic>
        <p:pic>
          <p:nvPicPr>
            <p:cNvPr id="570" name="object 570"/>
            <p:cNvPicPr/>
            <p:nvPr/>
          </p:nvPicPr>
          <p:blipFill>
            <a:blip r:embed="rId345" cstate="print"/>
            <a:stretch>
              <a:fillRect/>
            </a:stretch>
          </p:blipFill>
          <p:spPr>
            <a:xfrm>
              <a:off x="3738304" y="8847975"/>
              <a:ext cx="150219" cy="168275"/>
            </a:xfrm>
            <a:prstGeom prst="rect">
              <a:avLst/>
            </a:prstGeom>
          </p:spPr>
        </p:pic>
        <p:pic>
          <p:nvPicPr>
            <p:cNvPr id="571" name="object 571"/>
            <p:cNvPicPr/>
            <p:nvPr/>
          </p:nvPicPr>
          <p:blipFill>
            <a:blip r:embed="rId346" cstate="print"/>
            <a:stretch>
              <a:fillRect/>
            </a:stretch>
          </p:blipFill>
          <p:spPr>
            <a:xfrm>
              <a:off x="3922915" y="8847975"/>
              <a:ext cx="160540" cy="235153"/>
            </a:xfrm>
            <a:prstGeom prst="rect">
              <a:avLst/>
            </a:prstGeom>
          </p:spPr>
        </p:pic>
      </p:grpSp>
      <p:grpSp>
        <p:nvGrpSpPr>
          <p:cNvPr id="572" name="object 572"/>
          <p:cNvGrpSpPr/>
          <p:nvPr/>
        </p:nvGrpSpPr>
        <p:grpSpPr>
          <a:xfrm>
            <a:off x="4215193" y="8789048"/>
            <a:ext cx="695960" cy="231140"/>
            <a:chOff x="4215193" y="8789048"/>
            <a:chExt cx="695960" cy="231140"/>
          </a:xfrm>
        </p:grpSpPr>
        <p:pic>
          <p:nvPicPr>
            <p:cNvPr id="573" name="object 573"/>
            <p:cNvPicPr/>
            <p:nvPr/>
          </p:nvPicPr>
          <p:blipFill>
            <a:blip r:embed="rId347" cstate="print"/>
            <a:stretch>
              <a:fillRect/>
            </a:stretch>
          </p:blipFill>
          <p:spPr>
            <a:xfrm>
              <a:off x="4215193" y="8789048"/>
              <a:ext cx="190500" cy="227203"/>
            </a:xfrm>
            <a:prstGeom prst="rect">
              <a:avLst/>
            </a:prstGeom>
          </p:spPr>
        </p:pic>
        <p:pic>
          <p:nvPicPr>
            <p:cNvPr id="574" name="object 574"/>
            <p:cNvPicPr/>
            <p:nvPr/>
          </p:nvPicPr>
          <p:blipFill>
            <a:blip r:embed="rId348" cstate="print"/>
            <a:stretch>
              <a:fillRect/>
            </a:stretch>
          </p:blipFill>
          <p:spPr>
            <a:xfrm>
              <a:off x="4433963" y="8847976"/>
              <a:ext cx="169862" cy="172046"/>
            </a:xfrm>
            <a:prstGeom prst="rect">
              <a:avLst/>
            </a:prstGeom>
          </p:spPr>
        </p:pic>
        <p:pic>
          <p:nvPicPr>
            <p:cNvPr id="575" name="object 575"/>
            <p:cNvPicPr/>
            <p:nvPr/>
          </p:nvPicPr>
          <p:blipFill>
            <a:blip r:embed="rId349" cstate="print"/>
            <a:stretch>
              <a:fillRect/>
            </a:stretch>
          </p:blipFill>
          <p:spPr>
            <a:xfrm>
              <a:off x="4627892" y="8793404"/>
              <a:ext cx="283044" cy="226618"/>
            </a:xfrm>
            <a:prstGeom prst="rect">
              <a:avLst/>
            </a:prstGeom>
          </p:spPr>
        </p:pic>
      </p:grpSp>
      <p:sp>
        <p:nvSpPr>
          <p:cNvPr id="576" name="object 576"/>
          <p:cNvSpPr/>
          <p:nvPr/>
        </p:nvSpPr>
        <p:spPr>
          <a:xfrm>
            <a:off x="5002479" y="8917635"/>
            <a:ext cx="177165" cy="33020"/>
          </a:xfrm>
          <a:custGeom>
            <a:avLst/>
            <a:gdLst/>
            <a:ahLst/>
            <a:cxnLst/>
            <a:rect l="l" t="t" r="r" b="b"/>
            <a:pathLst>
              <a:path w="177164" h="33020">
                <a:moveTo>
                  <a:pt x="176606" y="0"/>
                </a:moveTo>
                <a:lnTo>
                  <a:pt x="0" y="0"/>
                </a:lnTo>
                <a:lnTo>
                  <a:pt x="0" y="32537"/>
                </a:lnTo>
                <a:lnTo>
                  <a:pt x="176606" y="32537"/>
                </a:lnTo>
                <a:lnTo>
                  <a:pt x="176606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7" name="object 577"/>
          <p:cNvGrpSpPr/>
          <p:nvPr/>
        </p:nvGrpSpPr>
        <p:grpSpPr>
          <a:xfrm>
            <a:off x="5288699" y="8789048"/>
            <a:ext cx="1247775" cy="231140"/>
            <a:chOff x="5288699" y="8789048"/>
            <a:chExt cx="1247775" cy="231140"/>
          </a:xfrm>
        </p:grpSpPr>
        <p:pic>
          <p:nvPicPr>
            <p:cNvPr id="578" name="object 578"/>
            <p:cNvPicPr/>
            <p:nvPr/>
          </p:nvPicPr>
          <p:blipFill>
            <a:blip r:embed="rId350" cstate="print"/>
            <a:stretch>
              <a:fillRect/>
            </a:stretch>
          </p:blipFill>
          <p:spPr>
            <a:xfrm>
              <a:off x="5288699" y="8789048"/>
              <a:ext cx="160934" cy="230974"/>
            </a:xfrm>
            <a:prstGeom prst="rect">
              <a:avLst/>
            </a:prstGeom>
          </p:spPr>
        </p:pic>
        <p:pic>
          <p:nvPicPr>
            <p:cNvPr id="579" name="object 579"/>
            <p:cNvPicPr/>
            <p:nvPr/>
          </p:nvPicPr>
          <p:blipFill>
            <a:blip r:embed="rId351" cstate="print"/>
            <a:stretch>
              <a:fillRect/>
            </a:stretch>
          </p:blipFill>
          <p:spPr>
            <a:xfrm>
              <a:off x="5473115" y="8847976"/>
              <a:ext cx="154584" cy="172046"/>
            </a:xfrm>
            <a:prstGeom prst="rect">
              <a:avLst/>
            </a:prstGeom>
          </p:spPr>
        </p:pic>
        <p:pic>
          <p:nvPicPr>
            <p:cNvPr id="580" name="object 580"/>
            <p:cNvPicPr/>
            <p:nvPr/>
          </p:nvPicPr>
          <p:blipFill>
            <a:blip r:embed="rId299" cstate="print"/>
            <a:stretch>
              <a:fillRect/>
            </a:stretch>
          </p:blipFill>
          <p:spPr>
            <a:xfrm>
              <a:off x="5651474" y="8847976"/>
              <a:ext cx="155384" cy="172046"/>
            </a:xfrm>
            <a:prstGeom prst="rect">
              <a:avLst/>
            </a:prstGeom>
          </p:spPr>
        </p:pic>
        <p:pic>
          <p:nvPicPr>
            <p:cNvPr id="581" name="object 581"/>
            <p:cNvPicPr/>
            <p:nvPr/>
          </p:nvPicPr>
          <p:blipFill>
            <a:blip r:embed="rId352" cstate="print"/>
            <a:stretch>
              <a:fillRect/>
            </a:stretch>
          </p:blipFill>
          <p:spPr>
            <a:xfrm>
              <a:off x="5836196" y="8789048"/>
              <a:ext cx="319252" cy="230974"/>
            </a:xfrm>
            <a:prstGeom prst="rect">
              <a:avLst/>
            </a:prstGeom>
          </p:spPr>
        </p:pic>
        <p:pic>
          <p:nvPicPr>
            <p:cNvPr id="582" name="object 582"/>
            <p:cNvPicPr/>
            <p:nvPr/>
          </p:nvPicPr>
          <p:blipFill>
            <a:blip r:embed="rId353" cstate="print"/>
            <a:stretch>
              <a:fillRect/>
            </a:stretch>
          </p:blipFill>
          <p:spPr>
            <a:xfrm>
              <a:off x="6190538" y="8847976"/>
              <a:ext cx="150215" cy="168275"/>
            </a:xfrm>
            <a:prstGeom prst="rect">
              <a:avLst/>
            </a:prstGeom>
          </p:spPr>
        </p:pic>
        <p:pic>
          <p:nvPicPr>
            <p:cNvPr id="583" name="object 583"/>
            <p:cNvPicPr/>
            <p:nvPr/>
          </p:nvPicPr>
          <p:blipFill>
            <a:blip r:embed="rId273" cstate="print"/>
            <a:stretch>
              <a:fillRect/>
            </a:stretch>
          </p:blipFill>
          <p:spPr>
            <a:xfrm>
              <a:off x="6375224" y="8789048"/>
              <a:ext cx="160653" cy="230974"/>
            </a:xfrm>
            <a:prstGeom prst="rect">
              <a:avLst/>
            </a:prstGeom>
          </p:spPr>
        </p:pic>
      </p:grpSp>
      <p:grpSp>
        <p:nvGrpSpPr>
          <p:cNvPr id="584" name="object 584"/>
          <p:cNvGrpSpPr/>
          <p:nvPr/>
        </p:nvGrpSpPr>
        <p:grpSpPr>
          <a:xfrm>
            <a:off x="6651738" y="8789048"/>
            <a:ext cx="1249045" cy="231140"/>
            <a:chOff x="6651738" y="8789048"/>
            <a:chExt cx="1249045" cy="231140"/>
          </a:xfrm>
        </p:grpSpPr>
        <p:pic>
          <p:nvPicPr>
            <p:cNvPr id="585" name="object 585"/>
            <p:cNvPicPr/>
            <p:nvPr/>
          </p:nvPicPr>
          <p:blipFill>
            <a:blip r:embed="rId354" cstate="print"/>
            <a:stretch>
              <a:fillRect/>
            </a:stretch>
          </p:blipFill>
          <p:spPr>
            <a:xfrm>
              <a:off x="6651738" y="8847976"/>
              <a:ext cx="153796" cy="172046"/>
            </a:xfrm>
            <a:prstGeom prst="rect">
              <a:avLst/>
            </a:prstGeom>
          </p:spPr>
        </p:pic>
        <p:pic>
          <p:nvPicPr>
            <p:cNvPr id="586" name="object 586"/>
            <p:cNvPicPr/>
            <p:nvPr/>
          </p:nvPicPr>
          <p:blipFill>
            <a:blip r:embed="rId355" cstate="print"/>
            <a:stretch>
              <a:fillRect/>
            </a:stretch>
          </p:blipFill>
          <p:spPr>
            <a:xfrm>
              <a:off x="6830897" y="8847976"/>
              <a:ext cx="153784" cy="172046"/>
            </a:xfrm>
            <a:prstGeom prst="rect">
              <a:avLst/>
            </a:prstGeom>
          </p:spPr>
        </p:pic>
        <p:pic>
          <p:nvPicPr>
            <p:cNvPr id="587" name="object 587"/>
            <p:cNvPicPr/>
            <p:nvPr/>
          </p:nvPicPr>
          <p:blipFill>
            <a:blip r:embed="rId356" cstate="print"/>
            <a:stretch>
              <a:fillRect/>
            </a:stretch>
          </p:blipFill>
          <p:spPr>
            <a:xfrm>
              <a:off x="7018184" y="8847976"/>
              <a:ext cx="275361" cy="168275"/>
            </a:xfrm>
            <a:prstGeom prst="rect">
              <a:avLst/>
            </a:prstGeom>
          </p:spPr>
        </p:pic>
        <p:sp>
          <p:nvSpPr>
            <p:cNvPr id="588" name="object 588"/>
            <p:cNvSpPr/>
            <p:nvPr/>
          </p:nvSpPr>
          <p:spPr>
            <a:xfrm>
              <a:off x="7320305" y="878904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9" name="object 589"/>
            <p:cNvPicPr/>
            <p:nvPr/>
          </p:nvPicPr>
          <p:blipFill>
            <a:blip r:embed="rId357" cstate="print"/>
            <a:stretch>
              <a:fillRect/>
            </a:stretch>
          </p:blipFill>
          <p:spPr>
            <a:xfrm>
              <a:off x="7398791" y="8847976"/>
              <a:ext cx="327393" cy="172046"/>
            </a:xfrm>
            <a:prstGeom prst="rect">
              <a:avLst/>
            </a:prstGeom>
          </p:spPr>
        </p:pic>
        <p:pic>
          <p:nvPicPr>
            <p:cNvPr id="590" name="object 590"/>
            <p:cNvPicPr/>
            <p:nvPr/>
          </p:nvPicPr>
          <p:blipFill>
            <a:blip r:embed="rId354" cstate="print"/>
            <a:stretch>
              <a:fillRect/>
            </a:stretch>
          </p:blipFill>
          <p:spPr>
            <a:xfrm>
              <a:off x="7746390" y="8847976"/>
              <a:ext cx="153797" cy="172046"/>
            </a:xfrm>
            <a:prstGeom prst="rect">
              <a:avLst/>
            </a:prstGeom>
          </p:spPr>
        </p:pic>
      </p:grpSp>
      <p:grpSp>
        <p:nvGrpSpPr>
          <p:cNvPr id="591" name="object 591"/>
          <p:cNvGrpSpPr/>
          <p:nvPr/>
        </p:nvGrpSpPr>
        <p:grpSpPr>
          <a:xfrm>
            <a:off x="8014957" y="8789048"/>
            <a:ext cx="533400" cy="231140"/>
            <a:chOff x="8014957" y="8789048"/>
            <a:chExt cx="533400" cy="231140"/>
          </a:xfrm>
        </p:grpSpPr>
        <p:pic>
          <p:nvPicPr>
            <p:cNvPr id="592" name="object 592"/>
            <p:cNvPicPr/>
            <p:nvPr/>
          </p:nvPicPr>
          <p:blipFill>
            <a:blip r:embed="rId358" cstate="print"/>
            <a:stretch>
              <a:fillRect/>
            </a:stretch>
          </p:blipFill>
          <p:spPr>
            <a:xfrm>
              <a:off x="8014957" y="8847976"/>
              <a:ext cx="154571" cy="172046"/>
            </a:xfrm>
            <a:prstGeom prst="rect">
              <a:avLst/>
            </a:prstGeom>
          </p:spPr>
        </p:pic>
        <p:pic>
          <p:nvPicPr>
            <p:cNvPr id="593" name="object 593"/>
            <p:cNvPicPr/>
            <p:nvPr/>
          </p:nvPicPr>
          <p:blipFill>
            <a:blip r:embed="rId341" cstate="print"/>
            <a:stretch>
              <a:fillRect/>
            </a:stretch>
          </p:blipFill>
          <p:spPr>
            <a:xfrm>
              <a:off x="8202637" y="8847976"/>
              <a:ext cx="150215" cy="168275"/>
            </a:xfrm>
            <a:prstGeom prst="rect">
              <a:avLst/>
            </a:prstGeom>
          </p:spPr>
        </p:pic>
        <p:pic>
          <p:nvPicPr>
            <p:cNvPr id="594" name="object 594"/>
            <p:cNvPicPr/>
            <p:nvPr/>
          </p:nvPicPr>
          <p:blipFill>
            <a:blip r:embed="rId359" cstate="print"/>
            <a:stretch>
              <a:fillRect/>
            </a:stretch>
          </p:blipFill>
          <p:spPr>
            <a:xfrm>
              <a:off x="8387335" y="8789048"/>
              <a:ext cx="160653" cy="230974"/>
            </a:xfrm>
            <a:prstGeom prst="rect">
              <a:avLst/>
            </a:prstGeom>
          </p:spPr>
        </p:pic>
      </p:grpSp>
      <p:grpSp>
        <p:nvGrpSpPr>
          <p:cNvPr id="595" name="object 595"/>
          <p:cNvGrpSpPr/>
          <p:nvPr/>
        </p:nvGrpSpPr>
        <p:grpSpPr>
          <a:xfrm>
            <a:off x="8656307" y="8789048"/>
            <a:ext cx="690880" cy="231140"/>
            <a:chOff x="8656307" y="8789048"/>
            <a:chExt cx="690880" cy="231140"/>
          </a:xfrm>
        </p:grpSpPr>
        <p:pic>
          <p:nvPicPr>
            <p:cNvPr id="596" name="object 596"/>
            <p:cNvPicPr/>
            <p:nvPr/>
          </p:nvPicPr>
          <p:blipFill>
            <a:blip r:embed="rId360" cstate="print"/>
            <a:stretch>
              <a:fillRect/>
            </a:stretch>
          </p:blipFill>
          <p:spPr>
            <a:xfrm>
              <a:off x="8656307" y="8789048"/>
              <a:ext cx="228003" cy="227203"/>
            </a:xfrm>
            <a:prstGeom prst="rect">
              <a:avLst/>
            </a:prstGeom>
          </p:spPr>
        </p:pic>
        <p:pic>
          <p:nvPicPr>
            <p:cNvPr id="597" name="object 597"/>
            <p:cNvPicPr/>
            <p:nvPr/>
          </p:nvPicPr>
          <p:blipFill>
            <a:blip r:embed="rId361" cstate="print"/>
            <a:stretch>
              <a:fillRect/>
            </a:stretch>
          </p:blipFill>
          <p:spPr>
            <a:xfrm>
              <a:off x="8908618" y="8789048"/>
              <a:ext cx="174218" cy="227203"/>
            </a:xfrm>
            <a:prstGeom prst="rect">
              <a:avLst/>
            </a:prstGeom>
          </p:spPr>
        </p:pic>
        <p:sp>
          <p:nvSpPr>
            <p:cNvPr id="598" name="object 598"/>
            <p:cNvSpPr/>
            <p:nvPr/>
          </p:nvSpPr>
          <p:spPr>
            <a:xfrm>
              <a:off x="9118993" y="8789048"/>
              <a:ext cx="46355" cy="227329"/>
            </a:xfrm>
            <a:custGeom>
              <a:avLst/>
              <a:gdLst/>
              <a:ahLst/>
              <a:cxnLst/>
              <a:rect l="l" t="t" r="r" b="b"/>
              <a:pathLst>
                <a:path w="46354" h="227329">
                  <a:moveTo>
                    <a:pt x="46037" y="0"/>
                  </a:moveTo>
                  <a:lnTo>
                    <a:pt x="0" y="0"/>
                  </a:lnTo>
                  <a:lnTo>
                    <a:pt x="0" y="227203"/>
                  </a:lnTo>
                  <a:lnTo>
                    <a:pt x="46037" y="227203"/>
                  </a:lnTo>
                  <a:lnTo>
                    <a:pt x="4603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9" name="object 599"/>
            <p:cNvPicPr/>
            <p:nvPr/>
          </p:nvPicPr>
          <p:blipFill>
            <a:blip r:embed="rId362" cstate="print"/>
            <a:stretch>
              <a:fillRect/>
            </a:stretch>
          </p:blipFill>
          <p:spPr>
            <a:xfrm>
              <a:off x="9193110" y="8847976"/>
              <a:ext cx="153797" cy="172046"/>
            </a:xfrm>
            <a:prstGeom prst="rect">
              <a:avLst/>
            </a:prstGeom>
          </p:spPr>
        </p:pic>
      </p:grpSp>
      <p:pic>
        <p:nvPicPr>
          <p:cNvPr id="600" name="object 60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45396" y="9310014"/>
            <a:ext cx="78581" cy="78574"/>
          </a:xfrm>
          <a:prstGeom prst="rect">
            <a:avLst/>
          </a:prstGeom>
        </p:spPr>
      </p:pic>
      <p:grpSp>
        <p:nvGrpSpPr>
          <p:cNvPr id="601" name="object 601"/>
          <p:cNvGrpSpPr/>
          <p:nvPr/>
        </p:nvGrpSpPr>
        <p:grpSpPr>
          <a:xfrm>
            <a:off x="3120828" y="9233420"/>
            <a:ext cx="1461135" cy="294640"/>
            <a:chOff x="3120828" y="9233420"/>
            <a:chExt cx="1461135" cy="294640"/>
          </a:xfrm>
        </p:grpSpPr>
        <p:pic>
          <p:nvPicPr>
            <p:cNvPr id="602" name="object 602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3120828" y="9233420"/>
              <a:ext cx="219670" cy="227203"/>
            </a:xfrm>
            <a:prstGeom prst="rect">
              <a:avLst/>
            </a:prstGeom>
          </p:spPr>
        </p:pic>
        <p:pic>
          <p:nvPicPr>
            <p:cNvPr id="603" name="object 603"/>
            <p:cNvPicPr/>
            <p:nvPr/>
          </p:nvPicPr>
          <p:blipFill>
            <a:blip r:embed="rId363" cstate="print"/>
            <a:stretch>
              <a:fillRect/>
            </a:stretch>
          </p:blipFill>
          <p:spPr>
            <a:xfrm>
              <a:off x="3375583" y="9292348"/>
              <a:ext cx="169862" cy="172046"/>
            </a:xfrm>
            <a:prstGeom prst="rect">
              <a:avLst/>
            </a:prstGeom>
          </p:spPr>
        </p:pic>
        <p:pic>
          <p:nvPicPr>
            <p:cNvPr id="604" name="object 604"/>
            <p:cNvPicPr/>
            <p:nvPr/>
          </p:nvPicPr>
          <p:blipFill>
            <a:blip r:embed="rId364" cstate="print"/>
            <a:stretch>
              <a:fillRect/>
            </a:stretch>
          </p:blipFill>
          <p:spPr>
            <a:xfrm>
              <a:off x="3579246" y="9292348"/>
              <a:ext cx="150216" cy="168275"/>
            </a:xfrm>
            <a:prstGeom prst="rect">
              <a:avLst/>
            </a:prstGeom>
          </p:spPr>
        </p:pic>
        <p:pic>
          <p:nvPicPr>
            <p:cNvPr id="605" name="object 605"/>
            <p:cNvPicPr/>
            <p:nvPr/>
          </p:nvPicPr>
          <p:blipFill>
            <a:blip r:embed="rId365" cstate="print"/>
            <a:stretch>
              <a:fillRect/>
            </a:stretch>
          </p:blipFill>
          <p:spPr>
            <a:xfrm>
              <a:off x="3763859" y="9292348"/>
              <a:ext cx="160529" cy="235153"/>
            </a:xfrm>
            <a:prstGeom prst="rect">
              <a:avLst/>
            </a:prstGeom>
          </p:spPr>
        </p:pic>
        <p:pic>
          <p:nvPicPr>
            <p:cNvPr id="606" name="object 606"/>
            <p:cNvPicPr/>
            <p:nvPr/>
          </p:nvPicPr>
          <p:blipFill>
            <a:blip r:embed="rId366" cstate="print"/>
            <a:stretch>
              <a:fillRect/>
            </a:stretch>
          </p:blipFill>
          <p:spPr>
            <a:xfrm>
              <a:off x="3957396" y="9292348"/>
              <a:ext cx="169862" cy="172046"/>
            </a:xfrm>
            <a:prstGeom prst="rect">
              <a:avLst/>
            </a:prstGeom>
          </p:spPr>
        </p:pic>
        <p:pic>
          <p:nvPicPr>
            <p:cNvPr id="607" name="object 60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61662" y="9233420"/>
              <a:ext cx="190500" cy="227203"/>
            </a:xfrm>
            <a:prstGeom prst="rect">
              <a:avLst/>
            </a:prstGeom>
          </p:spPr>
        </p:pic>
        <p:pic>
          <p:nvPicPr>
            <p:cNvPr id="608" name="object 608"/>
            <p:cNvPicPr/>
            <p:nvPr/>
          </p:nvPicPr>
          <p:blipFill>
            <a:blip r:embed="rId367" cstate="print"/>
            <a:stretch>
              <a:fillRect/>
            </a:stretch>
          </p:blipFill>
          <p:spPr>
            <a:xfrm>
              <a:off x="4391139" y="9233420"/>
              <a:ext cx="190500" cy="227203"/>
            </a:xfrm>
            <a:prstGeom prst="rect">
              <a:avLst/>
            </a:prstGeom>
          </p:spPr>
        </p:pic>
      </p:grpSp>
      <p:sp>
        <p:nvSpPr>
          <p:cNvPr id="609" name="object 609"/>
          <p:cNvSpPr/>
          <p:nvPr/>
        </p:nvSpPr>
        <p:spPr>
          <a:xfrm>
            <a:off x="4684826" y="9362008"/>
            <a:ext cx="177165" cy="33020"/>
          </a:xfrm>
          <a:custGeom>
            <a:avLst/>
            <a:gdLst/>
            <a:ahLst/>
            <a:cxnLst/>
            <a:rect l="l" t="t" r="r" b="b"/>
            <a:pathLst>
              <a:path w="177164" h="33020">
                <a:moveTo>
                  <a:pt x="176618" y="0"/>
                </a:moveTo>
                <a:lnTo>
                  <a:pt x="0" y="0"/>
                </a:lnTo>
                <a:lnTo>
                  <a:pt x="0" y="32537"/>
                </a:lnTo>
                <a:lnTo>
                  <a:pt x="176618" y="32537"/>
                </a:lnTo>
                <a:lnTo>
                  <a:pt x="17661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0" name="object 610"/>
          <p:cNvGrpSpPr/>
          <p:nvPr/>
        </p:nvGrpSpPr>
        <p:grpSpPr>
          <a:xfrm>
            <a:off x="4957749" y="9233420"/>
            <a:ext cx="1048385" cy="294640"/>
            <a:chOff x="4957749" y="9233420"/>
            <a:chExt cx="1048385" cy="294640"/>
          </a:xfrm>
        </p:grpSpPr>
        <p:pic>
          <p:nvPicPr>
            <p:cNvPr id="611" name="object 611"/>
            <p:cNvPicPr/>
            <p:nvPr/>
          </p:nvPicPr>
          <p:blipFill>
            <a:blip r:embed="rId295" cstate="print"/>
            <a:stretch>
              <a:fillRect/>
            </a:stretch>
          </p:blipFill>
          <p:spPr>
            <a:xfrm>
              <a:off x="4957749" y="9292348"/>
              <a:ext cx="153796" cy="172046"/>
            </a:xfrm>
            <a:prstGeom prst="rect">
              <a:avLst/>
            </a:prstGeom>
          </p:spPr>
        </p:pic>
        <p:pic>
          <p:nvPicPr>
            <p:cNvPr id="612" name="object 612"/>
            <p:cNvPicPr/>
            <p:nvPr/>
          </p:nvPicPr>
          <p:blipFill>
            <a:blip r:embed="rId368" cstate="print"/>
            <a:stretch>
              <a:fillRect/>
            </a:stretch>
          </p:blipFill>
          <p:spPr>
            <a:xfrm>
              <a:off x="5131549" y="9237776"/>
              <a:ext cx="283527" cy="226618"/>
            </a:xfrm>
            <a:prstGeom prst="rect">
              <a:avLst/>
            </a:prstGeom>
          </p:spPr>
        </p:pic>
        <p:pic>
          <p:nvPicPr>
            <p:cNvPr id="613" name="object 613"/>
            <p:cNvPicPr/>
            <p:nvPr/>
          </p:nvPicPr>
          <p:blipFill>
            <a:blip r:embed="rId369" cstate="print"/>
            <a:stretch>
              <a:fillRect/>
            </a:stretch>
          </p:blipFill>
          <p:spPr>
            <a:xfrm>
              <a:off x="5447296" y="9233420"/>
              <a:ext cx="168998" cy="227203"/>
            </a:xfrm>
            <a:prstGeom prst="rect">
              <a:avLst/>
            </a:prstGeom>
          </p:spPr>
        </p:pic>
        <p:pic>
          <p:nvPicPr>
            <p:cNvPr id="614" name="object 614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5660643" y="9292348"/>
              <a:ext cx="150228" cy="168275"/>
            </a:xfrm>
            <a:prstGeom prst="rect">
              <a:avLst/>
            </a:prstGeom>
          </p:spPr>
        </p:pic>
        <p:pic>
          <p:nvPicPr>
            <p:cNvPr id="615" name="object 615"/>
            <p:cNvPicPr/>
            <p:nvPr/>
          </p:nvPicPr>
          <p:blipFill>
            <a:blip r:embed="rId370" cstate="print"/>
            <a:stretch>
              <a:fillRect/>
            </a:stretch>
          </p:blipFill>
          <p:spPr>
            <a:xfrm>
              <a:off x="5845263" y="9292348"/>
              <a:ext cx="160540" cy="235153"/>
            </a:xfrm>
            <a:prstGeom prst="rect">
              <a:avLst/>
            </a:prstGeom>
          </p:spPr>
        </p:pic>
      </p:grpSp>
      <p:grpSp>
        <p:nvGrpSpPr>
          <p:cNvPr id="616" name="object 616"/>
          <p:cNvGrpSpPr/>
          <p:nvPr/>
        </p:nvGrpSpPr>
        <p:grpSpPr>
          <a:xfrm>
            <a:off x="6137135" y="9233420"/>
            <a:ext cx="1040765" cy="231140"/>
            <a:chOff x="6137135" y="9233420"/>
            <a:chExt cx="1040765" cy="231140"/>
          </a:xfrm>
        </p:grpSpPr>
        <p:sp>
          <p:nvSpPr>
            <p:cNvPr id="617" name="object 617"/>
            <p:cNvSpPr/>
            <p:nvPr/>
          </p:nvSpPr>
          <p:spPr>
            <a:xfrm>
              <a:off x="6137135" y="923342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8" name="object 618"/>
            <p:cNvPicPr/>
            <p:nvPr/>
          </p:nvPicPr>
          <p:blipFill>
            <a:blip r:embed="rId355" cstate="print"/>
            <a:stretch>
              <a:fillRect/>
            </a:stretch>
          </p:blipFill>
          <p:spPr>
            <a:xfrm>
              <a:off x="6212649" y="9292348"/>
              <a:ext cx="153784" cy="172046"/>
            </a:xfrm>
            <a:prstGeom prst="rect">
              <a:avLst/>
            </a:prstGeom>
          </p:spPr>
        </p:pic>
        <p:pic>
          <p:nvPicPr>
            <p:cNvPr id="619" name="object 619"/>
            <p:cNvPicPr/>
            <p:nvPr/>
          </p:nvPicPr>
          <p:blipFill>
            <a:blip r:embed="rId371" cstate="print"/>
            <a:stretch>
              <a:fillRect/>
            </a:stretch>
          </p:blipFill>
          <p:spPr>
            <a:xfrm>
              <a:off x="6390411" y="9292348"/>
              <a:ext cx="154584" cy="172046"/>
            </a:xfrm>
            <a:prstGeom prst="rect">
              <a:avLst/>
            </a:prstGeom>
          </p:spPr>
        </p:pic>
        <p:pic>
          <p:nvPicPr>
            <p:cNvPr id="620" name="object 620"/>
            <p:cNvPicPr/>
            <p:nvPr/>
          </p:nvPicPr>
          <p:blipFill>
            <a:blip r:embed="rId372" cstate="print"/>
            <a:stretch>
              <a:fillRect/>
            </a:stretch>
          </p:blipFill>
          <p:spPr>
            <a:xfrm>
              <a:off x="6576517" y="9292348"/>
              <a:ext cx="275361" cy="168275"/>
            </a:xfrm>
            <a:prstGeom prst="rect">
              <a:avLst/>
            </a:prstGeom>
          </p:spPr>
        </p:pic>
        <p:pic>
          <p:nvPicPr>
            <p:cNvPr id="621" name="object 621"/>
            <p:cNvPicPr/>
            <p:nvPr/>
          </p:nvPicPr>
          <p:blipFill>
            <a:blip r:embed="rId355" cstate="print"/>
            <a:stretch>
              <a:fillRect/>
            </a:stretch>
          </p:blipFill>
          <p:spPr>
            <a:xfrm>
              <a:off x="6883298" y="9292348"/>
              <a:ext cx="153784" cy="172046"/>
            </a:xfrm>
            <a:prstGeom prst="rect">
              <a:avLst/>
            </a:prstGeom>
          </p:spPr>
        </p:pic>
        <p:pic>
          <p:nvPicPr>
            <p:cNvPr id="622" name="object 622"/>
            <p:cNvPicPr/>
            <p:nvPr/>
          </p:nvPicPr>
          <p:blipFill>
            <a:blip r:embed="rId373" cstate="print"/>
            <a:stretch>
              <a:fillRect/>
            </a:stretch>
          </p:blipFill>
          <p:spPr>
            <a:xfrm>
              <a:off x="7070585" y="9292348"/>
              <a:ext cx="106768" cy="168275"/>
            </a:xfrm>
            <a:prstGeom prst="rect">
              <a:avLst/>
            </a:prstGeom>
          </p:spPr>
        </p:pic>
      </p:grpSp>
      <p:grpSp>
        <p:nvGrpSpPr>
          <p:cNvPr id="623" name="object 623"/>
          <p:cNvGrpSpPr/>
          <p:nvPr/>
        </p:nvGrpSpPr>
        <p:grpSpPr>
          <a:xfrm>
            <a:off x="7284339" y="9233420"/>
            <a:ext cx="1579245" cy="231140"/>
            <a:chOff x="7284339" y="9233420"/>
            <a:chExt cx="1579245" cy="231140"/>
          </a:xfrm>
        </p:grpSpPr>
        <p:sp>
          <p:nvSpPr>
            <p:cNvPr id="624" name="object 624"/>
            <p:cNvSpPr/>
            <p:nvPr/>
          </p:nvSpPr>
          <p:spPr>
            <a:xfrm>
              <a:off x="7284339" y="923342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5" name="object 625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7372159" y="9292348"/>
              <a:ext cx="150215" cy="168275"/>
            </a:xfrm>
            <a:prstGeom prst="rect">
              <a:avLst/>
            </a:prstGeom>
          </p:spPr>
        </p:pic>
        <p:pic>
          <p:nvPicPr>
            <p:cNvPr id="626" name="object 626"/>
            <p:cNvPicPr/>
            <p:nvPr/>
          </p:nvPicPr>
          <p:blipFill>
            <a:blip r:embed="rId374" cstate="print"/>
            <a:stretch>
              <a:fillRect/>
            </a:stretch>
          </p:blipFill>
          <p:spPr>
            <a:xfrm>
              <a:off x="7548435" y="9237776"/>
              <a:ext cx="264871" cy="226618"/>
            </a:xfrm>
            <a:prstGeom prst="rect">
              <a:avLst/>
            </a:prstGeom>
          </p:spPr>
        </p:pic>
        <p:pic>
          <p:nvPicPr>
            <p:cNvPr id="627" name="object 627"/>
            <p:cNvPicPr/>
            <p:nvPr/>
          </p:nvPicPr>
          <p:blipFill>
            <a:blip r:embed="rId375" cstate="print"/>
            <a:stretch>
              <a:fillRect/>
            </a:stretch>
          </p:blipFill>
          <p:spPr>
            <a:xfrm>
              <a:off x="7846809" y="9292348"/>
              <a:ext cx="268617" cy="172046"/>
            </a:xfrm>
            <a:prstGeom prst="rect">
              <a:avLst/>
            </a:prstGeom>
          </p:spPr>
        </p:pic>
        <p:pic>
          <p:nvPicPr>
            <p:cNvPr id="628" name="object 628"/>
            <p:cNvPicPr/>
            <p:nvPr/>
          </p:nvPicPr>
          <p:blipFill>
            <a:blip r:embed="rId376" cstate="print"/>
            <a:stretch>
              <a:fillRect/>
            </a:stretch>
          </p:blipFill>
          <p:spPr>
            <a:xfrm>
              <a:off x="8139214" y="9237776"/>
              <a:ext cx="265277" cy="226618"/>
            </a:xfrm>
            <a:prstGeom prst="rect">
              <a:avLst/>
            </a:prstGeom>
          </p:spPr>
        </p:pic>
        <p:sp>
          <p:nvSpPr>
            <p:cNvPr id="629" name="object 629"/>
            <p:cNvSpPr/>
            <p:nvPr/>
          </p:nvSpPr>
          <p:spPr>
            <a:xfrm>
              <a:off x="8431238" y="923342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0" name="object 630"/>
            <p:cNvPicPr/>
            <p:nvPr/>
          </p:nvPicPr>
          <p:blipFill>
            <a:blip r:embed="rId377" cstate="print"/>
            <a:stretch>
              <a:fillRect/>
            </a:stretch>
          </p:blipFill>
          <p:spPr>
            <a:xfrm>
              <a:off x="8509330" y="9292348"/>
              <a:ext cx="169862" cy="172046"/>
            </a:xfrm>
            <a:prstGeom prst="rect">
              <a:avLst/>
            </a:prstGeom>
          </p:spPr>
        </p:pic>
        <p:pic>
          <p:nvPicPr>
            <p:cNvPr id="631" name="object 631"/>
            <p:cNvPicPr/>
            <p:nvPr/>
          </p:nvPicPr>
          <p:blipFill>
            <a:blip r:embed="rId341" cstate="print"/>
            <a:stretch>
              <a:fillRect/>
            </a:stretch>
          </p:blipFill>
          <p:spPr>
            <a:xfrm>
              <a:off x="8712987" y="9292348"/>
              <a:ext cx="150215" cy="168275"/>
            </a:xfrm>
            <a:prstGeom prst="rect">
              <a:avLst/>
            </a:prstGeom>
          </p:spPr>
        </p:pic>
      </p:grpSp>
      <p:grpSp>
        <p:nvGrpSpPr>
          <p:cNvPr id="632" name="object 632"/>
          <p:cNvGrpSpPr/>
          <p:nvPr/>
        </p:nvGrpSpPr>
        <p:grpSpPr>
          <a:xfrm>
            <a:off x="8985887" y="9233420"/>
            <a:ext cx="629285" cy="231140"/>
            <a:chOff x="8985887" y="9233420"/>
            <a:chExt cx="629285" cy="231140"/>
          </a:xfrm>
        </p:grpSpPr>
        <p:pic>
          <p:nvPicPr>
            <p:cNvPr id="633" name="object 633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8985887" y="9233420"/>
              <a:ext cx="160665" cy="230974"/>
            </a:xfrm>
            <a:prstGeom prst="rect">
              <a:avLst/>
            </a:prstGeom>
          </p:spPr>
        </p:pic>
        <p:pic>
          <p:nvPicPr>
            <p:cNvPr id="634" name="object 634"/>
            <p:cNvPicPr/>
            <p:nvPr/>
          </p:nvPicPr>
          <p:blipFill>
            <a:blip r:embed="rId378" cstate="print"/>
            <a:stretch>
              <a:fillRect/>
            </a:stretch>
          </p:blipFill>
          <p:spPr>
            <a:xfrm>
              <a:off x="9177972" y="9237776"/>
              <a:ext cx="436880" cy="226618"/>
            </a:xfrm>
            <a:prstGeom prst="rect">
              <a:avLst/>
            </a:prstGeom>
          </p:spPr>
        </p:pic>
      </p:grpSp>
      <p:sp>
        <p:nvSpPr>
          <p:cNvPr id="636" name="object 636"/>
          <p:cNvSpPr txBox="1"/>
          <p:nvPr/>
        </p:nvSpPr>
        <p:spPr>
          <a:xfrm>
            <a:off x="5667581" y="9814031"/>
            <a:ext cx="5480685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b="1">
                <a:latin typeface="Arial"/>
                <a:cs typeface="Arial"/>
              </a:rPr>
              <a:t>IT21275524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|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Rakeesha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M.G.N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spc="-50" b="1">
                <a:latin typeface="Arial"/>
                <a:cs typeface="Arial"/>
              </a:rPr>
              <a:t>|</a:t>
            </a:r>
            <a:endParaRPr sz="2950">
              <a:latin typeface="Arial"/>
              <a:cs typeface="Arial"/>
            </a:endParaRPr>
          </a:p>
        </p:txBody>
      </p:sp>
      <p:sp>
        <p:nvSpPr>
          <p:cNvPr id="637" name="object 637"/>
          <p:cNvSpPr txBox="1"/>
          <p:nvPr/>
        </p:nvSpPr>
        <p:spPr>
          <a:xfrm>
            <a:off x="11330816" y="9814031"/>
            <a:ext cx="191897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spc="-10" b="1">
                <a:latin typeface="Arial"/>
                <a:cs typeface="Arial"/>
              </a:rPr>
              <a:t>R26-IT-</a:t>
            </a:r>
            <a:r>
              <a:rPr dirty="0" sz="2950" spc="-25" b="1">
                <a:latin typeface="Arial"/>
                <a:cs typeface="Arial"/>
              </a:rPr>
              <a:t>138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090926" cy="3374193"/>
          </a:xfrm>
          <a:prstGeom prst="rect">
            <a:avLst/>
          </a:prstGeom>
        </p:spPr>
      </p:pic>
      <p:sp>
        <p:nvSpPr>
          <p:cNvPr id="600" name="object 60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352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3200"/>
              <a:t>Learning</a:t>
            </a:r>
            <a:r>
              <a:rPr dirty="0" u="none" sz="3200" spc="-30"/>
              <a:t> </a:t>
            </a:r>
            <a:r>
              <a:rPr dirty="0" u="none" sz="3200"/>
              <a:t>Analytics</a:t>
            </a:r>
            <a:r>
              <a:rPr dirty="0" u="none" sz="3200" spc="-30"/>
              <a:t> </a:t>
            </a:r>
            <a:r>
              <a:rPr dirty="0" u="none" sz="3200"/>
              <a:t>&amp;</a:t>
            </a:r>
            <a:r>
              <a:rPr dirty="0" u="none" sz="3200" spc="-30"/>
              <a:t> </a:t>
            </a:r>
            <a:r>
              <a:rPr dirty="0" u="none" sz="3200"/>
              <a:t>Early</a:t>
            </a:r>
            <a:r>
              <a:rPr dirty="0" u="none" sz="3200" spc="-30"/>
              <a:t> </a:t>
            </a:r>
            <a:r>
              <a:rPr dirty="0" u="none" sz="3200"/>
              <a:t>Warning</a:t>
            </a:r>
            <a:r>
              <a:rPr dirty="0" u="none" sz="3200" spc="-30"/>
              <a:t> </a:t>
            </a:r>
            <a:r>
              <a:rPr dirty="0" u="none" sz="3200"/>
              <a:t>Prediction</a:t>
            </a:r>
            <a:r>
              <a:rPr dirty="0" u="none" sz="3200" spc="-30"/>
              <a:t> </a:t>
            </a:r>
            <a:r>
              <a:rPr dirty="0" u="none" sz="3200" spc="-10"/>
              <a:t>Module</a:t>
            </a:r>
            <a:endParaRPr sz="3200"/>
          </a:p>
        </p:txBody>
      </p:sp>
      <p:grpSp>
        <p:nvGrpSpPr>
          <p:cNvPr id="6" name="object 6"/>
          <p:cNvGrpSpPr/>
          <p:nvPr/>
        </p:nvGrpSpPr>
        <p:grpSpPr>
          <a:xfrm>
            <a:off x="3127171" y="1139710"/>
            <a:ext cx="575945" cy="249554"/>
            <a:chOff x="3127171" y="1139710"/>
            <a:chExt cx="575945" cy="249554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7171" y="1203413"/>
              <a:ext cx="166878" cy="1857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29774" y="1203413"/>
              <a:ext cx="162128" cy="1817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29192" y="1139710"/>
              <a:ext cx="173556" cy="24944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844747" y="1139710"/>
            <a:ext cx="657225" cy="249554"/>
            <a:chOff x="3844747" y="1139710"/>
            <a:chExt cx="657225" cy="249554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44747" y="1139710"/>
              <a:ext cx="186740" cy="24546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50245" y="1207376"/>
              <a:ext cx="184746" cy="177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51464" y="1203413"/>
              <a:ext cx="166890" cy="18573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54474" y="1139710"/>
              <a:ext cx="47028" cy="245465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548746" y="1139710"/>
            <a:ext cx="982344" cy="249554"/>
            <a:chOff x="4548746" y="1139710"/>
            <a:chExt cx="982344" cy="249554"/>
          </a:xfrm>
        </p:grpSpPr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48746" y="1207376"/>
              <a:ext cx="161721" cy="1817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46891" y="1203413"/>
              <a:ext cx="166890" cy="1857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30457" y="1144676"/>
              <a:ext cx="104775" cy="2444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64086" y="1139710"/>
              <a:ext cx="47028" cy="24546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48440" y="1203413"/>
              <a:ext cx="183553" cy="18573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68417" y="1203413"/>
              <a:ext cx="162115" cy="181762"/>
            </a:xfrm>
            <a:prstGeom prst="rect">
              <a:avLst/>
            </a:prstGeom>
          </p:spPr>
        </p:pic>
      </p:grpSp>
      <p:grpSp>
        <p:nvGrpSpPr>
          <p:cNvPr id="373" name="object 373"/>
          <p:cNvGrpSpPr/>
          <p:nvPr/>
        </p:nvGrpSpPr>
        <p:grpSpPr>
          <a:xfrm>
            <a:off x="9937963" y="1135545"/>
            <a:ext cx="589280" cy="254000"/>
            <a:chOff x="9937963" y="1135545"/>
            <a:chExt cx="589280" cy="254000"/>
          </a:xfrm>
        </p:grpSpPr>
        <p:pic>
          <p:nvPicPr>
            <p:cNvPr id="374" name="object 374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9937963" y="1135545"/>
              <a:ext cx="199613" cy="254000"/>
            </a:xfrm>
            <a:prstGeom prst="rect">
              <a:avLst/>
            </a:prstGeom>
          </p:spPr>
        </p:pic>
        <p:pic>
          <p:nvPicPr>
            <p:cNvPr id="375" name="object 375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10165285" y="1203413"/>
              <a:ext cx="166091" cy="185737"/>
            </a:xfrm>
            <a:prstGeom prst="rect">
              <a:avLst/>
            </a:prstGeom>
          </p:spPr>
        </p:pic>
        <p:pic>
          <p:nvPicPr>
            <p:cNvPr id="376" name="object 376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10359361" y="1203413"/>
              <a:ext cx="167679" cy="185737"/>
            </a:xfrm>
            <a:prstGeom prst="rect">
              <a:avLst/>
            </a:prstGeom>
          </p:spPr>
        </p:pic>
      </p:grpSp>
      <p:pic>
        <p:nvPicPr>
          <p:cNvPr id="378" name="object 378"/>
          <p:cNvPicPr/>
          <p:nvPr/>
        </p:nvPicPr>
        <p:blipFill>
          <a:blip r:embed="rId225" cstate="print"/>
          <a:stretch>
            <a:fillRect/>
          </a:stretch>
        </p:blipFill>
        <p:spPr>
          <a:xfrm>
            <a:off x="10559391" y="1207376"/>
            <a:ext cx="161725" cy="181775"/>
          </a:xfrm>
          <a:prstGeom prst="rect">
            <a:avLst/>
          </a:prstGeom>
        </p:spPr>
      </p:pic>
      <p:pic>
        <p:nvPicPr>
          <p:cNvPr id="377" name="object 377"/>
          <p:cNvPicPr/>
          <p:nvPr/>
        </p:nvPicPr>
        <p:blipFill>
          <a:blip r:embed="rId224" cstate="print"/>
          <a:stretch>
            <a:fillRect/>
          </a:stretch>
        </p:blipFill>
        <p:spPr>
          <a:xfrm>
            <a:off x="10767855" y="1203413"/>
            <a:ext cx="115093" cy="181762"/>
          </a:xfrm>
          <a:prstGeom prst="rect">
            <a:avLst/>
          </a:prstGeom>
        </p:spPr>
      </p:pic>
      <p:grpSp>
        <p:nvGrpSpPr>
          <p:cNvPr id="379" name="object 379"/>
          <p:cNvGrpSpPr/>
          <p:nvPr/>
        </p:nvGrpSpPr>
        <p:grpSpPr>
          <a:xfrm>
            <a:off x="10903281" y="1139710"/>
            <a:ext cx="370205" cy="318135"/>
            <a:chOff x="10903281" y="1139710"/>
            <a:chExt cx="370205" cy="318135"/>
          </a:xfrm>
        </p:grpSpPr>
        <p:pic>
          <p:nvPicPr>
            <p:cNvPr id="380" name="object 380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10903281" y="1139710"/>
              <a:ext cx="47029" cy="245465"/>
            </a:xfrm>
            <a:prstGeom prst="rect">
              <a:avLst/>
            </a:prstGeom>
          </p:spPr>
        </p:pic>
        <p:pic>
          <p:nvPicPr>
            <p:cNvPr id="381" name="object 381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10979102" y="1144676"/>
              <a:ext cx="294167" cy="312737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67865" y="1684553"/>
            <a:ext cx="78581" cy="78574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943296" y="1607959"/>
            <a:ext cx="873125" cy="231140"/>
            <a:chOff x="1943296" y="1607959"/>
            <a:chExt cx="873125" cy="231140"/>
          </a:xfrm>
        </p:grpSpPr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98052" y="1666887"/>
              <a:ext cx="169862" cy="17204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943296" y="1607959"/>
              <a:ext cx="219670" cy="22720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92466" y="1607959"/>
              <a:ext cx="160656" cy="23097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583351" y="1666887"/>
              <a:ext cx="153790" cy="17204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772625" y="16079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947860" y="1603984"/>
            <a:ext cx="1888972" cy="293890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4947830" y="1607959"/>
            <a:ext cx="1435100" cy="231140"/>
            <a:chOff x="4947830" y="1607959"/>
            <a:chExt cx="1435100" cy="231140"/>
          </a:xfrm>
        </p:grpSpPr>
        <p:sp>
          <p:nvSpPr>
            <p:cNvPr id="31" name="object 31"/>
            <p:cNvSpPr/>
            <p:nvPr/>
          </p:nvSpPr>
          <p:spPr>
            <a:xfrm>
              <a:off x="4947831" y="1607959"/>
              <a:ext cx="586105" cy="231140"/>
            </a:xfrm>
            <a:custGeom>
              <a:avLst/>
              <a:gdLst/>
              <a:ahLst/>
              <a:cxnLst/>
              <a:rect l="l" t="t" r="r" b="b"/>
              <a:pathLst>
                <a:path w="586104" h="231139">
                  <a:moveTo>
                    <a:pt x="153797" y="157353"/>
                  </a:moveTo>
                  <a:lnTo>
                    <a:pt x="152806" y="133972"/>
                  </a:lnTo>
                  <a:lnTo>
                    <a:pt x="152222" y="130771"/>
                  </a:lnTo>
                  <a:lnTo>
                    <a:pt x="149250" y="114795"/>
                  </a:lnTo>
                  <a:lnTo>
                    <a:pt x="149148" y="114211"/>
                  </a:lnTo>
                  <a:lnTo>
                    <a:pt x="149072" y="113804"/>
                  </a:lnTo>
                  <a:lnTo>
                    <a:pt x="142582" y="96862"/>
                  </a:lnTo>
                  <a:lnTo>
                    <a:pt x="139484" y="92265"/>
                  </a:lnTo>
                  <a:lnTo>
                    <a:pt x="133350" y="83146"/>
                  </a:lnTo>
                  <a:lnTo>
                    <a:pt x="121767" y="72555"/>
                  </a:lnTo>
                  <a:lnTo>
                    <a:pt x="110528" y="66268"/>
                  </a:lnTo>
                  <a:lnTo>
                    <a:pt x="110528" y="130771"/>
                  </a:lnTo>
                  <a:lnTo>
                    <a:pt x="45440" y="130771"/>
                  </a:lnTo>
                  <a:lnTo>
                    <a:pt x="65138" y="94856"/>
                  </a:lnTo>
                  <a:lnTo>
                    <a:pt x="78193" y="92265"/>
                  </a:lnTo>
                  <a:lnTo>
                    <a:pt x="87058" y="92265"/>
                  </a:lnTo>
                  <a:lnTo>
                    <a:pt x="110528" y="130771"/>
                  </a:lnTo>
                  <a:lnTo>
                    <a:pt x="110528" y="66268"/>
                  </a:lnTo>
                  <a:lnTo>
                    <a:pt x="108242" y="64985"/>
                  </a:lnTo>
                  <a:lnTo>
                    <a:pt x="92798" y="60452"/>
                  </a:lnTo>
                  <a:lnTo>
                    <a:pt x="75412" y="58928"/>
                  </a:lnTo>
                  <a:lnTo>
                    <a:pt x="59067" y="60452"/>
                  </a:lnTo>
                  <a:lnTo>
                    <a:pt x="59537" y="60452"/>
                  </a:lnTo>
                  <a:lnTo>
                    <a:pt x="45491" y="64744"/>
                  </a:lnTo>
                  <a:lnTo>
                    <a:pt x="13309" y="92913"/>
                  </a:lnTo>
                  <a:lnTo>
                    <a:pt x="0" y="146050"/>
                  </a:lnTo>
                  <a:lnTo>
                    <a:pt x="1016" y="162471"/>
                  </a:lnTo>
                  <a:lnTo>
                    <a:pt x="16281" y="202793"/>
                  </a:lnTo>
                  <a:lnTo>
                    <a:pt x="59728" y="229222"/>
                  </a:lnTo>
                  <a:lnTo>
                    <a:pt x="79781" y="230974"/>
                  </a:lnTo>
                  <a:lnTo>
                    <a:pt x="92798" y="230200"/>
                  </a:lnTo>
                  <a:lnTo>
                    <a:pt x="133438" y="211531"/>
                  </a:lnTo>
                  <a:lnTo>
                    <a:pt x="143522" y="198437"/>
                  </a:lnTo>
                  <a:lnTo>
                    <a:pt x="146634" y="193357"/>
                  </a:lnTo>
                  <a:lnTo>
                    <a:pt x="151409" y="182156"/>
                  </a:lnTo>
                  <a:lnTo>
                    <a:pt x="107950" y="174815"/>
                  </a:lnTo>
                  <a:lnTo>
                    <a:pt x="105575" y="183019"/>
                  </a:lnTo>
                  <a:lnTo>
                    <a:pt x="102069" y="189039"/>
                  </a:lnTo>
                  <a:lnTo>
                    <a:pt x="97434" y="192874"/>
                  </a:lnTo>
                  <a:lnTo>
                    <a:pt x="92811" y="196583"/>
                  </a:lnTo>
                  <a:lnTo>
                    <a:pt x="87058" y="198437"/>
                  </a:lnTo>
                  <a:lnTo>
                    <a:pt x="80175" y="198437"/>
                  </a:lnTo>
                  <a:lnTo>
                    <a:pt x="47548" y="174815"/>
                  </a:lnTo>
                  <a:lnTo>
                    <a:pt x="47472" y="174675"/>
                  </a:lnTo>
                  <a:lnTo>
                    <a:pt x="45453" y="166547"/>
                  </a:lnTo>
                  <a:lnTo>
                    <a:pt x="44653" y="157353"/>
                  </a:lnTo>
                  <a:lnTo>
                    <a:pt x="153797" y="157353"/>
                  </a:lnTo>
                  <a:close/>
                </a:path>
                <a:path w="586104" h="231139">
                  <a:moveTo>
                    <a:pt x="339102" y="62509"/>
                  </a:moveTo>
                  <a:lnTo>
                    <a:pt x="294449" y="62509"/>
                  </a:lnTo>
                  <a:lnTo>
                    <a:pt x="259791" y="155905"/>
                  </a:lnTo>
                  <a:lnTo>
                    <a:pt x="257810" y="162775"/>
                  </a:lnTo>
                  <a:lnTo>
                    <a:pt x="253974" y="174625"/>
                  </a:lnTo>
                  <a:lnTo>
                    <a:pt x="244843" y="146646"/>
                  </a:lnTo>
                  <a:lnTo>
                    <a:pt x="213893" y="62509"/>
                  </a:lnTo>
                  <a:lnTo>
                    <a:pt x="168249" y="62509"/>
                  </a:lnTo>
                  <a:lnTo>
                    <a:pt x="234530" y="227203"/>
                  </a:lnTo>
                  <a:lnTo>
                    <a:pt x="273812" y="227203"/>
                  </a:lnTo>
                  <a:lnTo>
                    <a:pt x="339102" y="62509"/>
                  </a:lnTo>
                  <a:close/>
                </a:path>
                <a:path w="586104" h="231139">
                  <a:moveTo>
                    <a:pt x="508927" y="227203"/>
                  </a:moveTo>
                  <a:lnTo>
                    <a:pt x="500253" y="200215"/>
                  </a:lnTo>
                  <a:lnTo>
                    <a:pt x="500113" y="199313"/>
                  </a:lnTo>
                  <a:lnTo>
                    <a:pt x="499643" y="193675"/>
                  </a:lnTo>
                  <a:lnTo>
                    <a:pt x="499529" y="192328"/>
                  </a:lnTo>
                  <a:lnTo>
                    <a:pt x="499503" y="191985"/>
                  </a:lnTo>
                  <a:lnTo>
                    <a:pt x="499148" y="183883"/>
                  </a:lnTo>
                  <a:lnTo>
                    <a:pt x="499198" y="148234"/>
                  </a:lnTo>
                  <a:lnTo>
                    <a:pt x="499313" y="132651"/>
                  </a:lnTo>
                  <a:lnTo>
                    <a:pt x="499325" y="119849"/>
                  </a:lnTo>
                  <a:lnTo>
                    <a:pt x="490232" y="78232"/>
                  </a:lnTo>
                  <a:lnTo>
                    <a:pt x="455587" y="60667"/>
                  </a:lnTo>
                  <a:lnTo>
                    <a:pt x="430149" y="58928"/>
                  </a:lnTo>
                  <a:lnTo>
                    <a:pt x="415061" y="59651"/>
                  </a:lnTo>
                  <a:lnTo>
                    <a:pt x="374205" y="76885"/>
                  </a:lnTo>
                  <a:lnTo>
                    <a:pt x="358914" y="105562"/>
                  </a:lnTo>
                  <a:lnTo>
                    <a:pt x="398399" y="112712"/>
                  </a:lnTo>
                  <a:lnTo>
                    <a:pt x="401053" y="105168"/>
                  </a:lnTo>
                  <a:lnTo>
                    <a:pt x="404558" y="99872"/>
                  </a:lnTo>
                  <a:lnTo>
                    <a:pt x="413283" y="93789"/>
                  </a:lnTo>
                  <a:lnTo>
                    <a:pt x="419303" y="92265"/>
                  </a:lnTo>
                  <a:lnTo>
                    <a:pt x="438480" y="92265"/>
                  </a:lnTo>
                  <a:lnTo>
                    <a:pt x="446290" y="94056"/>
                  </a:lnTo>
                  <a:lnTo>
                    <a:pt x="450392" y="97624"/>
                  </a:lnTo>
                  <a:lnTo>
                    <a:pt x="454621" y="101066"/>
                  </a:lnTo>
                  <a:lnTo>
                    <a:pt x="456742" y="107022"/>
                  </a:lnTo>
                  <a:lnTo>
                    <a:pt x="456742" y="119849"/>
                  </a:lnTo>
                  <a:lnTo>
                    <a:pt x="456742" y="148234"/>
                  </a:lnTo>
                  <a:lnTo>
                    <a:pt x="456742" y="167208"/>
                  </a:lnTo>
                  <a:lnTo>
                    <a:pt x="456374" y="171577"/>
                  </a:lnTo>
                  <a:lnTo>
                    <a:pt x="456247" y="173037"/>
                  </a:lnTo>
                  <a:lnTo>
                    <a:pt x="456145" y="174294"/>
                  </a:lnTo>
                  <a:lnTo>
                    <a:pt x="454952" y="177990"/>
                  </a:lnTo>
                  <a:lnTo>
                    <a:pt x="453478" y="183235"/>
                  </a:lnTo>
                  <a:lnTo>
                    <a:pt x="453364" y="183680"/>
                  </a:lnTo>
                  <a:lnTo>
                    <a:pt x="449922" y="188506"/>
                  </a:lnTo>
                  <a:lnTo>
                    <a:pt x="444639" y="192481"/>
                  </a:lnTo>
                  <a:lnTo>
                    <a:pt x="437489" y="197637"/>
                  </a:lnTo>
                  <a:lnTo>
                    <a:pt x="429958" y="200215"/>
                  </a:lnTo>
                  <a:lnTo>
                    <a:pt x="414997" y="200215"/>
                  </a:lnTo>
                  <a:lnTo>
                    <a:pt x="409244" y="198031"/>
                  </a:lnTo>
                  <a:lnTo>
                    <a:pt x="404749" y="193675"/>
                  </a:lnTo>
                  <a:lnTo>
                    <a:pt x="400253" y="189179"/>
                  </a:lnTo>
                  <a:lnTo>
                    <a:pt x="398005" y="183883"/>
                  </a:lnTo>
                  <a:lnTo>
                    <a:pt x="398005" y="171577"/>
                  </a:lnTo>
                  <a:lnTo>
                    <a:pt x="430149" y="154978"/>
                  </a:lnTo>
                  <a:lnTo>
                    <a:pt x="438581" y="153073"/>
                  </a:lnTo>
                  <a:lnTo>
                    <a:pt x="445820" y="151307"/>
                  </a:lnTo>
                  <a:lnTo>
                    <a:pt x="451878" y="149694"/>
                  </a:lnTo>
                  <a:lnTo>
                    <a:pt x="456742" y="148234"/>
                  </a:lnTo>
                  <a:lnTo>
                    <a:pt x="456742" y="119849"/>
                  </a:lnTo>
                  <a:lnTo>
                    <a:pt x="449618" y="122377"/>
                  </a:lnTo>
                  <a:lnTo>
                    <a:pt x="440169" y="124968"/>
                  </a:lnTo>
                  <a:lnTo>
                    <a:pt x="428383" y="127635"/>
                  </a:lnTo>
                  <a:lnTo>
                    <a:pt x="414274" y="130365"/>
                  </a:lnTo>
                  <a:lnTo>
                    <a:pt x="403618" y="132651"/>
                  </a:lnTo>
                  <a:lnTo>
                    <a:pt x="365391" y="150075"/>
                  </a:lnTo>
                  <a:lnTo>
                    <a:pt x="354342" y="182156"/>
                  </a:lnTo>
                  <a:lnTo>
                    <a:pt x="355231" y="191985"/>
                  </a:lnTo>
                  <a:lnTo>
                    <a:pt x="377037" y="223278"/>
                  </a:lnTo>
                  <a:lnTo>
                    <a:pt x="409117" y="230974"/>
                  </a:lnTo>
                  <a:lnTo>
                    <a:pt x="416153" y="230644"/>
                  </a:lnTo>
                  <a:lnTo>
                    <a:pt x="454380" y="214312"/>
                  </a:lnTo>
                  <a:lnTo>
                    <a:pt x="460121" y="209143"/>
                  </a:lnTo>
                  <a:lnTo>
                    <a:pt x="460311" y="209892"/>
                  </a:lnTo>
                  <a:lnTo>
                    <a:pt x="461708" y="214312"/>
                  </a:lnTo>
                  <a:lnTo>
                    <a:pt x="463296" y="220002"/>
                  </a:lnTo>
                  <a:lnTo>
                    <a:pt x="464680" y="224294"/>
                  </a:lnTo>
                  <a:lnTo>
                    <a:pt x="465874" y="227203"/>
                  </a:lnTo>
                  <a:lnTo>
                    <a:pt x="508927" y="227203"/>
                  </a:lnTo>
                  <a:close/>
                </a:path>
                <a:path w="586104" h="231139">
                  <a:moveTo>
                    <a:pt x="585889" y="0"/>
                  </a:moveTo>
                  <a:lnTo>
                    <a:pt x="542429" y="0"/>
                  </a:lnTo>
                  <a:lnTo>
                    <a:pt x="542429" y="227203"/>
                  </a:lnTo>
                  <a:lnTo>
                    <a:pt x="585889" y="227203"/>
                  </a:lnTo>
                  <a:lnTo>
                    <a:pt x="58588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77484" y="1670469"/>
              <a:ext cx="149821" cy="16846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760910" y="1612315"/>
              <a:ext cx="434898" cy="22661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221655" y="1607959"/>
              <a:ext cx="160653" cy="230974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6512458" y="1607959"/>
            <a:ext cx="415290" cy="231140"/>
            <a:chOff x="6512458" y="1607959"/>
            <a:chExt cx="415290" cy="231140"/>
          </a:xfrm>
        </p:grpSpPr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512458" y="1670469"/>
              <a:ext cx="149821" cy="16846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692112" y="1666887"/>
              <a:ext cx="153784" cy="17204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883959" y="16079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6971779" y="1666887"/>
            <a:ext cx="345440" cy="235585"/>
            <a:chOff x="6971779" y="1666887"/>
            <a:chExt cx="345440" cy="235585"/>
          </a:xfrm>
        </p:grpSpPr>
        <p:pic>
          <p:nvPicPr>
            <p:cNvPr id="40" name="object 4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156386" y="1666887"/>
              <a:ext cx="160540" cy="23515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971779" y="1666887"/>
              <a:ext cx="150215" cy="168275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7456601" y="1670469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43649" y="0"/>
                </a:moveTo>
                <a:lnTo>
                  <a:pt x="0" y="0"/>
                </a:lnTo>
                <a:lnTo>
                  <a:pt x="0" y="43649"/>
                </a:lnTo>
                <a:lnTo>
                  <a:pt x="43649" y="43649"/>
                </a:lnTo>
                <a:lnTo>
                  <a:pt x="4364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549032" y="1730984"/>
            <a:ext cx="85725" cy="43815"/>
          </a:xfrm>
          <a:custGeom>
            <a:avLst/>
            <a:gdLst/>
            <a:ahLst/>
            <a:cxnLst/>
            <a:rect l="l" t="t" r="r" b="b"/>
            <a:pathLst>
              <a:path w="85725" h="43814">
                <a:moveTo>
                  <a:pt x="85521" y="0"/>
                </a:moveTo>
                <a:lnTo>
                  <a:pt x="0" y="0"/>
                </a:lnTo>
                <a:lnTo>
                  <a:pt x="0" y="43662"/>
                </a:lnTo>
                <a:lnTo>
                  <a:pt x="85521" y="43662"/>
                </a:lnTo>
                <a:lnTo>
                  <a:pt x="85521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2" name="object 38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212399" y="1684553"/>
            <a:ext cx="78581" cy="78574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7456601" y="1791512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43649" y="0"/>
                </a:moveTo>
                <a:lnTo>
                  <a:pt x="0" y="0"/>
                </a:lnTo>
                <a:lnTo>
                  <a:pt x="0" y="43649"/>
                </a:lnTo>
                <a:lnTo>
                  <a:pt x="43649" y="43649"/>
                </a:lnTo>
                <a:lnTo>
                  <a:pt x="4364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3" name="object 383"/>
          <p:cNvSpPr/>
          <p:nvPr/>
        </p:nvSpPr>
        <p:spPr>
          <a:xfrm>
            <a:off x="10488624" y="1735454"/>
            <a:ext cx="46355" cy="100330"/>
          </a:xfrm>
          <a:custGeom>
            <a:avLst/>
            <a:gdLst/>
            <a:ahLst/>
            <a:cxnLst/>
            <a:rect l="l" t="t" r="r" b="b"/>
            <a:pathLst>
              <a:path w="46354" h="100330">
                <a:moveTo>
                  <a:pt x="0" y="100329"/>
                </a:moveTo>
                <a:lnTo>
                  <a:pt x="45839" y="100329"/>
                </a:lnTo>
                <a:lnTo>
                  <a:pt x="45839" y="0"/>
                </a:lnTo>
                <a:lnTo>
                  <a:pt x="0" y="0"/>
                </a:lnTo>
                <a:lnTo>
                  <a:pt x="0" y="100329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4" name="object 384"/>
          <p:cNvSpPr/>
          <p:nvPr/>
        </p:nvSpPr>
        <p:spPr>
          <a:xfrm>
            <a:off x="10488625" y="1608454"/>
            <a:ext cx="182245" cy="227329"/>
          </a:xfrm>
          <a:custGeom>
            <a:avLst/>
            <a:gdLst/>
            <a:ahLst/>
            <a:cxnLst/>
            <a:rect l="l" t="t" r="r" b="b"/>
            <a:pathLst>
              <a:path w="182245" h="227330">
                <a:moveTo>
                  <a:pt x="181762" y="0"/>
                </a:moveTo>
                <a:lnTo>
                  <a:pt x="135928" y="0"/>
                </a:lnTo>
                <a:lnTo>
                  <a:pt x="135928" y="88900"/>
                </a:lnTo>
                <a:lnTo>
                  <a:pt x="45834" y="88900"/>
                </a:lnTo>
                <a:lnTo>
                  <a:pt x="45834" y="0"/>
                </a:lnTo>
                <a:lnTo>
                  <a:pt x="0" y="0"/>
                </a:lnTo>
                <a:lnTo>
                  <a:pt x="0" y="88900"/>
                </a:lnTo>
                <a:lnTo>
                  <a:pt x="0" y="127000"/>
                </a:lnTo>
                <a:lnTo>
                  <a:pt x="135928" y="127000"/>
                </a:lnTo>
                <a:lnTo>
                  <a:pt x="135928" y="227330"/>
                </a:lnTo>
                <a:lnTo>
                  <a:pt x="181762" y="227330"/>
                </a:lnTo>
                <a:lnTo>
                  <a:pt x="181762" y="127000"/>
                </a:lnTo>
                <a:lnTo>
                  <a:pt x="181762" y="88900"/>
                </a:lnTo>
                <a:lnTo>
                  <a:pt x="181762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/>
          <p:nvPr/>
        </p:nvSpPr>
        <p:spPr>
          <a:xfrm>
            <a:off x="10701439" y="1608454"/>
            <a:ext cx="180975" cy="227329"/>
          </a:xfrm>
          <a:custGeom>
            <a:avLst/>
            <a:gdLst/>
            <a:ahLst/>
            <a:cxnLst/>
            <a:rect l="l" t="t" r="r" b="b"/>
            <a:pathLst>
              <a:path w="180975" h="227330">
                <a:moveTo>
                  <a:pt x="180771" y="0"/>
                </a:moveTo>
                <a:lnTo>
                  <a:pt x="0" y="0"/>
                </a:lnTo>
                <a:lnTo>
                  <a:pt x="0" y="38100"/>
                </a:lnTo>
                <a:lnTo>
                  <a:pt x="67462" y="38100"/>
                </a:lnTo>
                <a:lnTo>
                  <a:pt x="67462" y="227330"/>
                </a:lnTo>
                <a:lnTo>
                  <a:pt x="113309" y="227330"/>
                </a:lnTo>
                <a:lnTo>
                  <a:pt x="113309" y="38100"/>
                </a:lnTo>
                <a:lnTo>
                  <a:pt x="180771" y="38100"/>
                </a:lnTo>
                <a:lnTo>
                  <a:pt x="180771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6" name="object 386"/>
          <p:cNvGrpSpPr/>
          <p:nvPr/>
        </p:nvGrpSpPr>
        <p:grpSpPr>
          <a:xfrm>
            <a:off x="10895382" y="1603984"/>
            <a:ext cx="595630" cy="235585"/>
            <a:chOff x="10895382" y="1603984"/>
            <a:chExt cx="595630" cy="235585"/>
          </a:xfrm>
        </p:grpSpPr>
        <p:sp>
          <p:nvSpPr>
            <p:cNvPr id="387" name="object 387"/>
            <p:cNvSpPr/>
            <p:nvPr/>
          </p:nvSpPr>
          <p:spPr>
            <a:xfrm>
              <a:off x="10895381" y="1608454"/>
              <a:ext cx="180975" cy="227329"/>
            </a:xfrm>
            <a:custGeom>
              <a:avLst/>
              <a:gdLst/>
              <a:ahLst/>
              <a:cxnLst/>
              <a:rect l="l" t="t" r="r" b="b"/>
              <a:pathLst>
                <a:path w="180975" h="227330">
                  <a:moveTo>
                    <a:pt x="1807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67462" y="38100"/>
                  </a:lnTo>
                  <a:lnTo>
                    <a:pt x="67462" y="227330"/>
                  </a:lnTo>
                  <a:lnTo>
                    <a:pt x="113296" y="227330"/>
                  </a:lnTo>
                  <a:lnTo>
                    <a:pt x="113296" y="38100"/>
                  </a:lnTo>
                  <a:lnTo>
                    <a:pt x="180771" y="38100"/>
                  </a:lnTo>
                  <a:lnTo>
                    <a:pt x="180771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8" name="object 388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11105593" y="1607959"/>
              <a:ext cx="174228" cy="227202"/>
            </a:xfrm>
            <a:prstGeom prst="rect">
              <a:avLst/>
            </a:prstGeom>
          </p:spPr>
        </p:pic>
        <p:pic>
          <p:nvPicPr>
            <p:cNvPr id="389" name="object 389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11305857" y="1603984"/>
              <a:ext cx="184734" cy="235153"/>
            </a:xfrm>
            <a:prstGeom prst="rect">
              <a:avLst/>
            </a:prstGeom>
          </p:spPr>
        </p:pic>
      </p:grpSp>
      <p:grpSp>
        <p:nvGrpSpPr>
          <p:cNvPr id="390" name="object 390"/>
          <p:cNvGrpSpPr/>
          <p:nvPr/>
        </p:nvGrpSpPr>
        <p:grpSpPr>
          <a:xfrm>
            <a:off x="11604447" y="1607959"/>
            <a:ext cx="1487170" cy="294640"/>
            <a:chOff x="11604447" y="1607959"/>
            <a:chExt cx="1487170" cy="294640"/>
          </a:xfrm>
        </p:grpSpPr>
        <p:pic>
          <p:nvPicPr>
            <p:cNvPr id="391" name="object 391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11604447" y="1666887"/>
              <a:ext cx="153784" cy="172046"/>
            </a:xfrm>
            <a:prstGeom prst="rect">
              <a:avLst/>
            </a:prstGeom>
          </p:spPr>
        </p:pic>
        <p:pic>
          <p:nvPicPr>
            <p:cNvPr id="392" name="object 392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1793321" y="1666887"/>
              <a:ext cx="150215" cy="168275"/>
            </a:xfrm>
            <a:prstGeom prst="rect">
              <a:avLst/>
            </a:prstGeom>
          </p:spPr>
        </p:pic>
        <p:pic>
          <p:nvPicPr>
            <p:cNvPr id="393" name="object 393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1977929" y="1666887"/>
              <a:ext cx="155384" cy="172046"/>
            </a:xfrm>
            <a:prstGeom prst="rect">
              <a:avLst/>
            </a:prstGeom>
          </p:spPr>
        </p:pic>
        <p:pic>
          <p:nvPicPr>
            <p:cNvPr id="394" name="object 394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12162256" y="1666887"/>
              <a:ext cx="274167" cy="235153"/>
            </a:xfrm>
            <a:prstGeom prst="rect">
              <a:avLst/>
            </a:prstGeom>
          </p:spPr>
        </p:pic>
        <p:pic>
          <p:nvPicPr>
            <p:cNvPr id="395" name="object 395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12463183" y="1612315"/>
              <a:ext cx="441947" cy="285559"/>
            </a:xfrm>
            <a:prstGeom prst="rect">
              <a:avLst/>
            </a:prstGeom>
          </p:spPr>
        </p:pic>
        <p:pic>
          <p:nvPicPr>
            <p:cNvPr id="396" name="object 396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12930964" y="1607959"/>
              <a:ext cx="160653" cy="230974"/>
            </a:xfrm>
            <a:prstGeom prst="rect">
              <a:avLst/>
            </a:prstGeom>
          </p:spPr>
        </p:pic>
      </p:grpSp>
      <p:grpSp>
        <p:nvGrpSpPr>
          <p:cNvPr id="397" name="object 397"/>
          <p:cNvGrpSpPr/>
          <p:nvPr/>
        </p:nvGrpSpPr>
        <p:grpSpPr>
          <a:xfrm>
            <a:off x="13213041" y="1666887"/>
            <a:ext cx="1094105" cy="172085"/>
            <a:chOff x="13213041" y="1666887"/>
            <a:chExt cx="1094105" cy="172085"/>
          </a:xfrm>
        </p:grpSpPr>
        <p:pic>
          <p:nvPicPr>
            <p:cNvPr id="398" name="object 398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13389215" y="1666887"/>
              <a:ext cx="169862" cy="172046"/>
            </a:xfrm>
            <a:prstGeom prst="rect">
              <a:avLst/>
            </a:prstGeom>
          </p:spPr>
        </p:pic>
        <p:pic>
          <p:nvPicPr>
            <p:cNvPr id="399" name="object 399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13213041" y="1666887"/>
              <a:ext cx="155371" cy="172046"/>
            </a:xfrm>
            <a:prstGeom prst="rect">
              <a:avLst/>
            </a:prstGeom>
          </p:spPr>
        </p:pic>
        <p:pic>
          <p:nvPicPr>
            <p:cNvPr id="400" name="object 400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13589901" y="1666887"/>
              <a:ext cx="242290" cy="168275"/>
            </a:xfrm>
            <a:prstGeom prst="rect">
              <a:avLst/>
            </a:prstGeom>
          </p:spPr>
        </p:pic>
        <p:pic>
          <p:nvPicPr>
            <p:cNvPr id="401" name="object 401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13872209" y="1666887"/>
              <a:ext cx="242290" cy="168275"/>
            </a:xfrm>
            <a:prstGeom prst="rect">
              <a:avLst/>
            </a:prstGeom>
          </p:spPr>
        </p:pic>
        <p:pic>
          <p:nvPicPr>
            <p:cNvPr id="402" name="object 402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14156905" y="1670469"/>
              <a:ext cx="149809" cy="168465"/>
            </a:xfrm>
            <a:prstGeom prst="rect">
              <a:avLst/>
            </a:prstGeom>
          </p:spPr>
        </p:pic>
      </p:grpSp>
      <p:grpSp>
        <p:nvGrpSpPr>
          <p:cNvPr id="403" name="object 403"/>
          <p:cNvGrpSpPr/>
          <p:nvPr/>
        </p:nvGrpSpPr>
        <p:grpSpPr>
          <a:xfrm>
            <a:off x="14351432" y="1607959"/>
            <a:ext cx="1173480" cy="231140"/>
            <a:chOff x="14351432" y="1607959"/>
            <a:chExt cx="1173480" cy="231140"/>
          </a:xfrm>
        </p:grpSpPr>
        <p:pic>
          <p:nvPicPr>
            <p:cNvPr id="404" name="object 404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14351432" y="1666887"/>
              <a:ext cx="150215" cy="168275"/>
            </a:xfrm>
            <a:prstGeom prst="rect">
              <a:avLst/>
            </a:prstGeom>
          </p:spPr>
        </p:pic>
        <p:sp>
          <p:nvSpPr>
            <p:cNvPr id="405" name="object 405"/>
            <p:cNvSpPr/>
            <p:nvPr/>
          </p:nvSpPr>
          <p:spPr>
            <a:xfrm>
              <a:off x="14545768" y="16079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6" name="object 406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14624266" y="1666887"/>
              <a:ext cx="155371" cy="172046"/>
            </a:xfrm>
            <a:prstGeom prst="rect">
              <a:avLst/>
            </a:prstGeom>
          </p:spPr>
        </p:pic>
        <p:pic>
          <p:nvPicPr>
            <p:cNvPr id="407" name="object 407"/>
            <p:cNvPicPr/>
            <p:nvPr/>
          </p:nvPicPr>
          <p:blipFill>
            <a:blip r:embed="rId241" cstate="print"/>
            <a:stretch>
              <a:fillRect/>
            </a:stretch>
          </p:blipFill>
          <p:spPr>
            <a:xfrm>
              <a:off x="14799056" y="1612315"/>
              <a:ext cx="267055" cy="226618"/>
            </a:xfrm>
            <a:prstGeom prst="rect">
              <a:avLst/>
            </a:prstGeom>
          </p:spPr>
        </p:pic>
        <p:sp>
          <p:nvSpPr>
            <p:cNvPr id="408" name="object 408"/>
            <p:cNvSpPr/>
            <p:nvPr/>
          </p:nvSpPr>
          <p:spPr>
            <a:xfrm>
              <a:off x="15092871" y="160795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30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9" name="object 409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5170950" y="1666887"/>
              <a:ext cx="169862" cy="172046"/>
            </a:xfrm>
            <a:prstGeom prst="rect">
              <a:avLst/>
            </a:prstGeom>
          </p:spPr>
        </p:pic>
        <p:pic>
          <p:nvPicPr>
            <p:cNvPr id="410" name="object 410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15374620" y="1666887"/>
              <a:ext cx="150215" cy="168275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179173" y="2109076"/>
            <a:ext cx="109139" cy="108953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2475704" y="2048357"/>
            <a:ext cx="1083310" cy="235585"/>
            <a:chOff x="2475704" y="2048357"/>
            <a:chExt cx="1083310" cy="235585"/>
          </a:xfrm>
        </p:grpSpPr>
        <p:pic>
          <p:nvPicPr>
            <p:cNvPr id="47" name="object 4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475704" y="2048357"/>
              <a:ext cx="197848" cy="23515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712732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799956" y="2114842"/>
              <a:ext cx="149809" cy="16846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979597" y="2111260"/>
              <a:ext cx="153796" cy="17204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153397" y="2056688"/>
              <a:ext cx="264883" cy="22661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451783" y="2111260"/>
              <a:ext cx="106756" cy="168275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3665728" y="2052332"/>
            <a:ext cx="1561465" cy="231140"/>
            <a:chOff x="3665728" y="2052332"/>
            <a:chExt cx="1561465" cy="231140"/>
          </a:xfrm>
        </p:grpSpPr>
        <p:sp>
          <p:nvSpPr>
            <p:cNvPr id="54" name="object 54"/>
            <p:cNvSpPr/>
            <p:nvPr/>
          </p:nvSpPr>
          <p:spPr>
            <a:xfrm>
              <a:off x="3665728" y="2052332"/>
              <a:ext cx="608330" cy="231140"/>
            </a:xfrm>
            <a:custGeom>
              <a:avLst/>
              <a:gdLst/>
              <a:ahLst/>
              <a:cxnLst/>
              <a:rect l="l" t="t" r="r" b="b"/>
              <a:pathLst>
                <a:path w="608329" h="231139">
                  <a:moveTo>
                    <a:pt x="173037" y="188582"/>
                  </a:moveTo>
                  <a:lnTo>
                    <a:pt x="46037" y="188582"/>
                  </a:lnTo>
                  <a:lnTo>
                    <a:pt x="46037" y="127622"/>
                  </a:lnTo>
                  <a:lnTo>
                    <a:pt x="160147" y="127622"/>
                  </a:lnTo>
                  <a:lnTo>
                    <a:pt x="160147" y="88252"/>
                  </a:lnTo>
                  <a:lnTo>
                    <a:pt x="46037" y="88252"/>
                  </a:lnTo>
                  <a:lnTo>
                    <a:pt x="46037" y="38722"/>
                  </a:lnTo>
                  <a:lnTo>
                    <a:pt x="168668" y="38722"/>
                  </a:lnTo>
                  <a:lnTo>
                    <a:pt x="168668" y="622"/>
                  </a:lnTo>
                  <a:lnTo>
                    <a:pt x="0" y="622"/>
                  </a:lnTo>
                  <a:lnTo>
                    <a:pt x="0" y="38722"/>
                  </a:lnTo>
                  <a:lnTo>
                    <a:pt x="0" y="88252"/>
                  </a:lnTo>
                  <a:lnTo>
                    <a:pt x="0" y="127622"/>
                  </a:lnTo>
                  <a:lnTo>
                    <a:pt x="0" y="188582"/>
                  </a:lnTo>
                  <a:lnTo>
                    <a:pt x="0" y="226682"/>
                  </a:lnTo>
                  <a:lnTo>
                    <a:pt x="173037" y="226682"/>
                  </a:lnTo>
                  <a:lnTo>
                    <a:pt x="173037" y="188582"/>
                  </a:lnTo>
                  <a:close/>
                </a:path>
                <a:path w="608329" h="231139">
                  <a:moveTo>
                    <a:pt x="361391" y="62509"/>
                  </a:moveTo>
                  <a:lnTo>
                    <a:pt x="316738" y="62509"/>
                  </a:lnTo>
                  <a:lnTo>
                    <a:pt x="282079" y="155905"/>
                  </a:lnTo>
                  <a:lnTo>
                    <a:pt x="280098" y="162775"/>
                  </a:lnTo>
                  <a:lnTo>
                    <a:pt x="276263" y="174625"/>
                  </a:lnTo>
                  <a:lnTo>
                    <a:pt x="267131" y="146646"/>
                  </a:lnTo>
                  <a:lnTo>
                    <a:pt x="236181" y="62509"/>
                  </a:lnTo>
                  <a:lnTo>
                    <a:pt x="190538" y="62509"/>
                  </a:lnTo>
                  <a:lnTo>
                    <a:pt x="256819" y="227203"/>
                  </a:lnTo>
                  <a:lnTo>
                    <a:pt x="296100" y="227203"/>
                  </a:lnTo>
                  <a:lnTo>
                    <a:pt x="361391" y="62509"/>
                  </a:lnTo>
                  <a:close/>
                </a:path>
                <a:path w="608329" h="231139">
                  <a:moveTo>
                    <a:pt x="531215" y="227203"/>
                  </a:moveTo>
                  <a:lnTo>
                    <a:pt x="522541" y="200215"/>
                  </a:lnTo>
                  <a:lnTo>
                    <a:pt x="522401" y="199301"/>
                  </a:lnTo>
                  <a:lnTo>
                    <a:pt x="521931" y="193675"/>
                  </a:lnTo>
                  <a:lnTo>
                    <a:pt x="521817" y="192328"/>
                  </a:lnTo>
                  <a:lnTo>
                    <a:pt x="521792" y="191985"/>
                  </a:lnTo>
                  <a:lnTo>
                    <a:pt x="521436" y="183883"/>
                  </a:lnTo>
                  <a:lnTo>
                    <a:pt x="521487" y="148234"/>
                  </a:lnTo>
                  <a:lnTo>
                    <a:pt x="521601" y="132651"/>
                  </a:lnTo>
                  <a:lnTo>
                    <a:pt x="521614" y="119849"/>
                  </a:lnTo>
                  <a:lnTo>
                    <a:pt x="512521" y="78232"/>
                  </a:lnTo>
                  <a:lnTo>
                    <a:pt x="477888" y="60667"/>
                  </a:lnTo>
                  <a:lnTo>
                    <a:pt x="452437" y="58928"/>
                  </a:lnTo>
                  <a:lnTo>
                    <a:pt x="437349" y="59651"/>
                  </a:lnTo>
                  <a:lnTo>
                    <a:pt x="396494" y="76885"/>
                  </a:lnTo>
                  <a:lnTo>
                    <a:pt x="381203" y="105562"/>
                  </a:lnTo>
                  <a:lnTo>
                    <a:pt x="420687" y="112712"/>
                  </a:lnTo>
                  <a:lnTo>
                    <a:pt x="423341" y="105168"/>
                  </a:lnTo>
                  <a:lnTo>
                    <a:pt x="426847" y="99872"/>
                  </a:lnTo>
                  <a:lnTo>
                    <a:pt x="435571" y="93789"/>
                  </a:lnTo>
                  <a:lnTo>
                    <a:pt x="441591" y="92265"/>
                  </a:lnTo>
                  <a:lnTo>
                    <a:pt x="460781" y="92265"/>
                  </a:lnTo>
                  <a:lnTo>
                    <a:pt x="468579" y="94056"/>
                  </a:lnTo>
                  <a:lnTo>
                    <a:pt x="472681" y="97624"/>
                  </a:lnTo>
                  <a:lnTo>
                    <a:pt x="476910" y="101066"/>
                  </a:lnTo>
                  <a:lnTo>
                    <a:pt x="479031" y="107022"/>
                  </a:lnTo>
                  <a:lnTo>
                    <a:pt x="479031" y="119849"/>
                  </a:lnTo>
                  <a:lnTo>
                    <a:pt x="479031" y="148234"/>
                  </a:lnTo>
                  <a:lnTo>
                    <a:pt x="479031" y="167208"/>
                  </a:lnTo>
                  <a:lnTo>
                    <a:pt x="478663" y="171577"/>
                  </a:lnTo>
                  <a:lnTo>
                    <a:pt x="478536" y="173037"/>
                  </a:lnTo>
                  <a:lnTo>
                    <a:pt x="478434" y="174294"/>
                  </a:lnTo>
                  <a:lnTo>
                    <a:pt x="477240" y="177990"/>
                  </a:lnTo>
                  <a:lnTo>
                    <a:pt x="475767" y="183235"/>
                  </a:lnTo>
                  <a:lnTo>
                    <a:pt x="475653" y="183680"/>
                  </a:lnTo>
                  <a:lnTo>
                    <a:pt x="472224" y="188506"/>
                  </a:lnTo>
                  <a:lnTo>
                    <a:pt x="466928" y="192481"/>
                  </a:lnTo>
                  <a:lnTo>
                    <a:pt x="459778" y="197637"/>
                  </a:lnTo>
                  <a:lnTo>
                    <a:pt x="452247" y="200215"/>
                  </a:lnTo>
                  <a:lnTo>
                    <a:pt x="437299" y="200215"/>
                  </a:lnTo>
                  <a:lnTo>
                    <a:pt x="431546" y="198031"/>
                  </a:lnTo>
                  <a:lnTo>
                    <a:pt x="427037" y="193675"/>
                  </a:lnTo>
                  <a:lnTo>
                    <a:pt x="422541" y="189166"/>
                  </a:lnTo>
                  <a:lnTo>
                    <a:pt x="420293" y="183883"/>
                  </a:lnTo>
                  <a:lnTo>
                    <a:pt x="420293" y="171577"/>
                  </a:lnTo>
                  <a:lnTo>
                    <a:pt x="452437" y="154978"/>
                  </a:lnTo>
                  <a:lnTo>
                    <a:pt x="460870" y="153073"/>
                  </a:lnTo>
                  <a:lnTo>
                    <a:pt x="468109" y="151307"/>
                  </a:lnTo>
                  <a:lnTo>
                    <a:pt x="474167" y="149694"/>
                  </a:lnTo>
                  <a:lnTo>
                    <a:pt x="479031" y="148234"/>
                  </a:lnTo>
                  <a:lnTo>
                    <a:pt x="479031" y="119849"/>
                  </a:lnTo>
                  <a:lnTo>
                    <a:pt x="471906" y="122377"/>
                  </a:lnTo>
                  <a:lnTo>
                    <a:pt x="462457" y="124968"/>
                  </a:lnTo>
                  <a:lnTo>
                    <a:pt x="450672" y="127635"/>
                  </a:lnTo>
                  <a:lnTo>
                    <a:pt x="436562" y="130365"/>
                  </a:lnTo>
                  <a:lnTo>
                    <a:pt x="425907" y="132651"/>
                  </a:lnTo>
                  <a:lnTo>
                    <a:pt x="387680" y="150075"/>
                  </a:lnTo>
                  <a:lnTo>
                    <a:pt x="376643" y="182156"/>
                  </a:lnTo>
                  <a:lnTo>
                    <a:pt x="377520" y="191985"/>
                  </a:lnTo>
                  <a:lnTo>
                    <a:pt x="399326" y="223278"/>
                  </a:lnTo>
                  <a:lnTo>
                    <a:pt x="431406" y="230974"/>
                  </a:lnTo>
                  <a:lnTo>
                    <a:pt x="438442" y="230644"/>
                  </a:lnTo>
                  <a:lnTo>
                    <a:pt x="476669" y="214312"/>
                  </a:lnTo>
                  <a:lnTo>
                    <a:pt x="482409" y="209143"/>
                  </a:lnTo>
                  <a:lnTo>
                    <a:pt x="483196" y="211797"/>
                  </a:lnTo>
                  <a:lnTo>
                    <a:pt x="483997" y="214312"/>
                  </a:lnTo>
                  <a:lnTo>
                    <a:pt x="485584" y="220002"/>
                  </a:lnTo>
                  <a:lnTo>
                    <a:pt x="486968" y="224294"/>
                  </a:lnTo>
                  <a:lnTo>
                    <a:pt x="488162" y="227203"/>
                  </a:lnTo>
                  <a:lnTo>
                    <a:pt x="531215" y="227203"/>
                  </a:lnTo>
                  <a:close/>
                </a:path>
                <a:path w="608329" h="231139">
                  <a:moveTo>
                    <a:pt x="608177" y="0"/>
                  </a:moveTo>
                  <a:lnTo>
                    <a:pt x="564730" y="0"/>
                  </a:lnTo>
                  <a:lnTo>
                    <a:pt x="564730" y="227203"/>
                  </a:lnTo>
                  <a:lnTo>
                    <a:pt x="608177" y="227203"/>
                  </a:lnTo>
                  <a:lnTo>
                    <a:pt x="608177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317669" y="2114842"/>
              <a:ext cx="149821" cy="16846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501096" y="2056688"/>
              <a:ext cx="267068" cy="22661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794910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873002" y="2111260"/>
              <a:ext cx="169862" cy="17204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076660" y="2111260"/>
              <a:ext cx="150215" cy="168275"/>
            </a:xfrm>
            <a:prstGeom prst="rect">
              <a:avLst/>
            </a:prstGeom>
          </p:spPr>
        </p:pic>
      </p:grpSp>
      <p:grpSp>
        <p:nvGrpSpPr>
          <p:cNvPr id="60" name="object 60"/>
          <p:cNvGrpSpPr/>
          <p:nvPr/>
        </p:nvGrpSpPr>
        <p:grpSpPr>
          <a:xfrm>
            <a:off x="5358815" y="2052332"/>
            <a:ext cx="1074420" cy="231140"/>
            <a:chOff x="5358815" y="2052332"/>
            <a:chExt cx="1074420" cy="231140"/>
          </a:xfrm>
        </p:grpSpPr>
        <p:pic>
          <p:nvPicPr>
            <p:cNvPr id="61" name="object 6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358815" y="2052332"/>
              <a:ext cx="219671" cy="22720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610987" y="2056688"/>
              <a:ext cx="268262" cy="22661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904014" y="2052332"/>
              <a:ext cx="168998" cy="22720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108039" y="2111260"/>
              <a:ext cx="324802" cy="172046"/>
            </a:xfrm>
            <a:prstGeom prst="rect">
              <a:avLst/>
            </a:prstGeom>
          </p:spPr>
        </p:pic>
      </p:grpSp>
      <p:sp>
        <p:nvSpPr>
          <p:cNvPr id="65" name="object 65"/>
          <p:cNvSpPr/>
          <p:nvPr/>
        </p:nvSpPr>
        <p:spPr>
          <a:xfrm>
            <a:off x="6554165" y="2175357"/>
            <a:ext cx="85725" cy="43815"/>
          </a:xfrm>
          <a:custGeom>
            <a:avLst/>
            <a:gdLst/>
            <a:ahLst/>
            <a:cxnLst/>
            <a:rect l="l" t="t" r="r" b="b"/>
            <a:pathLst>
              <a:path w="85725" h="43814">
                <a:moveTo>
                  <a:pt x="85521" y="0"/>
                </a:moveTo>
                <a:lnTo>
                  <a:pt x="0" y="0"/>
                </a:lnTo>
                <a:lnTo>
                  <a:pt x="0" y="43662"/>
                </a:lnTo>
                <a:lnTo>
                  <a:pt x="85521" y="43662"/>
                </a:lnTo>
                <a:lnTo>
                  <a:pt x="85521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1" name="object 411"/>
          <p:cNvPicPr/>
          <p:nvPr/>
        </p:nvPicPr>
        <p:blipFill>
          <a:blip r:embed="rId243" cstate="print"/>
          <a:stretch>
            <a:fillRect/>
          </a:stretch>
        </p:blipFill>
        <p:spPr>
          <a:xfrm>
            <a:off x="10212399" y="2128926"/>
            <a:ext cx="78581" cy="78574"/>
          </a:xfrm>
          <a:prstGeom prst="rect">
            <a:avLst/>
          </a:prstGeom>
        </p:spPr>
      </p:pic>
      <p:grpSp>
        <p:nvGrpSpPr>
          <p:cNvPr id="412" name="object 412"/>
          <p:cNvGrpSpPr/>
          <p:nvPr/>
        </p:nvGrpSpPr>
        <p:grpSpPr>
          <a:xfrm>
            <a:off x="10476918" y="2048357"/>
            <a:ext cx="1166495" cy="235585"/>
            <a:chOff x="10476918" y="2048357"/>
            <a:chExt cx="1166495" cy="235585"/>
          </a:xfrm>
        </p:grpSpPr>
        <p:pic>
          <p:nvPicPr>
            <p:cNvPr id="413" name="object 413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10476918" y="2048357"/>
              <a:ext cx="184744" cy="235153"/>
            </a:xfrm>
            <a:prstGeom prst="rect">
              <a:avLst/>
            </a:prstGeom>
          </p:spPr>
        </p:pic>
        <p:pic>
          <p:nvPicPr>
            <p:cNvPr id="414" name="object 414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10681939" y="2056688"/>
              <a:ext cx="97035" cy="226618"/>
            </a:xfrm>
            <a:prstGeom prst="rect">
              <a:avLst/>
            </a:prstGeom>
          </p:spPr>
        </p:pic>
        <p:pic>
          <p:nvPicPr>
            <p:cNvPr id="415" name="object 415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10804733" y="2114842"/>
              <a:ext cx="149819" cy="168465"/>
            </a:xfrm>
            <a:prstGeom prst="rect">
              <a:avLst/>
            </a:prstGeom>
          </p:spPr>
        </p:pic>
        <p:pic>
          <p:nvPicPr>
            <p:cNvPr id="416" name="object 416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10990019" y="2052332"/>
              <a:ext cx="160655" cy="230974"/>
            </a:xfrm>
            <a:prstGeom prst="rect">
              <a:avLst/>
            </a:prstGeom>
          </p:spPr>
        </p:pic>
        <p:pic>
          <p:nvPicPr>
            <p:cNvPr id="417" name="object 417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11180903" y="2111260"/>
              <a:ext cx="153783" cy="172046"/>
            </a:xfrm>
            <a:prstGeom prst="rect">
              <a:avLst/>
            </a:prstGeom>
          </p:spPr>
        </p:pic>
        <p:pic>
          <p:nvPicPr>
            <p:cNvPr id="418" name="object 418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11369789" y="2111260"/>
              <a:ext cx="150215" cy="168275"/>
            </a:xfrm>
            <a:prstGeom prst="rect">
              <a:avLst/>
            </a:prstGeom>
          </p:spPr>
        </p:pic>
        <p:pic>
          <p:nvPicPr>
            <p:cNvPr id="419" name="object 419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11546065" y="2056688"/>
              <a:ext cx="97027" cy="226618"/>
            </a:xfrm>
            <a:prstGeom prst="rect">
              <a:avLst/>
            </a:prstGeom>
          </p:spPr>
        </p:pic>
      </p:grpSp>
      <p:grpSp>
        <p:nvGrpSpPr>
          <p:cNvPr id="420" name="object 420"/>
          <p:cNvGrpSpPr/>
          <p:nvPr/>
        </p:nvGrpSpPr>
        <p:grpSpPr>
          <a:xfrm>
            <a:off x="11748416" y="2052332"/>
            <a:ext cx="629285" cy="231140"/>
            <a:chOff x="11748416" y="2052332"/>
            <a:chExt cx="629285" cy="231140"/>
          </a:xfrm>
        </p:grpSpPr>
        <p:pic>
          <p:nvPicPr>
            <p:cNvPr id="421" name="object 421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11748416" y="2052332"/>
              <a:ext cx="160653" cy="230974"/>
            </a:xfrm>
            <a:prstGeom prst="rect">
              <a:avLst/>
            </a:prstGeom>
          </p:spPr>
        </p:pic>
        <p:pic>
          <p:nvPicPr>
            <p:cNvPr id="422" name="object 422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11940489" y="2056688"/>
              <a:ext cx="436892" cy="226618"/>
            </a:xfrm>
            <a:prstGeom prst="rect">
              <a:avLst/>
            </a:prstGeom>
          </p:spPr>
        </p:pic>
      </p:grpSp>
      <p:grpSp>
        <p:nvGrpSpPr>
          <p:cNvPr id="423" name="object 423"/>
          <p:cNvGrpSpPr/>
          <p:nvPr/>
        </p:nvGrpSpPr>
        <p:grpSpPr>
          <a:xfrm>
            <a:off x="12477660" y="2052332"/>
            <a:ext cx="312420" cy="227329"/>
            <a:chOff x="12477660" y="2052332"/>
            <a:chExt cx="312420" cy="227329"/>
          </a:xfrm>
        </p:grpSpPr>
        <p:pic>
          <p:nvPicPr>
            <p:cNvPr id="424" name="object 424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12477660" y="2114842"/>
              <a:ext cx="245465" cy="164693"/>
            </a:xfrm>
            <a:prstGeom prst="rect">
              <a:avLst/>
            </a:prstGeom>
          </p:spPr>
        </p:pic>
        <p:sp>
          <p:nvSpPr>
            <p:cNvPr id="425" name="object 425"/>
            <p:cNvSpPr/>
            <p:nvPr/>
          </p:nvSpPr>
          <p:spPr>
            <a:xfrm>
              <a:off x="12746050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6" name="object 426"/>
          <p:cNvSpPr/>
          <p:nvPr/>
        </p:nvSpPr>
        <p:spPr>
          <a:xfrm>
            <a:off x="12834264" y="2052332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5" h="227330">
                <a:moveTo>
                  <a:pt x="43459" y="0"/>
                </a:moveTo>
                <a:lnTo>
                  <a:pt x="0" y="0"/>
                </a:lnTo>
                <a:lnTo>
                  <a:pt x="0" y="227202"/>
                </a:lnTo>
                <a:lnTo>
                  <a:pt x="43459" y="227202"/>
                </a:lnTo>
                <a:lnTo>
                  <a:pt x="4345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7" name="object 427"/>
          <p:cNvSpPr/>
          <p:nvPr/>
        </p:nvSpPr>
        <p:spPr>
          <a:xfrm>
            <a:off x="12922478" y="2052332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5" h="227330">
                <a:moveTo>
                  <a:pt x="43459" y="0"/>
                </a:moveTo>
                <a:lnTo>
                  <a:pt x="0" y="0"/>
                </a:lnTo>
                <a:lnTo>
                  <a:pt x="0" y="227202"/>
                </a:lnTo>
                <a:lnTo>
                  <a:pt x="43459" y="227202"/>
                </a:lnTo>
                <a:lnTo>
                  <a:pt x="4345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8" name="object 428"/>
          <p:cNvGrpSpPr/>
          <p:nvPr/>
        </p:nvGrpSpPr>
        <p:grpSpPr>
          <a:xfrm>
            <a:off x="13096913" y="2052332"/>
            <a:ext cx="337185" cy="231140"/>
            <a:chOff x="13096913" y="2052332"/>
            <a:chExt cx="337185" cy="231140"/>
          </a:xfrm>
        </p:grpSpPr>
        <p:pic>
          <p:nvPicPr>
            <p:cNvPr id="429" name="object 429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13096913" y="2052332"/>
              <a:ext cx="160934" cy="230974"/>
            </a:xfrm>
            <a:prstGeom prst="rect">
              <a:avLst/>
            </a:prstGeom>
          </p:spPr>
        </p:pic>
        <p:pic>
          <p:nvPicPr>
            <p:cNvPr id="430" name="object 430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13280136" y="2111260"/>
              <a:ext cx="153784" cy="172046"/>
            </a:xfrm>
            <a:prstGeom prst="rect">
              <a:avLst/>
            </a:prstGeom>
          </p:spPr>
        </p:pic>
      </p:grpSp>
      <p:grpSp>
        <p:nvGrpSpPr>
          <p:cNvPr id="431" name="object 431"/>
          <p:cNvGrpSpPr/>
          <p:nvPr/>
        </p:nvGrpSpPr>
        <p:grpSpPr>
          <a:xfrm>
            <a:off x="13542340" y="2052332"/>
            <a:ext cx="1276350" cy="294640"/>
            <a:chOff x="13542340" y="2052332"/>
            <a:chExt cx="1276350" cy="294640"/>
          </a:xfrm>
        </p:grpSpPr>
        <p:pic>
          <p:nvPicPr>
            <p:cNvPr id="432" name="object 43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542340" y="2111260"/>
              <a:ext cx="153796" cy="172046"/>
            </a:xfrm>
            <a:prstGeom prst="rect">
              <a:avLst/>
            </a:prstGeom>
          </p:spPr>
        </p:pic>
        <p:pic>
          <p:nvPicPr>
            <p:cNvPr id="433" name="object 433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13721499" y="2111260"/>
              <a:ext cx="153797" cy="172046"/>
            </a:xfrm>
            <a:prstGeom prst="rect">
              <a:avLst/>
            </a:prstGeom>
          </p:spPr>
        </p:pic>
        <p:pic>
          <p:nvPicPr>
            <p:cNvPr id="434" name="object 434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13901052" y="2111260"/>
              <a:ext cx="155384" cy="172046"/>
            </a:xfrm>
            <a:prstGeom prst="rect">
              <a:avLst/>
            </a:prstGeom>
          </p:spPr>
        </p:pic>
        <p:pic>
          <p:nvPicPr>
            <p:cNvPr id="435" name="object 435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14086358" y="2114842"/>
              <a:ext cx="149821" cy="168465"/>
            </a:xfrm>
            <a:prstGeom prst="rect">
              <a:avLst/>
            </a:prstGeom>
          </p:spPr>
        </p:pic>
        <p:pic>
          <p:nvPicPr>
            <p:cNvPr id="436" name="object 436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14279309" y="2111260"/>
              <a:ext cx="266636" cy="172046"/>
            </a:xfrm>
            <a:prstGeom prst="rect">
              <a:avLst/>
            </a:prstGeom>
          </p:spPr>
        </p:pic>
        <p:sp>
          <p:nvSpPr>
            <p:cNvPr id="437" name="object 437"/>
            <p:cNvSpPr/>
            <p:nvPr/>
          </p:nvSpPr>
          <p:spPr>
            <a:xfrm>
              <a:off x="14581429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8" name="object 438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14649006" y="2114842"/>
              <a:ext cx="169265" cy="231571"/>
            </a:xfrm>
            <a:prstGeom prst="rect">
              <a:avLst/>
            </a:prstGeom>
          </p:spPr>
        </p:pic>
      </p:grpSp>
      <p:grpSp>
        <p:nvGrpSpPr>
          <p:cNvPr id="439" name="object 439"/>
          <p:cNvGrpSpPr/>
          <p:nvPr/>
        </p:nvGrpSpPr>
        <p:grpSpPr>
          <a:xfrm>
            <a:off x="14919146" y="2052332"/>
            <a:ext cx="942975" cy="231140"/>
            <a:chOff x="14919146" y="2052332"/>
            <a:chExt cx="942975" cy="231140"/>
          </a:xfrm>
        </p:grpSpPr>
        <p:pic>
          <p:nvPicPr>
            <p:cNvPr id="440" name="object 440"/>
            <p:cNvPicPr/>
            <p:nvPr/>
          </p:nvPicPr>
          <p:blipFill>
            <a:blip r:embed="rId261" cstate="print"/>
            <a:stretch>
              <a:fillRect/>
            </a:stretch>
          </p:blipFill>
          <p:spPr>
            <a:xfrm>
              <a:off x="14919146" y="2111260"/>
              <a:ext cx="153784" cy="172046"/>
            </a:xfrm>
            <a:prstGeom prst="rect">
              <a:avLst/>
            </a:prstGeom>
          </p:spPr>
        </p:pic>
        <p:pic>
          <p:nvPicPr>
            <p:cNvPr id="441" name="object 441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15092946" y="2056688"/>
              <a:ext cx="283527" cy="226618"/>
            </a:xfrm>
            <a:prstGeom prst="rect">
              <a:avLst/>
            </a:prstGeom>
          </p:spPr>
        </p:pic>
        <p:pic>
          <p:nvPicPr>
            <p:cNvPr id="442" name="object 442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15408680" y="2111260"/>
              <a:ext cx="266636" cy="172046"/>
            </a:xfrm>
            <a:prstGeom prst="rect">
              <a:avLst/>
            </a:prstGeom>
          </p:spPr>
        </p:pic>
        <p:pic>
          <p:nvPicPr>
            <p:cNvPr id="443" name="object 443"/>
            <p:cNvPicPr/>
            <p:nvPr/>
          </p:nvPicPr>
          <p:blipFill>
            <a:blip r:embed="rId264" cstate="print"/>
            <a:stretch>
              <a:fillRect/>
            </a:stretch>
          </p:blipFill>
          <p:spPr>
            <a:xfrm>
              <a:off x="15701163" y="2052332"/>
              <a:ext cx="160653" cy="230974"/>
            </a:xfrm>
            <a:prstGeom prst="rect">
              <a:avLst/>
            </a:prstGeom>
          </p:spPr>
        </p:pic>
      </p:grpSp>
      <p:sp>
        <p:nvSpPr>
          <p:cNvPr id="66" name="object 66"/>
          <p:cNvSpPr/>
          <p:nvPr/>
        </p:nvSpPr>
        <p:spPr>
          <a:xfrm>
            <a:off x="2618381" y="2546705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4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7" name="object 67"/>
          <p:cNvGrpSpPr/>
          <p:nvPr/>
        </p:nvGrpSpPr>
        <p:grpSpPr>
          <a:xfrm>
            <a:off x="3011881" y="2492730"/>
            <a:ext cx="266700" cy="235585"/>
            <a:chOff x="3011881" y="2492730"/>
            <a:chExt cx="266700" cy="235585"/>
          </a:xfrm>
        </p:grpSpPr>
        <p:pic>
          <p:nvPicPr>
            <p:cNvPr id="68" name="object 6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011881" y="2492730"/>
              <a:ext cx="184746" cy="235153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234956" y="249670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/>
          <p:nvPr/>
        </p:nvSpPr>
        <p:spPr>
          <a:xfrm>
            <a:off x="3323170" y="2496705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4" h="227330">
                <a:moveTo>
                  <a:pt x="43459" y="0"/>
                </a:moveTo>
                <a:lnTo>
                  <a:pt x="0" y="0"/>
                </a:lnTo>
                <a:lnTo>
                  <a:pt x="0" y="227202"/>
                </a:lnTo>
                <a:lnTo>
                  <a:pt x="43459" y="227202"/>
                </a:lnTo>
                <a:lnTo>
                  <a:pt x="4345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1" name="object 71"/>
          <p:cNvGrpSpPr/>
          <p:nvPr/>
        </p:nvGrpSpPr>
        <p:grpSpPr>
          <a:xfrm>
            <a:off x="3411181" y="2496705"/>
            <a:ext cx="1111250" cy="231140"/>
            <a:chOff x="3411181" y="2496705"/>
            <a:chExt cx="1111250" cy="231140"/>
          </a:xfrm>
        </p:grpSpPr>
        <p:pic>
          <p:nvPicPr>
            <p:cNvPr id="72" name="object 7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411181" y="2496705"/>
              <a:ext cx="150025" cy="22720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595204" y="2555633"/>
              <a:ext cx="169862" cy="17204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798265" y="2559215"/>
              <a:ext cx="149821" cy="168465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3980497" y="2501061"/>
              <a:ext cx="542290" cy="226695"/>
            </a:xfrm>
            <a:custGeom>
              <a:avLst/>
              <a:gdLst/>
              <a:ahLst/>
              <a:cxnLst/>
              <a:rect l="l" t="t" r="r" b="b"/>
              <a:pathLst>
                <a:path w="542289" h="226694">
                  <a:moveTo>
                    <a:pt x="153797" y="152996"/>
                  </a:moveTo>
                  <a:lnTo>
                    <a:pt x="152806" y="129616"/>
                  </a:lnTo>
                  <a:lnTo>
                    <a:pt x="152222" y="126415"/>
                  </a:lnTo>
                  <a:lnTo>
                    <a:pt x="149250" y="110439"/>
                  </a:lnTo>
                  <a:lnTo>
                    <a:pt x="149148" y="109855"/>
                  </a:lnTo>
                  <a:lnTo>
                    <a:pt x="149072" y="109448"/>
                  </a:lnTo>
                  <a:lnTo>
                    <a:pt x="142582" y="92506"/>
                  </a:lnTo>
                  <a:lnTo>
                    <a:pt x="139484" y="87909"/>
                  </a:lnTo>
                  <a:lnTo>
                    <a:pt x="133350" y="78790"/>
                  </a:lnTo>
                  <a:lnTo>
                    <a:pt x="121767" y="68199"/>
                  </a:lnTo>
                  <a:lnTo>
                    <a:pt x="110540" y="61925"/>
                  </a:lnTo>
                  <a:lnTo>
                    <a:pt x="110540" y="126415"/>
                  </a:lnTo>
                  <a:lnTo>
                    <a:pt x="45453" y="126415"/>
                  </a:lnTo>
                  <a:lnTo>
                    <a:pt x="65138" y="90500"/>
                  </a:lnTo>
                  <a:lnTo>
                    <a:pt x="78193" y="87909"/>
                  </a:lnTo>
                  <a:lnTo>
                    <a:pt x="87058" y="87909"/>
                  </a:lnTo>
                  <a:lnTo>
                    <a:pt x="110540" y="126415"/>
                  </a:lnTo>
                  <a:lnTo>
                    <a:pt x="110540" y="61925"/>
                  </a:lnTo>
                  <a:lnTo>
                    <a:pt x="108242" y="60629"/>
                  </a:lnTo>
                  <a:lnTo>
                    <a:pt x="92798" y="56095"/>
                  </a:lnTo>
                  <a:lnTo>
                    <a:pt x="75412" y="54571"/>
                  </a:lnTo>
                  <a:lnTo>
                    <a:pt x="59067" y="56095"/>
                  </a:lnTo>
                  <a:lnTo>
                    <a:pt x="59537" y="56095"/>
                  </a:lnTo>
                  <a:lnTo>
                    <a:pt x="45491" y="60388"/>
                  </a:lnTo>
                  <a:lnTo>
                    <a:pt x="13309" y="88557"/>
                  </a:lnTo>
                  <a:lnTo>
                    <a:pt x="0" y="141693"/>
                  </a:lnTo>
                  <a:lnTo>
                    <a:pt x="1016" y="158115"/>
                  </a:lnTo>
                  <a:lnTo>
                    <a:pt x="16281" y="198437"/>
                  </a:lnTo>
                  <a:lnTo>
                    <a:pt x="59728" y="224866"/>
                  </a:lnTo>
                  <a:lnTo>
                    <a:pt x="79781" y="226618"/>
                  </a:lnTo>
                  <a:lnTo>
                    <a:pt x="92798" y="225844"/>
                  </a:lnTo>
                  <a:lnTo>
                    <a:pt x="133438" y="207175"/>
                  </a:lnTo>
                  <a:lnTo>
                    <a:pt x="143522" y="194081"/>
                  </a:lnTo>
                  <a:lnTo>
                    <a:pt x="146634" y="189001"/>
                  </a:lnTo>
                  <a:lnTo>
                    <a:pt x="151409" y="177800"/>
                  </a:lnTo>
                  <a:lnTo>
                    <a:pt x="107950" y="170459"/>
                  </a:lnTo>
                  <a:lnTo>
                    <a:pt x="105575" y="178663"/>
                  </a:lnTo>
                  <a:lnTo>
                    <a:pt x="102069" y="184683"/>
                  </a:lnTo>
                  <a:lnTo>
                    <a:pt x="97434" y="188518"/>
                  </a:lnTo>
                  <a:lnTo>
                    <a:pt x="92811" y="192227"/>
                  </a:lnTo>
                  <a:lnTo>
                    <a:pt x="87058" y="194081"/>
                  </a:lnTo>
                  <a:lnTo>
                    <a:pt x="80175" y="194081"/>
                  </a:lnTo>
                  <a:lnTo>
                    <a:pt x="47548" y="170459"/>
                  </a:lnTo>
                  <a:lnTo>
                    <a:pt x="47472" y="170319"/>
                  </a:lnTo>
                  <a:lnTo>
                    <a:pt x="45453" y="162191"/>
                  </a:lnTo>
                  <a:lnTo>
                    <a:pt x="44653" y="152996"/>
                  </a:lnTo>
                  <a:lnTo>
                    <a:pt x="153797" y="152996"/>
                  </a:lnTo>
                  <a:close/>
                </a:path>
                <a:path w="542289" h="226694">
                  <a:moveTo>
                    <a:pt x="268262" y="220078"/>
                  </a:moveTo>
                  <a:lnTo>
                    <a:pt x="264693" y="186334"/>
                  </a:lnTo>
                  <a:lnTo>
                    <a:pt x="257009" y="189115"/>
                  </a:lnTo>
                  <a:lnTo>
                    <a:pt x="251129" y="190500"/>
                  </a:lnTo>
                  <a:lnTo>
                    <a:pt x="244119" y="190500"/>
                  </a:lnTo>
                  <a:lnTo>
                    <a:pt x="241668" y="189776"/>
                  </a:lnTo>
                  <a:lnTo>
                    <a:pt x="237705" y="186867"/>
                  </a:lnTo>
                  <a:lnTo>
                    <a:pt x="236372" y="185013"/>
                  </a:lnTo>
                  <a:lnTo>
                    <a:pt x="235191" y="180517"/>
                  </a:lnTo>
                  <a:lnTo>
                    <a:pt x="234924" y="172707"/>
                  </a:lnTo>
                  <a:lnTo>
                    <a:pt x="234924" y="92875"/>
                  </a:lnTo>
                  <a:lnTo>
                    <a:pt x="264693" y="92875"/>
                  </a:lnTo>
                  <a:lnTo>
                    <a:pt x="264693" y="58153"/>
                  </a:lnTo>
                  <a:lnTo>
                    <a:pt x="234924" y="58153"/>
                  </a:lnTo>
                  <a:lnTo>
                    <a:pt x="234924" y="0"/>
                  </a:lnTo>
                  <a:lnTo>
                    <a:pt x="191262" y="25400"/>
                  </a:lnTo>
                  <a:lnTo>
                    <a:pt x="191262" y="58153"/>
                  </a:lnTo>
                  <a:lnTo>
                    <a:pt x="171221" y="58153"/>
                  </a:lnTo>
                  <a:lnTo>
                    <a:pt x="171221" y="92875"/>
                  </a:lnTo>
                  <a:lnTo>
                    <a:pt x="191262" y="92875"/>
                  </a:lnTo>
                  <a:lnTo>
                    <a:pt x="191262" y="164706"/>
                  </a:lnTo>
                  <a:lnTo>
                    <a:pt x="191604" y="183908"/>
                  </a:lnTo>
                  <a:lnTo>
                    <a:pt x="206286" y="220002"/>
                  </a:lnTo>
                  <a:lnTo>
                    <a:pt x="225996" y="226618"/>
                  </a:lnTo>
                  <a:lnTo>
                    <a:pt x="233934" y="226618"/>
                  </a:lnTo>
                  <a:lnTo>
                    <a:pt x="243293" y="226212"/>
                  </a:lnTo>
                  <a:lnTo>
                    <a:pt x="252133" y="224993"/>
                  </a:lnTo>
                  <a:lnTo>
                    <a:pt x="260451" y="222948"/>
                  </a:lnTo>
                  <a:lnTo>
                    <a:pt x="268262" y="220078"/>
                  </a:lnTo>
                  <a:close/>
                </a:path>
                <a:path w="542289" h="226694">
                  <a:moveTo>
                    <a:pt x="373989" y="220078"/>
                  </a:moveTo>
                  <a:lnTo>
                    <a:pt x="370420" y="186334"/>
                  </a:lnTo>
                  <a:lnTo>
                    <a:pt x="362737" y="189115"/>
                  </a:lnTo>
                  <a:lnTo>
                    <a:pt x="356857" y="190500"/>
                  </a:lnTo>
                  <a:lnTo>
                    <a:pt x="349846" y="190500"/>
                  </a:lnTo>
                  <a:lnTo>
                    <a:pt x="347395" y="189776"/>
                  </a:lnTo>
                  <a:lnTo>
                    <a:pt x="343433" y="186867"/>
                  </a:lnTo>
                  <a:lnTo>
                    <a:pt x="342099" y="185013"/>
                  </a:lnTo>
                  <a:lnTo>
                    <a:pt x="340918" y="180517"/>
                  </a:lnTo>
                  <a:lnTo>
                    <a:pt x="340652" y="172707"/>
                  </a:lnTo>
                  <a:lnTo>
                    <a:pt x="340652" y="92875"/>
                  </a:lnTo>
                  <a:lnTo>
                    <a:pt x="370420" y="92875"/>
                  </a:lnTo>
                  <a:lnTo>
                    <a:pt x="370420" y="58153"/>
                  </a:lnTo>
                  <a:lnTo>
                    <a:pt x="340652" y="58153"/>
                  </a:lnTo>
                  <a:lnTo>
                    <a:pt x="340652" y="0"/>
                  </a:lnTo>
                  <a:lnTo>
                    <a:pt x="296989" y="25400"/>
                  </a:lnTo>
                  <a:lnTo>
                    <a:pt x="296989" y="58153"/>
                  </a:lnTo>
                  <a:lnTo>
                    <a:pt x="276948" y="58153"/>
                  </a:lnTo>
                  <a:lnTo>
                    <a:pt x="276948" y="92875"/>
                  </a:lnTo>
                  <a:lnTo>
                    <a:pt x="296989" y="92875"/>
                  </a:lnTo>
                  <a:lnTo>
                    <a:pt x="296989" y="164706"/>
                  </a:lnTo>
                  <a:lnTo>
                    <a:pt x="297332" y="183908"/>
                  </a:lnTo>
                  <a:lnTo>
                    <a:pt x="312013" y="220002"/>
                  </a:lnTo>
                  <a:lnTo>
                    <a:pt x="331724" y="226618"/>
                  </a:lnTo>
                  <a:lnTo>
                    <a:pt x="339661" y="226618"/>
                  </a:lnTo>
                  <a:lnTo>
                    <a:pt x="349021" y="226212"/>
                  </a:lnTo>
                  <a:lnTo>
                    <a:pt x="357860" y="224993"/>
                  </a:lnTo>
                  <a:lnTo>
                    <a:pt x="366179" y="222948"/>
                  </a:lnTo>
                  <a:lnTo>
                    <a:pt x="373989" y="220078"/>
                  </a:lnTo>
                  <a:close/>
                </a:path>
                <a:path w="542289" h="226694">
                  <a:moveTo>
                    <a:pt x="541832" y="152996"/>
                  </a:moveTo>
                  <a:lnTo>
                    <a:pt x="540842" y="129616"/>
                  </a:lnTo>
                  <a:lnTo>
                    <a:pt x="540258" y="126415"/>
                  </a:lnTo>
                  <a:lnTo>
                    <a:pt x="537286" y="110439"/>
                  </a:lnTo>
                  <a:lnTo>
                    <a:pt x="537184" y="109855"/>
                  </a:lnTo>
                  <a:lnTo>
                    <a:pt x="537108" y="109448"/>
                  </a:lnTo>
                  <a:lnTo>
                    <a:pt x="530618" y="92506"/>
                  </a:lnTo>
                  <a:lnTo>
                    <a:pt x="527519" y="87909"/>
                  </a:lnTo>
                  <a:lnTo>
                    <a:pt x="521385" y="78790"/>
                  </a:lnTo>
                  <a:lnTo>
                    <a:pt x="509803" y="68199"/>
                  </a:lnTo>
                  <a:lnTo>
                    <a:pt x="498563" y="61912"/>
                  </a:lnTo>
                  <a:lnTo>
                    <a:pt x="498563" y="126415"/>
                  </a:lnTo>
                  <a:lnTo>
                    <a:pt x="433476" y="126415"/>
                  </a:lnTo>
                  <a:lnTo>
                    <a:pt x="453174" y="90500"/>
                  </a:lnTo>
                  <a:lnTo>
                    <a:pt x="466217" y="87909"/>
                  </a:lnTo>
                  <a:lnTo>
                    <a:pt x="475081" y="87909"/>
                  </a:lnTo>
                  <a:lnTo>
                    <a:pt x="498563" y="126415"/>
                  </a:lnTo>
                  <a:lnTo>
                    <a:pt x="498563" y="61912"/>
                  </a:lnTo>
                  <a:lnTo>
                    <a:pt x="496277" y="60629"/>
                  </a:lnTo>
                  <a:lnTo>
                    <a:pt x="480834" y="56095"/>
                  </a:lnTo>
                  <a:lnTo>
                    <a:pt x="463448" y="54571"/>
                  </a:lnTo>
                  <a:lnTo>
                    <a:pt x="447103" y="56095"/>
                  </a:lnTo>
                  <a:lnTo>
                    <a:pt x="447573" y="56095"/>
                  </a:lnTo>
                  <a:lnTo>
                    <a:pt x="433527" y="60388"/>
                  </a:lnTo>
                  <a:lnTo>
                    <a:pt x="401345" y="88557"/>
                  </a:lnTo>
                  <a:lnTo>
                    <a:pt x="388035" y="141693"/>
                  </a:lnTo>
                  <a:lnTo>
                    <a:pt x="389051" y="158115"/>
                  </a:lnTo>
                  <a:lnTo>
                    <a:pt x="404304" y="198437"/>
                  </a:lnTo>
                  <a:lnTo>
                    <a:pt x="447751" y="224866"/>
                  </a:lnTo>
                  <a:lnTo>
                    <a:pt x="467804" y="226618"/>
                  </a:lnTo>
                  <a:lnTo>
                    <a:pt x="480822" y="225844"/>
                  </a:lnTo>
                  <a:lnTo>
                    <a:pt x="521474" y="207175"/>
                  </a:lnTo>
                  <a:lnTo>
                    <a:pt x="531558" y="194081"/>
                  </a:lnTo>
                  <a:lnTo>
                    <a:pt x="534670" y="189001"/>
                  </a:lnTo>
                  <a:lnTo>
                    <a:pt x="539445" y="177800"/>
                  </a:lnTo>
                  <a:lnTo>
                    <a:pt x="495985" y="170459"/>
                  </a:lnTo>
                  <a:lnTo>
                    <a:pt x="493610" y="178663"/>
                  </a:lnTo>
                  <a:lnTo>
                    <a:pt x="490105" y="184683"/>
                  </a:lnTo>
                  <a:lnTo>
                    <a:pt x="485470" y="188518"/>
                  </a:lnTo>
                  <a:lnTo>
                    <a:pt x="480834" y="192227"/>
                  </a:lnTo>
                  <a:lnTo>
                    <a:pt x="475081" y="194081"/>
                  </a:lnTo>
                  <a:lnTo>
                    <a:pt x="468210" y="194081"/>
                  </a:lnTo>
                  <a:lnTo>
                    <a:pt x="435584" y="170459"/>
                  </a:lnTo>
                  <a:lnTo>
                    <a:pt x="435508" y="170319"/>
                  </a:lnTo>
                  <a:lnTo>
                    <a:pt x="433489" y="162191"/>
                  </a:lnTo>
                  <a:lnTo>
                    <a:pt x="432689" y="152996"/>
                  </a:lnTo>
                  <a:lnTo>
                    <a:pt x="541832" y="15299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" name="object 76"/>
          <p:cNvGrpSpPr/>
          <p:nvPr/>
        </p:nvGrpSpPr>
        <p:grpSpPr>
          <a:xfrm>
            <a:off x="4634712" y="2492730"/>
            <a:ext cx="858519" cy="235585"/>
            <a:chOff x="4634712" y="2492730"/>
            <a:chExt cx="858519" cy="235585"/>
          </a:xfrm>
        </p:grpSpPr>
        <p:pic>
          <p:nvPicPr>
            <p:cNvPr id="77" name="object 7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634712" y="2492730"/>
              <a:ext cx="184746" cy="235153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848072" y="2555633"/>
              <a:ext cx="155371" cy="17204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024246" y="2555633"/>
              <a:ext cx="169862" cy="17204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226329" y="2555633"/>
              <a:ext cx="266623" cy="172046"/>
            </a:xfrm>
            <a:prstGeom prst="rect">
              <a:avLst/>
            </a:prstGeom>
          </p:spPr>
        </p:pic>
      </p:grpSp>
      <p:pic>
        <p:nvPicPr>
          <p:cNvPr id="81" name="object 8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179173" y="2997822"/>
            <a:ext cx="109139" cy="108953"/>
          </a:xfrm>
          <a:prstGeom prst="rect">
            <a:avLst/>
          </a:prstGeom>
        </p:spPr>
      </p:pic>
      <p:grpSp>
        <p:nvGrpSpPr>
          <p:cNvPr id="82" name="object 82"/>
          <p:cNvGrpSpPr/>
          <p:nvPr/>
        </p:nvGrpSpPr>
        <p:grpSpPr>
          <a:xfrm>
            <a:off x="2483642" y="2941078"/>
            <a:ext cx="1508760" cy="231140"/>
            <a:chOff x="2483642" y="2941078"/>
            <a:chExt cx="1508760" cy="231140"/>
          </a:xfrm>
        </p:grpSpPr>
        <p:pic>
          <p:nvPicPr>
            <p:cNvPr id="83" name="object 8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483642" y="2941078"/>
              <a:ext cx="174226" cy="227202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693225" y="3000006"/>
              <a:ext cx="266636" cy="172046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985695" y="2941078"/>
              <a:ext cx="160665" cy="230974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3189287" y="294107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267773" y="2945434"/>
              <a:ext cx="265277" cy="226618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3559797" y="294107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637889" y="3000006"/>
              <a:ext cx="169862" cy="17204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841559" y="3000006"/>
              <a:ext cx="150215" cy="168275"/>
            </a:xfrm>
            <a:prstGeom prst="rect">
              <a:avLst/>
            </a:prstGeom>
          </p:spPr>
        </p:pic>
      </p:grpSp>
      <p:grpSp>
        <p:nvGrpSpPr>
          <p:cNvPr id="91" name="object 91"/>
          <p:cNvGrpSpPr/>
          <p:nvPr/>
        </p:nvGrpSpPr>
        <p:grpSpPr>
          <a:xfrm>
            <a:off x="4123702" y="2941078"/>
            <a:ext cx="873125" cy="231140"/>
            <a:chOff x="4123702" y="2941078"/>
            <a:chExt cx="873125" cy="231140"/>
          </a:xfrm>
        </p:grpSpPr>
        <p:pic>
          <p:nvPicPr>
            <p:cNvPr id="92" name="object 9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123702" y="2941078"/>
              <a:ext cx="219671" cy="227202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378464" y="3000006"/>
              <a:ext cx="169862" cy="172046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572878" y="2941078"/>
              <a:ext cx="160653" cy="230974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763757" y="3000006"/>
              <a:ext cx="153797" cy="172046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4953037" y="294107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" name="object 97"/>
          <p:cNvGrpSpPr/>
          <p:nvPr/>
        </p:nvGrpSpPr>
        <p:grpSpPr>
          <a:xfrm>
            <a:off x="5129657" y="2940685"/>
            <a:ext cx="1561465" cy="231775"/>
            <a:chOff x="5129657" y="2940685"/>
            <a:chExt cx="1561465" cy="231775"/>
          </a:xfrm>
        </p:grpSpPr>
        <p:sp>
          <p:nvSpPr>
            <p:cNvPr id="98" name="object 98"/>
            <p:cNvSpPr/>
            <p:nvPr/>
          </p:nvSpPr>
          <p:spPr>
            <a:xfrm>
              <a:off x="5129657" y="2940684"/>
              <a:ext cx="608330" cy="231775"/>
            </a:xfrm>
            <a:custGeom>
              <a:avLst/>
              <a:gdLst/>
              <a:ahLst/>
              <a:cxnLst/>
              <a:rect l="l" t="t" r="r" b="b"/>
              <a:pathLst>
                <a:path w="608329" h="231775">
                  <a:moveTo>
                    <a:pt x="173037" y="189230"/>
                  </a:moveTo>
                  <a:lnTo>
                    <a:pt x="46037" y="189230"/>
                  </a:lnTo>
                  <a:lnTo>
                    <a:pt x="46037" y="127000"/>
                  </a:lnTo>
                  <a:lnTo>
                    <a:pt x="160134" y="127000"/>
                  </a:lnTo>
                  <a:lnTo>
                    <a:pt x="160134" y="88900"/>
                  </a:lnTo>
                  <a:lnTo>
                    <a:pt x="46037" y="88900"/>
                  </a:lnTo>
                  <a:lnTo>
                    <a:pt x="46037" y="38100"/>
                  </a:lnTo>
                  <a:lnTo>
                    <a:pt x="168668" y="38100"/>
                  </a:lnTo>
                  <a:lnTo>
                    <a:pt x="168668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88900"/>
                  </a:lnTo>
                  <a:lnTo>
                    <a:pt x="0" y="127000"/>
                  </a:lnTo>
                  <a:lnTo>
                    <a:pt x="0" y="189230"/>
                  </a:lnTo>
                  <a:lnTo>
                    <a:pt x="0" y="227330"/>
                  </a:lnTo>
                  <a:lnTo>
                    <a:pt x="173037" y="227330"/>
                  </a:lnTo>
                  <a:lnTo>
                    <a:pt x="173037" y="189230"/>
                  </a:lnTo>
                  <a:close/>
                </a:path>
                <a:path w="608329" h="231775">
                  <a:moveTo>
                    <a:pt x="361391" y="62903"/>
                  </a:moveTo>
                  <a:lnTo>
                    <a:pt x="316738" y="62903"/>
                  </a:lnTo>
                  <a:lnTo>
                    <a:pt x="282079" y="156298"/>
                  </a:lnTo>
                  <a:lnTo>
                    <a:pt x="280098" y="163169"/>
                  </a:lnTo>
                  <a:lnTo>
                    <a:pt x="276263" y="175018"/>
                  </a:lnTo>
                  <a:lnTo>
                    <a:pt x="267131" y="147040"/>
                  </a:lnTo>
                  <a:lnTo>
                    <a:pt x="236181" y="62903"/>
                  </a:lnTo>
                  <a:lnTo>
                    <a:pt x="190538" y="62903"/>
                  </a:lnTo>
                  <a:lnTo>
                    <a:pt x="256819" y="227596"/>
                  </a:lnTo>
                  <a:lnTo>
                    <a:pt x="296100" y="227596"/>
                  </a:lnTo>
                  <a:lnTo>
                    <a:pt x="361391" y="62903"/>
                  </a:lnTo>
                  <a:close/>
                </a:path>
                <a:path w="608329" h="231775">
                  <a:moveTo>
                    <a:pt x="531215" y="227596"/>
                  </a:moveTo>
                  <a:lnTo>
                    <a:pt x="522541" y="200609"/>
                  </a:lnTo>
                  <a:lnTo>
                    <a:pt x="522401" y="199694"/>
                  </a:lnTo>
                  <a:lnTo>
                    <a:pt x="521931" y="194068"/>
                  </a:lnTo>
                  <a:lnTo>
                    <a:pt x="521817" y="192722"/>
                  </a:lnTo>
                  <a:lnTo>
                    <a:pt x="521792" y="192379"/>
                  </a:lnTo>
                  <a:lnTo>
                    <a:pt x="521436" y="184277"/>
                  </a:lnTo>
                  <a:lnTo>
                    <a:pt x="521487" y="148628"/>
                  </a:lnTo>
                  <a:lnTo>
                    <a:pt x="521601" y="133045"/>
                  </a:lnTo>
                  <a:lnTo>
                    <a:pt x="521614" y="120243"/>
                  </a:lnTo>
                  <a:lnTo>
                    <a:pt x="512521" y="78625"/>
                  </a:lnTo>
                  <a:lnTo>
                    <a:pt x="477888" y="61074"/>
                  </a:lnTo>
                  <a:lnTo>
                    <a:pt x="452437" y="59321"/>
                  </a:lnTo>
                  <a:lnTo>
                    <a:pt x="437349" y="60045"/>
                  </a:lnTo>
                  <a:lnTo>
                    <a:pt x="396494" y="77279"/>
                  </a:lnTo>
                  <a:lnTo>
                    <a:pt x="381203" y="105956"/>
                  </a:lnTo>
                  <a:lnTo>
                    <a:pt x="420687" y="113106"/>
                  </a:lnTo>
                  <a:lnTo>
                    <a:pt x="423341" y="105562"/>
                  </a:lnTo>
                  <a:lnTo>
                    <a:pt x="426847" y="100266"/>
                  </a:lnTo>
                  <a:lnTo>
                    <a:pt x="435571" y="94183"/>
                  </a:lnTo>
                  <a:lnTo>
                    <a:pt x="441591" y="92659"/>
                  </a:lnTo>
                  <a:lnTo>
                    <a:pt x="460781" y="92659"/>
                  </a:lnTo>
                  <a:lnTo>
                    <a:pt x="468579" y="94449"/>
                  </a:lnTo>
                  <a:lnTo>
                    <a:pt x="472681" y="98018"/>
                  </a:lnTo>
                  <a:lnTo>
                    <a:pt x="476910" y="101460"/>
                  </a:lnTo>
                  <a:lnTo>
                    <a:pt x="479031" y="107416"/>
                  </a:lnTo>
                  <a:lnTo>
                    <a:pt x="479031" y="120243"/>
                  </a:lnTo>
                  <a:lnTo>
                    <a:pt x="479031" y="148628"/>
                  </a:lnTo>
                  <a:lnTo>
                    <a:pt x="479031" y="167601"/>
                  </a:lnTo>
                  <a:lnTo>
                    <a:pt x="478663" y="171970"/>
                  </a:lnTo>
                  <a:lnTo>
                    <a:pt x="478536" y="173431"/>
                  </a:lnTo>
                  <a:lnTo>
                    <a:pt x="478434" y="174688"/>
                  </a:lnTo>
                  <a:lnTo>
                    <a:pt x="477240" y="178384"/>
                  </a:lnTo>
                  <a:lnTo>
                    <a:pt x="475767" y="183629"/>
                  </a:lnTo>
                  <a:lnTo>
                    <a:pt x="475653" y="184073"/>
                  </a:lnTo>
                  <a:lnTo>
                    <a:pt x="472224" y="188899"/>
                  </a:lnTo>
                  <a:lnTo>
                    <a:pt x="466928" y="192874"/>
                  </a:lnTo>
                  <a:lnTo>
                    <a:pt x="459778" y="198031"/>
                  </a:lnTo>
                  <a:lnTo>
                    <a:pt x="452247" y="200609"/>
                  </a:lnTo>
                  <a:lnTo>
                    <a:pt x="437299" y="200609"/>
                  </a:lnTo>
                  <a:lnTo>
                    <a:pt x="431533" y="198424"/>
                  </a:lnTo>
                  <a:lnTo>
                    <a:pt x="427037" y="194068"/>
                  </a:lnTo>
                  <a:lnTo>
                    <a:pt x="422541" y="189560"/>
                  </a:lnTo>
                  <a:lnTo>
                    <a:pt x="420293" y="184277"/>
                  </a:lnTo>
                  <a:lnTo>
                    <a:pt x="420293" y="171970"/>
                  </a:lnTo>
                  <a:lnTo>
                    <a:pt x="452437" y="155371"/>
                  </a:lnTo>
                  <a:lnTo>
                    <a:pt x="460870" y="153466"/>
                  </a:lnTo>
                  <a:lnTo>
                    <a:pt x="468109" y="151701"/>
                  </a:lnTo>
                  <a:lnTo>
                    <a:pt x="474167" y="150088"/>
                  </a:lnTo>
                  <a:lnTo>
                    <a:pt x="479031" y="148628"/>
                  </a:lnTo>
                  <a:lnTo>
                    <a:pt x="479031" y="120243"/>
                  </a:lnTo>
                  <a:lnTo>
                    <a:pt x="471906" y="122770"/>
                  </a:lnTo>
                  <a:lnTo>
                    <a:pt x="462457" y="125361"/>
                  </a:lnTo>
                  <a:lnTo>
                    <a:pt x="450672" y="128028"/>
                  </a:lnTo>
                  <a:lnTo>
                    <a:pt x="436562" y="130759"/>
                  </a:lnTo>
                  <a:lnTo>
                    <a:pt x="425907" y="133045"/>
                  </a:lnTo>
                  <a:lnTo>
                    <a:pt x="387680" y="150469"/>
                  </a:lnTo>
                  <a:lnTo>
                    <a:pt x="376643" y="182549"/>
                  </a:lnTo>
                  <a:lnTo>
                    <a:pt x="377520" y="192379"/>
                  </a:lnTo>
                  <a:lnTo>
                    <a:pt x="399326" y="223672"/>
                  </a:lnTo>
                  <a:lnTo>
                    <a:pt x="431406" y="231368"/>
                  </a:lnTo>
                  <a:lnTo>
                    <a:pt x="438442" y="231038"/>
                  </a:lnTo>
                  <a:lnTo>
                    <a:pt x="476669" y="214706"/>
                  </a:lnTo>
                  <a:lnTo>
                    <a:pt x="482409" y="209537"/>
                  </a:lnTo>
                  <a:lnTo>
                    <a:pt x="483196" y="212191"/>
                  </a:lnTo>
                  <a:lnTo>
                    <a:pt x="483997" y="214706"/>
                  </a:lnTo>
                  <a:lnTo>
                    <a:pt x="485584" y="220395"/>
                  </a:lnTo>
                  <a:lnTo>
                    <a:pt x="486968" y="224688"/>
                  </a:lnTo>
                  <a:lnTo>
                    <a:pt x="488162" y="227596"/>
                  </a:lnTo>
                  <a:lnTo>
                    <a:pt x="531215" y="227596"/>
                  </a:lnTo>
                  <a:close/>
                </a:path>
                <a:path w="608329" h="231775">
                  <a:moveTo>
                    <a:pt x="608177" y="393"/>
                  </a:moveTo>
                  <a:lnTo>
                    <a:pt x="564718" y="393"/>
                  </a:lnTo>
                  <a:lnTo>
                    <a:pt x="564718" y="227596"/>
                  </a:lnTo>
                  <a:lnTo>
                    <a:pt x="608177" y="227596"/>
                  </a:lnTo>
                  <a:lnTo>
                    <a:pt x="608177" y="393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781598" y="3003588"/>
              <a:ext cx="149821" cy="168465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965024" y="2945434"/>
              <a:ext cx="267055" cy="226618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6258839" y="294107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336931" y="3000006"/>
              <a:ext cx="169862" cy="172046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540588" y="3000006"/>
              <a:ext cx="150215" cy="168275"/>
            </a:xfrm>
            <a:prstGeom prst="rect">
              <a:avLst/>
            </a:prstGeom>
          </p:spPr>
        </p:pic>
      </p:grp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96743" y="0"/>
            <a:ext cx="2191257" cy="3374193"/>
          </a:xfrm>
          <a:prstGeom prst="rect">
            <a:avLst/>
          </a:prstGeom>
        </p:spPr>
      </p:pic>
      <p:grpSp>
        <p:nvGrpSpPr>
          <p:cNvPr id="444" name="object 444"/>
          <p:cNvGrpSpPr/>
          <p:nvPr/>
        </p:nvGrpSpPr>
        <p:grpSpPr>
          <a:xfrm>
            <a:off x="15991966" y="2052332"/>
            <a:ext cx="804545" cy="294640"/>
            <a:chOff x="15991966" y="2052332"/>
            <a:chExt cx="804545" cy="294640"/>
          </a:xfrm>
        </p:grpSpPr>
        <p:pic>
          <p:nvPicPr>
            <p:cNvPr id="445" name="object 445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15991966" y="2114842"/>
              <a:ext cx="149821" cy="168465"/>
            </a:xfrm>
            <a:prstGeom prst="rect">
              <a:avLst/>
            </a:prstGeom>
          </p:spPr>
        </p:pic>
        <p:pic>
          <p:nvPicPr>
            <p:cNvPr id="446" name="object 446"/>
            <p:cNvPicPr/>
            <p:nvPr/>
          </p:nvPicPr>
          <p:blipFill>
            <a:blip r:embed="rId266" cstate="print"/>
            <a:stretch>
              <a:fillRect/>
            </a:stretch>
          </p:blipFill>
          <p:spPr>
            <a:xfrm>
              <a:off x="16171620" y="2111260"/>
              <a:ext cx="153784" cy="172046"/>
            </a:xfrm>
            <a:prstGeom prst="rect">
              <a:avLst/>
            </a:prstGeom>
          </p:spPr>
        </p:pic>
        <p:sp>
          <p:nvSpPr>
            <p:cNvPr id="447" name="object 447"/>
            <p:cNvSpPr/>
            <p:nvPr/>
          </p:nvSpPr>
          <p:spPr>
            <a:xfrm>
              <a:off x="16363467" y="2052332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8" name="object 448"/>
            <p:cNvPicPr/>
            <p:nvPr/>
          </p:nvPicPr>
          <p:blipFill>
            <a:blip r:embed="rId267" cstate="print"/>
            <a:stretch>
              <a:fillRect/>
            </a:stretch>
          </p:blipFill>
          <p:spPr>
            <a:xfrm>
              <a:off x="16451287" y="2111260"/>
              <a:ext cx="150215" cy="168275"/>
            </a:xfrm>
            <a:prstGeom prst="rect">
              <a:avLst/>
            </a:prstGeom>
          </p:spPr>
        </p:pic>
        <p:pic>
          <p:nvPicPr>
            <p:cNvPr id="449" name="object 449"/>
            <p:cNvPicPr/>
            <p:nvPr/>
          </p:nvPicPr>
          <p:blipFill>
            <a:blip r:embed="rId268" cstate="print"/>
            <a:stretch>
              <a:fillRect/>
            </a:stretch>
          </p:blipFill>
          <p:spPr>
            <a:xfrm>
              <a:off x="16635894" y="2111260"/>
              <a:ext cx="160540" cy="235153"/>
            </a:xfrm>
            <a:prstGeom prst="rect">
              <a:avLst/>
            </a:prstGeom>
          </p:spPr>
        </p:pic>
      </p:grpSp>
      <p:grpSp>
        <p:nvGrpSpPr>
          <p:cNvPr id="450" name="object 450"/>
          <p:cNvGrpSpPr/>
          <p:nvPr/>
        </p:nvGrpSpPr>
        <p:grpSpPr>
          <a:xfrm>
            <a:off x="10478504" y="2496705"/>
            <a:ext cx="1041400" cy="231140"/>
            <a:chOff x="10478504" y="2496705"/>
            <a:chExt cx="1041400" cy="231140"/>
          </a:xfrm>
        </p:grpSpPr>
        <p:pic>
          <p:nvPicPr>
            <p:cNvPr id="451" name="object 451"/>
            <p:cNvPicPr/>
            <p:nvPr/>
          </p:nvPicPr>
          <p:blipFill>
            <a:blip r:embed="rId269" cstate="print"/>
            <a:stretch>
              <a:fillRect/>
            </a:stretch>
          </p:blipFill>
          <p:spPr>
            <a:xfrm>
              <a:off x="10478504" y="2555633"/>
              <a:ext cx="155376" cy="172046"/>
            </a:xfrm>
            <a:prstGeom prst="rect">
              <a:avLst/>
            </a:prstGeom>
          </p:spPr>
        </p:pic>
        <p:pic>
          <p:nvPicPr>
            <p:cNvPr id="452" name="object 452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10654685" y="2555633"/>
              <a:ext cx="169862" cy="172046"/>
            </a:xfrm>
            <a:prstGeom prst="rect">
              <a:avLst/>
            </a:prstGeom>
          </p:spPr>
        </p:pic>
        <p:pic>
          <p:nvPicPr>
            <p:cNvPr id="453" name="object 453"/>
            <p:cNvPicPr/>
            <p:nvPr/>
          </p:nvPicPr>
          <p:blipFill>
            <a:blip r:embed="rId271" cstate="print"/>
            <a:stretch>
              <a:fillRect/>
            </a:stretch>
          </p:blipFill>
          <p:spPr>
            <a:xfrm>
              <a:off x="10858347" y="2555633"/>
              <a:ext cx="150218" cy="168275"/>
            </a:xfrm>
            <a:prstGeom prst="rect">
              <a:avLst/>
            </a:prstGeom>
          </p:spPr>
        </p:pic>
        <p:pic>
          <p:nvPicPr>
            <p:cNvPr id="454" name="object 454"/>
            <p:cNvPicPr/>
            <p:nvPr/>
          </p:nvPicPr>
          <p:blipFill>
            <a:blip r:embed="rId272" cstate="print"/>
            <a:stretch>
              <a:fillRect/>
            </a:stretch>
          </p:blipFill>
          <p:spPr>
            <a:xfrm>
              <a:off x="11034626" y="2501061"/>
              <a:ext cx="97036" cy="226618"/>
            </a:xfrm>
            <a:prstGeom prst="rect">
              <a:avLst/>
            </a:prstGeom>
          </p:spPr>
        </p:pic>
        <p:pic>
          <p:nvPicPr>
            <p:cNvPr id="455" name="object 455"/>
            <p:cNvPicPr/>
            <p:nvPr/>
          </p:nvPicPr>
          <p:blipFill>
            <a:blip r:embed="rId273" cstate="print"/>
            <a:stretch>
              <a:fillRect/>
            </a:stretch>
          </p:blipFill>
          <p:spPr>
            <a:xfrm>
              <a:off x="11156428" y="2555633"/>
              <a:ext cx="285281" cy="172046"/>
            </a:xfrm>
            <a:prstGeom prst="rect">
              <a:avLst/>
            </a:prstGeom>
          </p:spPr>
        </p:pic>
        <p:sp>
          <p:nvSpPr>
            <p:cNvPr id="456" name="object 456"/>
            <p:cNvSpPr/>
            <p:nvPr/>
          </p:nvSpPr>
          <p:spPr>
            <a:xfrm>
              <a:off x="11475910" y="249670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7" name="object 457"/>
          <p:cNvGrpSpPr/>
          <p:nvPr/>
        </p:nvGrpSpPr>
        <p:grpSpPr>
          <a:xfrm>
            <a:off x="11564124" y="2496705"/>
            <a:ext cx="415925" cy="231140"/>
            <a:chOff x="11564124" y="2496705"/>
            <a:chExt cx="415925" cy="231140"/>
          </a:xfrm>
        </p:grpSpPr>
        <p:sp>
          <p:nvSpPr>
            <p:cNvPr id="458" name="object 458"/>
            <p:cNvSpPr/>
            <p:nvPr/>
          </p:nvSpPr>
          <p:spPr>
            <a:xfrm>
              <a:off x="11564124" y="249670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30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9" name="object 459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11639625" y="2555633"/>
              <a:ext cx="153797" cy="172046"/>
            </a:xfrm>
            <a:prstGeom prst="rect">
              <a:avLst/>
            </a:prstGeom>
          </p:spPr>
        </p:pic>
        <p:pic>
          <p:nvPicPr>
            <p:cNvPr id="460" name="object 460"/>
            <p:cNvPicPr/>
            <p:nvPr/>
          </p:nvPicPr>
          <p:blipFill>
            <a:blip r:embed="rId275" cstate="print"/>
            <a:stretch>
              <a:fillRect/>
            </a:stretch>
          </p:blipFill>
          <p:spPr>
            <a:xfrm>
              <a:off x="11819256" y="2496705"/>
              <a:ext cx="160665" cy="230974"/>
            </a:xfrm>
            <a:prstGeom prst="rect">
              <a:avLst/>
            </a:prstGeom>
          </p:spPr>
        </p:pic>
      </p:grpSp>
      <p:pic>
        <p:nvPicPr>
          <p:cNvPr id="461" name="object 461"/>
          <p:cNvPicPr/>
          <p:nvPr/>
        </p:nvPicPr>
        <p:blipFill>
          <a:blip r:embed="rId276" cstate="print"/>
          <a:stretch>
            <a:fillRect/>
          </a:stretch>
        </p:blipFill>
        <p:spPr>
          <a:xfrm>
            <a:off x="12101412" y="2496705"/>
            <a:ext cx="1350643" cy="230974"/>
          </a:xfrm>
          <a:prstGeom prst="rect">
            <a:avLst/>
          </a:prstGeom>
        </p:spPr>
      </p:pic>
      <p:grpSp>
        <p:nvGrpSpPr>
          <p:cNvPr id="462" name="object 462"/>
          <p:cNvGrpSpPr/>
          <p:nvPr/>
        </p:nvGrpSpPr>
        <p:grpSpPr>
          <a:xfrm>
            <a:off x="13564248" y="2555633"/>
            <a:ext cx="1033144" cy="172085"/>
            <a:chOff x="13564248" y="2555633"/>
            <a:chExt cx="1033144" cy="172085"/>
          </a:xfrm>
        </p:grpSpPr>
        <p:pic>
          <p:nvPicPr>
            <p:cNvPr id="463" name="object 463"/>
            <p:cNvPicPr/>
            <p:nvPr/>
          </p:nvPicPr>
          <p:blipFill>
            <a:blip r:embed="rId277" cstate="print"/>
            <a:stretch>
              <a:fillRect/>
            </a:stretch>
          </p:blipFill>
          <p:spPr>
            <a:xfrm>
              <a:off x="13564248" y="2555633"/>
              <a:ext cx="154584" cy="172046"/>
            </a:xfrm>
            <a:prstGeom prst="rect">
              <a:avLst/>
            </a:prstGeom>
          </p:spPr>
        </p:pic>
        <p:pic>
          <p:nvPicPr>
            <p:cNvPr id="464" name="object 464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13742619" y="2555633"/>
              <a:ext cx="155371" cy="172046"/>
            </a:xfrm>
            <a:prstGeom prst="rect">
              <a:avLst/>
            </a:prstGeom>
          </p:spPr>
        </p:pic>
        <p:pic>
          <p:nvPicPr>
            <p:cNvPr id="465" name="object 465"/>
            <p:cNvPicPr/>
            <p:nvPr/>
          </p:nvPicPr>
          <p:blipFill>
            <a:blip r:embed="rId278" cstate="print"/>
            <a:stretch>
              <a:fillRect/>
            </a:stretch>
          </p:blipFill>
          <p:spPr>
            <a:xfrm>
              <a:off x="13919187" y="2555633"/>
              <a:ext cx="327393" cy="172046"/>
            </a:xfrm>
            <a:prstGeom prst="rect">
              <a:avLst/>
            </a:prstGeom>
          </p:spPr>
        </p:pic>
        <p:pic>
          <p:nvPicPr>
            <p:cNvPr id="466" name="object 466"/>
            <p:cNvPicPr/>
            <p:nvPr/>
          </p:nvPicPr>
          <p:blipFill>
            <a:blip r:embed="rId279" cstate="print"/>
            <a:stretch>
              <a:fillRect/>
            </a:stretch>
          </p:blipFill>
          <p:spPr>
            <a:xfrm>
              <a:off x="14266786" y="2555633"/>
              <a:ext cx="153784" cy="172046"/>
            </a:xfrm>
            <a:prstGeom prst="rect">
              <a:avLst/>
            </a:prstGeom>
          </p:spPr>
        </p:pic>
        <p:pic>
          <p:nvPicPr>
            <p:cNvPr id="467" name="object 467"/>
            <p:cNvPicPr/>
            <p:nvPr/>
          </p:nvPicPr>
          <p:blipFill>
            <a:blip r:embed="rId280" cstate="print"/>
            <a:stretch>
              <a:fillRect/>
            </a:stretch>
          </p:blipFill>
          <p:spPr>
            <a:xfrm>
              <a:off x="14443367" y="2555633"/>
              <a:ext cx="153784" cy="172046"/>
            </a:xfrm>
            <a:prstGeom prst="rect">
              <a:avLst/>
            </a:prstGeom>
          </p:spPr>
        </p:pic>
      </p:grpSp>
      <p:sp>
        <p:nvSpPr>
          <p:cNvPr id="104" name="object 104"/>
          <p:cNvSpPr/>
          <p:nvPr/>
        </p:nvSpPr>
        <p:spPr>
          <a:xfrm>
            <a:off x="2618381" y="3435451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4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5" name="object 105"/>
          <p:cNvGrpSpPr/>
          <p:nvPr/>
        </p:nvGrpSpPr>
        <p:grpSpPr>
          <a:xfrm>
            <a:off x="3000375" y="3385451"/>
            <a:ext cx="1424940" cy="294640"/>
            <a:chOff x="3000375" y="3385451"/>
            <a:chExt cx="1424940" cy="294640"/>
          </a:xfrm>
        </p:grpSpPr>
        <p:pic>
          <p:nvPicPr>
            <p:cNvPr id="106" name="object 10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000375" y="3385451"/>
              <a:ext cx="397763" cy="230974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419335" y="3444379"/>
              <a:ext cx="155371" cy="172046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604641" y="3447961"/>
              <a:ext cx="149821" cy="168465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3797592" y="3444379"/>
              <a:ext cx="268604" cy="172046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089984" y="3444379"/>
              <a:ext cx="334924" cy="235153"/>
            </a:xfrm>
            <a:prstGeom prst="rect">
              <a:avLst/>
            </a:prstGeom>
          </p:spPr>
        </p:pic>
      </p:grpSp>
      <p:sp>
        <p:nvSpPr>
          <p:cNvPr id="111" name="object 111"/>
          <p:cNvSpPr/>
          <p:nvPr/>
        </p:nvSpPr>
        <p:spPr>
          <a:xfrm>
            <a:off x="2618381" y="3879824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4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2" name="object 112"/>
          <p:cNvGrpSpPr/>
          <p:nvPr/>
        </p:nvGrpSpPr>
        <p:grpSpPr>
          <a:xfrm>
            <a:off x="3023387" y="3829824"/>
            <a:ext cx="1385570" cy="231140"/>
            <a:chOff x="3023387" y="3829824"/>
            <a:chExt cx="1385570" cy="231140"/>
          </a:xfrm>
        </p:grpSpPr>
        <p:pic>
          <p:nvPicPr>
            <p:cNvPr id="113" name="object 113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023387" y="3829824"/>
              <a:ext cx="174231" cy="227202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232975" y="3888752"/>
              <a:ext cx="266636" cy="17204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525367" y="3888752"/>
              <a:ext cx="155384" cy="172046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3711676" y="382982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4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784599" y="3888752"/>
              <a:ext cx="153797" cy="172046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3976459" y="3829824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4054551" y="3888752"/>
              <a:ext cx="169862" cy="172046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258208" y="3888752"/>
              <a:ext cx="150228" cy="168275"/>
            </a:xfrm>
            <a:prstGeom prst="rect">
              <a:avLst/>
            </a:prstGeom>
          </p:spPr>
        </p:pic>
      </p:grpSp>
      <p:grpSp>
        <p:nvGrpSpPr>
          <p:cNvPr id="468" name="object 468"/>
          <p:cNvGrpSpPr/>
          <p:nvPr/>
        </p:nvGrpSpPr>
        <p:grpSpPr>
          <a:xfrm>
            <a:off x="9950663" y="3841508"/>
            <a:ext cx="504825" cy="249554"/>
            <a:chOff x="9950663" y="3841508"/>
            <a:chExt cx="504825" cy="249554"/>
          </a:xfrm>
        </p:grpSpPr>
        <p:pic>
          <p:nvPicPr>
            <p:cNvPr id="469" name="object 469"/>
            <p:cNvPicPr/>
            <p:nvPr/>
          </p:nvPicPr>
          <p:blipFill>
            <a:blip r:embed="rId281" cstate="print"/>
            <a:stretch>
              <a:fillRect/>
            </a:stretch>
          </p:blipFill>
          <p:spPr>
            <a:xfrm>
              <a:off x="9950663" y="3841508"/>
              <a:ext cx="186730" cy="245465"/>
            </a:xfrm>
            <a:prstGeom prst="rect">
              <a:avLst/>
            </a:prstGeom>
          </p:spPr>
        </p:pic>
        <p:pic>
          <p:nvPicPr>
            <p:cNvPr id="470" name="object 470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10159530" y="3846461"/>
              <a:ext cx="104775" cy="244475"/>
            </a:xfrm>
            <a:prstGeom prst="rect">
              <a:avLst/>
            </a:prstGeom>
          </p:spPr>
        </p:pic>
        <p:pic>
          <p:nvPicPr>
            <p:cNvPr id="471" name="object 471"/>
            <p:cNvPicPr/>
            <p:nvPr/>
          </p:nvPicPr>
          <p:blipFill>
            <a:blip r:embed="rId283" cstate="print"/>
            <a:stretch>
              <a:fillRect/>
            </a:stretch>
          </p:blipFill>
          <p:spPr>
            <a:xfrm>
              <a:off x="10292966" y="3841508"/>
              <a:ext cx="161925" cy="245465"/>
            </a:xfrm>
            <a:prstGeom prst="rect">
              <a:avLst/>
            </a:prstGeom>
          </p:spPr>
        </p:pic>
      </p:grpSp>
      <p:grpSp>
        <p:nvGrpSpPr>
          <p:cNvPr id="472" name="object 472"/>
          <p:cNvGrpSpPr/>
          <p:nvPr/>
        </p:nvGrpSpPr>
        <p:grpSpPr>
          <a:xfrm>
            <a:off x="10502620" y="3841508"/>
            <a:ext cx="523875" cy="249554"/>
            <a:chOff x="10502620" y="3841508"/>
            <a:chExt cx="523875" cy="249554"/>
          </a:xfrm>
        </p:grpSpPr>
        <p:pic>
          <p:nvPicPr>
            <p:cNvPr id="473" name="object 473"/>
            <p:cNvPicPr/>
            <p:nvPr/>
          </p:nvPicPr>
          <p:blipFill>
            <a:blip r:embed="rId284" cstate="print"/>
            <a:stretch>
              <a:fillRect/>
            </a:stretch>
          </p:blipFill>
          <p:spPr>
            <a:xfrm>
              <a:off x="10502620" y="3841508"/>
              <a:ext cx="47029" cy="245465"/>
            </a:xfrm>
            <a:prstGeom prst="rect">
              <a:avLst/>
            </a:prstGeom>
          </p:spPr>
        </p:pic>
        <p:pic>
          <p:nvPicPr>
            <p:cNvPr id="474" name="object 474"/>
            <p:cNvPicPr/>
            <p:nvPr/>
          </p:nvPicPr>
          <p:blipFill>
            <a:blip r:embed="rId285" cstate="print"/>
            <a:stretch>
              <a:fillRect/>
            </a:stretch>
          </p:blipFill>
          <p:spPr>
            <a:xfrm>
              <a:off x="10587568" y="3905199"/>
              <a:ext cx="167680" cy="185737"/>
            </a:xfrm>
            <a:prstGeom prst="rect">
              <a:avLst/>
            </a:prstGeom>
          </p:spPr>
        </p:pic>
        <p:pic>
          <p:nvPicPr>
            <p:cNvPr id="475" name="object 475"/>
            <p:cNvPicPr/>
            <p:nvPr/>
          </p:nvPicPr>
          <p:blipFill>
            <a:blip r:embed="rId286" cstate="print"/>
            <a:stretch>
              <a:fillRect/>
            </a:stretch>
          </p:blipFill>
          <p:spPr>
            <a:xfrm>
              <a:off x="10776288" y="3905199"/>
              <a:ext cx="166885" cy="185737"/>
            </a:xfrm>
            <a:prstGeom prst="rect">
              <a:avLst/>
            </a:prstGeom>
          </p:spPr>
        </p:pic>
        <p:pic>
          <p:nvPicPr>
            <p:cNvPr id="476" name="object 476"/>
            <p:cNvPicPr/>
            <p:nvPr/>
          </p:nvPicPr>
          <p:blipFill>
            <a:blip r:embed="rId287" cstate="print"/>
            <a:stretch>
              <a:fillRect/>
            </a:stretch>
          </p:blipFill>
          <p:spPr>
            <a:xfrm>
              <a:off x="10979293" y="3841508"/>
              <a:ext cx="47029" cy="245465"/>
            </a:xfrm>
            <a:prstGeom prst="rect">
              <a:avLst/>
            </a:prstGeom>
          </p:spPr>
        </p:pic>
      </p:grpSp>
      <p:grpSp>
        <p:nvGrpSpPr>
          <p:cNvPr id="477" name="object 477"/>
          <p:cNvGrpSpPr/>
          <p:nvPr/>
        </p:nvGrpSpPr>
        <p:grpSpPr>
          <a:xfrm>
            <a:off x="11161493" y="3837343"/>
            <a:ext cx="1609725" cy="254000"/>
            <a:chOff x="11161493" y="3837343"/>
            <a:chExt cx="1609725" cy="254000"/>
          </a:xfrm>
        </p:grpSpPr>
        <p:pic>
          <p:nvPicPr>
            <p:cNvPr id="478" name="object 478"/>
            <p:cNvPicPr/>
            <p:nvPr/>
          </p:nvPicPr>
          <p:blipFill>
            <a:blip r:embed="rId288" cstate="print"/>
            <a:stretch>
              <a:fillRect/>
            </a:stretch>
          </p:blipFill>
          <p:spPr>
            <a:xfrm>
              <a:off x="11161493" y="3837343"/>
              <a:ext cx="213719" cy="253796"/>
            </a:xfrm>
            <a:prstGeom prst="rect">
              <a:avLst/>
            </a:prstGeom>
          </p:spPr>
        </p:pic>
        <p:pic>
          <p:nvPicPr>
            <p:cNvPr id="479" name="object 479"/>
            <p:cNvPicPr/>
            <p:nvPr/>
          </p:nvPicPr>
          <p:blipFill>
            <a:blip r:embed="rId289" cstate="print"/>
            <a:stretch>
              <a:fillRect/>
            </a:stretch>
          </p:blipFill>
          <p:spPr>
            <a:xfrm>
              <a:off x="11417452" y="3841508"/>
              <a:ext cx="47028" cy="245465"/>
            </a:xfrm>
            <a:prstGeom prst="rect">
              <a:avLst/>
            </a:prstGeom>
          </p:spPr>
        </p:pic>
        <p:pic>
          <p:nvPicPr>
            <p:cNvPr id="480" name="object 480"/>
            <p:cNvPicPr/>
            <p:nvPr/>
          </p:nvPicPr>
          <p:blipFill>
            <a:blip r:embed="rId290" cstate="print"/>
            <a:stretch>
              <a:fillRect/>
            </a:stretch>
          </p:blipFill>
          <p:spPr>
            <a:xfrm>
              <a:off x="11499037" y="3905199"/>
              <a:ext cx="166090" cy="185737"/>
            </a:xfrm>
            <a:prstGeom prst="rect">
              <a:avLst/>
            </a:prstGeom>
          </p:spPr>
        </p:pic>
        <p:pic>
          <p:nvPicPr>
            <p:cNvPr id="481" name="object 481"/>
            <p:cNvPicPr/>
            <p:nvPr/>
          </p:nvPicPr>
          <p:blipFill>
            <a:blip r:embed="rId291" cstate="print"/>
            <a:stretch>
              <a:fillRect/>
            </a:stretch>
          </p:blipFill>
          <p:spPr>
            <a:xfrm>
              <a:off x="11691125" y="3905199"/>
              <a:ext cx="166890" cy="185737"/>
            </a:xfrm>
            <a:prstGeom prst="rect">
              <a:avLst/>
            </a:prstGeom>
          </p:spPr>
        </p:pic>
        <p:pic>
          <p:nvPicPr>
            <p:cNvPr id="482" name="object 482"/>
            <p:cNvPicPr/>
            <p:nvPr/>
          </p:nvPicPr>
          <p:blipFill>
            <a:blip r:embed="rId292" cstate="print"/>
            <a:stretch>
              <a:fillRect/>
            </a:stretch>
          </p:blipFill>
          <p:spPr>
            <a:xfrm>
              <a:off x="11892140" y="3905199"/>
              <a:ext cx="290017" cy="185737"/>
            </a:xfrm>
            <a:prstGeom prst="rect">
              <a:avLst/>
            </a:prstGeom>
          </p:spPr>
        </p:pic>
        <p:pic>
          <p:nvPicPr>
            <p:cNvPr id="483" name="object 483"/>
            <p:cNvPicPr/>
            <p:nvPr/>
          </p:nvPicPr>
          <p:blipFill>
            <a:blip r:embed="rId293" cstate="print"/>
            <a:stretch>
              <a:fillRect/>
            </a:stretch>
          </p:blipFill>
          <p:spPr>
            <a:xfrm>
              <a:off x="12217882" y="3905199"/>
              <a:ext cx="162115" cy="181775"/>
            </a:xfrm>
            <a:prstGeom prst="rect">
              <a:avLst/>
            </a:prstGeom>
          </p:spPr>
        </p:pic>
        <p:pic>
          <p:nvPicPr>
            <p:cNvPr id="484" name="object 484"/>
            <p:cNvPicPr/>
            <p:nvPr/>
          </p:nvPicPr>
          <p:blipFill>
            <a:blip r:embed="rId294" cstate="print"/>
            <a:stretch>
              <a:fillRect/>
            </a:stretch>
          </p:blipFill>
          <p:spPr>
            <a:xfrm>
              <a:off x="12417412" y="3905199"/>
              <a:ext cx="167678" cy="185737"/>
            </a:xfrm>
            <a:prstGeom prst="rect">
              <a:avLst/>
            </a:prstGeom>
          </p:spPr>
        </p:pic>
        <p:pic>
          <p:nvPicPr>
            <p:cNvPr id="485" name="object 485"/>
            <p:cNvPicPr/>
            <p:nvPr/>
          </p:nvPicPr>
          <p:blipFill>
            <a:blip r:embed="rId295" cstate="print"/>
            <a:stretch>
              <a:fillRect/>
            </a:stretch>
          </p:blipFill>
          <p:spPr>
            <a:xfrm>
              <a:off x="12604737" y="3905199"/>
              <a:ext cx="166090" cy="185737"/>
            </a:xfrm>
            <a:prstGeom prst="rect">
              <a:avLst/>
            </a:prstGeom>
          </p:spPr>
        </p:pic>
      </p:grpSp>
      <p:sp>
        <p:nvSpPr>
          <p:cNvPr id="121" name="object 121"/>
          <p:cNvSpPr/>
          <p:nvPr/>
        </p:nvSpPr>
        <p:spPr>
          <a:xfrm>
            <a:off x="2618381" y="4324197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4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2" name="object 122"/>
          <p:cNvGrpSpPr/>
          <p:nvPr/>
        </p:nvGrpSpPr>
        <p:grpSpPr>
          <a:xfrm>
            <a:off x="3023590" y="4274197"/>
            <a:ext cx="802640" cy="231140"/>
            <a:chOff x="3023590" y="4274197"/>
            <a:chExt cx="802640" cy="231140"/>
          </a:xfrm>
        </p:grpSpPr>
        <p:pic>
          <p:nvPicPr>
            <p:cNvPr id="123" name="object 12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3023590" y="4274197"/>
              <a:ext cx="369976" cy="230974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419335" y="4333125"/>
              <a:ext cx="155371" cy="172046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594125" y="4333125"/>
              <a:ext cx="154584" cy="172046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3782212" y="427419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/>
          <p:cNvSpPr/>
          <p:nvPr/>
        </p:nvSpPr>
        <p:spPr>
          <a:xfrm>
            <a:off x="3870426" y="4274197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4" h="227329">
                <a:moveTo>
                  <a:pt x="43446" y="0"/>
                </a:moveTo>
                <a:lnTo>
                  <a:pt x="0" y="0"/>
                </a:lnTo>
                <a:lnTo>
                  <a:pt x="0" y="227202"/>
                </a:lnTo>
                <a:lnTo>
                  <a:pt x="43446" y="227202"/>
                </a:lnTo>
                <a:lnTo>
                  <a:pt x="43446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86" name="object 486"/>
          <p:cNvPicPr/>
          <p:nvPr/>
        </p:nvPicPr>
        <p:blipFill>
          <a:blip r:embed="rId243" cstate="print"/>
          <a:stretch>
            <a:fillRect/>
          </a:stretch>
        </p:blipFill>
        <p:spPr>
          <a:xfrm>
            <a:off x="10212399" y="4386351"/>
            <a:ext cx="78581" cy="78574"/>
          </a:xfrm>
          <a:prstGeom prst="rect">
            <a:avLst/>
          </a:prstGeom>
        </p:spPr>
      </p:pic>
      <p:grpSp>
        <p:nvGrpSpPr>
          <p:cNvPr id="487" name="object 487"/>
          <p:cNvGrpSpPr/>
          <p:nvPr/>
        </p:nvGrpSpPr>
        <p:grpSpPr>
          <a:xfrm>
            <a:off x="10476918" y="4305782"/>
            <a:ext cx="1166495" cy="235585"/>
            <a:chOff x="10476918" y="4305782"/>
            <a:chExt cx="1166495" cy="235585"/>
          </a:xfrm>
        </p:grpSpPr>
        <p:pic>
          <p:nvPicPr>
            <p:cNvPr id="488" name="object 488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10476918" y="4305782"/>
              <a:ext cx="184744" cy="235153"/>
            </a:xfrm>
            <a:prstGeom prst="rect">
              <a:avLst/>
            </a:prstGeom>
          </p:spPr>
        </p:pic>
        <p:pic>
          <p:nvPicPr>
            <p:cNvPr id="489" name="object 489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10681939" y="4314113"/>
              <a:ext cx="97035" cy="226618"/>
            </a:xfrm>
            <a:prstGeom prst="rect">
              <a:avLst/>
            </a:prstGeom>
          </p:spPr>
        </p:pic>
        <p:pic>
          <p:nvPicPr>
            <p:cNvPr id="490" name="object 490"/>
            <p:cNvPicPr/>
            <p:nvPr/>
          </p:nvPicPr>
          <p:blipFill>
            <a:blip r:embed="rId296" cstate="print"/>
            <a:stretch>
              <a:fillRect/>
            </a:stretch>
          </p:blipFill>
          <p:spPr>
            <a:xfrm>
              <a:off x="10804733" y="4372267"/>
              <a:ext cx="149819" cy="168465"/>
            </a:xfrm>
            <a:prstGeom prst="rect">
              <a:avLst/>
            </a:prstGeom>
          </p:spPr>
        </p:pic>
        <p:pic>
          <p:nvPicPr>
            <p:cNvPr id="491" name="object 491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10990019" y="4309757"/>
              <a:ext cx="160655" cy="230974"/>
            </a:xfrm>
            <a:prstGeom prst="rect">
              <a:avLst/>
            </a:prstGeom>
          </p:spPr>
        </p:pic>
        <p:pic>
          <p:nvPicPr>
            <p:cNvPr id="492" name="object 492"/>
            <p:cNvPicPr/>
            <p:nvPr/>
          </p:nvPicPr>
          <p:blipFill>
            <a:blip r:embed="rId297" cstate="print"/>
            <a:stretch>
              <a:fillRect/>
            </a:stretch>
          </p:blipFill>
          <p:spPr>
            <a:xfrm>
              <a:off x="11180903" y="4368685"/>
              <a:ext cx="153783" cy="172046"/>
            </a:xfrm>
            <a:prstGeom prst="rect">
              <a:avLst/>
            </a:prstGeom>
          </p:spPr>
        </p:pic>
        <p:pic>
          <p:nvPicPr>
            <p:cNvPr id="493" name="object 493"/>
            <p:cNvPicPr/>
            <p:nvPr/>
          </p:nvPicPr>
          <p:blipFill>
            <a:blip r:embed="rId298" cstate="print"/>
            <a:stretch>
              <a:fillRect/>
            </a:stretch>
          </p:blipFill>
          <p:spPr>
            <a:xfrm>
              <a:off x="11369789" y="4368685"/>
              <a:ext cx="150215" cy="168275"/>
            </a:xfrm>
            <a:prstGeom prst="rect">
              <a:avLst/>
            </a:prstGeom>
          </p:spPr>
        </p:pic>
        <p:pic>
          <p:nvPicPr>
            <p:cNvPr id="494" name="object 494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11546065" y="4314113"/>
              <a:ext cx="97027" cy="226618"/>
            </a:xfrm>
            <a:prstGeom prst="rect">
              <a:avLst/>
            </a:prstGeom>
          </p:spPr>
        </p:pic>
      </p:grpSp>
      <p:grpSp>
        <p:nvGrpSpPr>
          <p:cNvPr id="495" name="object 495"/>
          <p:cNvGrpSpPr/>
          <p:nvPr/>
        </p:nvGrpSpPr>
        <p:grpSpPr>
          <a:xfrm>
            <a:off x="11748416" y="4309757"/>
            <a:ext cx="629285" cy="231140"/>
            <a:chOff x="11748416" y="4309757"/>
            <a:chExt cx="629285" cy="231140"/>
          </a:xfrm>
        </p:grpSpPr>
        <p:pic>
          <p:nvPicPr>
            <p:cNvPr id="496" name="object 496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11748416" y="4309757"/>
              <a:ext cx="160653" cy="230974"/>
            </a:xfrm>
            <a:prstGeom prst="rect">
              <a:avLst/>
            </a:prstGeom>
          </p:spPr>
        </p:pic>
        <p:pic>
          <p:nvPicPr>
            <p:cNvPr id="497" name="object 497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11940489" y="4314113"/>
              <a:ext cx="436892" cy="226618"/>
            </a:xfrm>
            <a:prstGeom prst="rect">
              <a:avLst/>
            </a:prstGeom>
          </p:spPr>
        </p:pic>
      </p:grpSp>
      <p:grpSp>
        <p:nvGrpSpPr>
          <p:cNvPr id="498" name="object 498"/>
          <p:cNvGrpSpPr/>
          <p:nvPr/>
        </p:nvGrpSpPr>
        <p:grpSpPr>
          <a:xfrm>
            <a:off x="12477660" y="4309757"/>
            <a:ext cx="312420" cy="227329"/>
            <a:chOff x="12477660" y="4309757"/>
            <a:chExt cx="312420" cy="227329"/>
          </a:xfrm>
        </p:grpSpPr>
        <p:pic>
          <p:nvPicPr>
            <p:cNvPr id="499" name="object 499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12477660" y="4372267"/>
              <a:ext cx="245465" cy="164693"/>
            </a:xfrm>
            <a:prstGeom prst="rect">
              <a:avLst/>
            </a:prstGeom>
          </p:spPr>
        </p:pic>
        <p:sp>
          <p:nvSpPr>
            <p:cNvPr id="500" name="object 500"/>
            <p:cNvSpPr/>
            <p:nvPr/>
          </p:nvSpPr>
          <p:spPr>
            <a:xfrm>
              <a:off x="12746050" y="43097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1" name="object 501"/>
          <p:cNvSpPr/>
          <p:nvPr/>
        </p:nvSpPr>
        <p:spPr>
          <a:xfrm>
            <a:off x="12834264" y="4309757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5" h="227329">
                <a:moveTo>
                  <a:pt x="43459" y="0"/>
                </a:moveTo>
                <a:lnTo>
                  <a:pt x="0" y="0"/>
                </a:lnTo>
                <a:lnTo>
                  <a:pt x="0" y="227202"/>
                </a:lnTo>
                <a:lnTo>
                  <a:pt x="43459" y="227202"/>
                </a:lnTo>
                <a:lnTo>
                  <a:pt x="4345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2" name="object 502"/>
          <p:cNvSpPr/>
          <p:nvPr/>
        </p:nvSpPr>
        <p:spPr>
          <a:xfrm>
            <a:off x="12922478" y="4309757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5" h="227329">
                <a:moveTo>
                  <a:pt x="43459" y="0"/>
                </a:moveTo>
                <a:lnTo>
                  <a:pt x="0" y="0"/>
                </a:lnTo>
                <a:lnTo>
                  <a:pt x="0" y="227202"/>
                </a:lnTo>
                <a:lnTo>
                  <a:pt x="43459" y="227202"/>
                </a:lnTo>
                <a:lnTo>
                  <a:pt x="4345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3" name="object 503"/>
          <p:cNvGrpSpPr/>
          <p:nvPr/>
        </p:nvGrpSpPr>
        <p:grpSpPr>
          <a:xfrm>
            <a:off x="13096913" y="4309757"/>
            <a:ext cx="337185" cy="231140"/>
            <a:chOff x="13096913" y="4309757"/>
            <a:chExt cx="337185" cy="231140"/>
          </a:xfrm>
        </p:grpSpPr>
        <p:pic>
          <p:nvPicPr>
            <p:cNvPr id="504" name="object 504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13096913" y="4309757"/>
              <a:ext cx="160934" cy="230974"/>
            </a:xfrm>
            <a:prstGeom prst="rect">
              <a:avLst/>
            </a:prstGeom>
          </p:spPr>
        </p:pic>
        <p:pic>
          <p:nvPicPr>
            <p:cNvPr id="505" name="object 505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13280136" y="4368685"/>
              <a:ext cx="153784" cy="172046"/>
            </a:xfrm>
            <a:prstGeom prst="rect">
              <a:avLst/>
            </a:prstGeom>
          </p:spPr>
        </p:pic>
      </p:grpSp>
      <p:grpSp>
        <p:nvGrpSpPr>
          <p:cNvPr id="506" name="object 506"/>
          <p:cNvGrpSpPr/>
          <p:nvPr/>
        </p:nvGrpSpPr>
        <p:grpSpPr>
          <a:xfrm>
            <a:off x="13547903" y="4309757"/>
            <a:ext cx="424180" cy="231140"/>
            <a:chOff x="13547903" y="4309757"/>
            <a:chExt cx="424180" cy="231140"/>
          </a:xfrm>
        </p:grpSpPr>
        <p:pic>
          <p:nvPicPr>
            <p:cNvPr id="507" name="object 507"/>
            <p:cNvPicPr/>
            <p:nvPr/>
          </p:nvPicPr>
          <p:blipFill>
            <a:blip r:embed="rId299" cstate="print"/>
            <a:stretch>
              <a:fillRect/>
            </a:stretch>
          </p:blipFill>
          <p:spPr>
            <a:xfrm>
              <a:off x="13547903" y="4368685"/>
              <a:ext cx="155371" cy="172046"/>
            </a:xfrm>
            <a:prstGeom prst="rect">
              <a:avLst/>
            </a:prstGeom>
          </p:spPr>
        </p:pic>
        <p:pic>
          <p:nvPicPr>
            <p:cNvPr id="508" name="object 508"/>
            <p:cNvPicPr/>
            <p:nvPr/>
          </p:nvPicPr>
          <p:blipFill>
            <a:blip r:embed="rId300" cstate="print"/>
            <a:stretch>
              <a:fillRect/>
            </a:stretch>
          </p:blipFill>
          <p:spPr>
            <a:xfrm>
              <a:off x="13724077" y="4368685"/>
              <a:ext cx="169862" cy="172046"/>
            </a:xfrm>
            <a:prstGeom prst="rect">
              <a:avLst/>
            </a:prstGeom>
          </p:spPr>
        </p:pic>
        <p:sp>
          <p:nvSpPr>
            <p:cNvPr id="509" name="object 509"/>
            <p:cNvSpPr/>
            <p:nvPr/>
          </p:nvSpPr>
          <p:spPr>
            <a:xfrm>
              <a:off x="13928141" y="43097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0" name="object 510"/>
          <p:cNvGrpSpPr/>
          <p:nvPr/>
        </p:nvGrpSpPr>
        <p:grpSpPr>
          <a:xfrm>
            <a:off x="14016355" y="4309757"/>
            <a:ext cx="875030" cy="231140"/>
            <a:chOff x="14016355" y="4309757"/>
            <a:chExt cx="875030" cy="231140"/>
          </a:xfrm>
        </p:grpSpPr>
        <p:sp>
          <p:nvSpPr>
            <p:cNvPr id="511" name="object 511"/>
            <p:cNvSpPr/>
            <p:nvPr/>
          </p:nvSpPr>
          <p:spPr>
            <a:xfrm>
              <a:off x="14016355" y="43097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2" name="object 512"/>
            <p:cNvPicPr/>
            <p:nvPr/>
          </p:nvPicPr>
          <p:blipFill>
            <a:blip r:embed="rId301" cstate="print"/>
            <a:stretch>
              <a:fillRect/>
            </a:stretch>
          </p:blipFill>
          <p:spPr>
            <a:xfrm>
              <a:off x="14091869" y="4368685"/>
              <a:ext cx="153784" cy="172046"/>
            </a:xfrm>
            <a:prstGeom prst="rect">
              <a:avLst/>
            </a:prstGeom>
          </p:spPr>
        </p:pic>
        <p:pic>
          <p:nvPicPr>
            <p:cNvPr id="513" name="object 513"/>
            <p:cNvPicPr/>
            <p:nvPr/>
          </p:nvPicPr>
          <p:blipFill>
            <a:blip r:embed="rId302" cstate="print"/>
            <a:stretch>
              <a:fillRect/>
            </a:stretch>
          </p:blipFill>
          <p:spPr>
            <a:xfrm>
              <a:off x="14271422" y="4314113"/>
              <a:ext cx="433108" cy="226618"/>
            </a:xfrm>
            <a:prstGeom prst="rect">
              <a:avLst/>
            </a:prstGeom>
          </p:spPr>
        </p:pic>
        <p:pic>
          <p:nvPicPr>
            <p:cNvPr id="514" name="object 514"/>
            <p:cNvPicPr/>
            <p:nvPr/>
          </p:nvPicPr>
          <p:blipFill>
            <a:blip r:embed="rId303" cstate="print"/>
            <a:stretch>
              <a:fillRect/>
            </a:stretch>
          </p:blipFill>
          <p:spPr>
            <a:xfrm>
              <a:off x="14730376" y="4309757"/>
              <a:ext cx="160653" cy="230974"/>
            </a:xfrm>
            <a:prstGeom prst="rect">
              <a:avLst/>
            </a:prstGeom>
          </p:spPr>
        </p:pic>
      </p:grpSp>
      <p:grpSp>
        <p:nvGrpSpPr>
          <p:cNvPr id="515" name="object 515"/>
          <p:cNvGrpSpPr/>
          <p:nvPr/>
        </p:nvGrpSpPr>
        <p:grpSpPr>
          <a:xfrm>
            <a:off x="15000744" y="4309757"/>
            <a:ext cx="612775" cy="231140"/>
            <a:chOff x="15000744" y="4309757"/>
            <a:chExt cx="612775" cy="231140"/>
          </a:xfrm>
        </p:grpSpPr>
        <p:pic>
          <p:nvPicPr>
            <p:cNvPr id="516" name="object 516"/>
            <p:cNvPicPr/>
            <p:nvPr/>
          </p:nvPicPr>
          <p:blipFill>
            <a:blip r:embed="rId304" cstate="print"/>
            <a:stretch>
              <a:fillRect/>
            </a:stretch>
          </p:blipFill>
          <p:spPr>
            <a:xfrm>
              <a:off x="15000744" y="4372267"/>
              <a:ext cx="245465" cy="164693"/>
            </a:xfrm>
            <a:prstGeom prst="rect">
              <a:avLst/>
            </a:prstGeom>
          </p:spPr>
        </p:pic>
        <p:sp>
          <p:nvSpPr>
            <p:cNvPr id="517" name="object 517"/>
            <p:cNvSpPr/>
            <p:nvPr/>
          </p:nvSpPr>
          <p:spPr>
            <a:xfrm>
              <a:off x="15269134" y="43097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8" name="object 518"/>
            <p:cNvPicPr/>
            <p:nvPr/>
          </p:nvPicPr>
          <p:blipFill>
            <a:blip r:embed="rId305" cstate="print"/>
            <a:stretch>
              <a:fillRect/>
            </a:stretch>
          </p:blipFill>
          <p:spPr>
            <a:xfrm>
              <a:off x="15339288" y="4314113"/>
              <a:ext cx="97028" cy="226618"/>
            </a:xfrm>
            <a:prstGeom prst="rect">
              <a:avLst/>
            </a:prstGeom>
          </p:spPr>
        </p:pic>
        <p:pic>
          <p:nvPicPr>
            <p:cNvPr id="519" name="object 519"/>
            <p:cNvPicPr/>
            <p:nvPr/>
          </p:nvPicPr>
          <p:blipFill>
            <a:blip r:embed="rId306" cstate="print"/>
            <a:stretch>
              <a:fillRect/>
            </a:stretch>
          </p:blipFill>
          <p:spPr>
            <a:xfrm>
              <a:off x="15462872" y="4309757"/>
              <a:ext cx="150025" cy="227202"/>
            </a:xfrm>
            <a:prstGeom prst="rect">
              <a:avLst/>
            </a:prstGeom>
          </p:spPr>
        </p:pic>
      </p:grpSp>
      <p:grpSp>
        <p:nvGrpSpPr>
          <p:cNvPr id="520" name="object 520"/>
          <p:cNvGrpSpPr/>
          <p:nvPr/>
        </p:nvGrpSpPr>
        <p:grpSpPr>
          <a:xfrm>
            <a:off x="15733712" y="4309757"/>
            <a:ext cx="1722755" cy="290195"/>
            <a:chOff x="15733712" y="4309757"/>
            <a:chExt cx="1722755" cy="290195"/>
          </a:xfrm>
        </p:grpSpPr>
        <p:pic>
          <p:nvPicPr>
            <p:cNvPr id="521" name="object 521"/>
            <p:cNvPicPr/>
            <p:nvPr/>
          </p:nvPicPr>
          <p:blipFill>
            <a:blip r:embed="rId307" cstate="print"/>
            <a:stretch>
              <a:fillRect/>
            </a:stretch>
          </p:blipFill>
          <p:spPr>
            <a:xfrm>
              <a:off x="15733712" y="4368685"/>
              <a:ext cx="1192174" cy="230987"/>
            </a:xfrm>
            <a:prstGeom prst="rect">
              <a:avLst/>
            </a:prstGeom>
          </p:spPr>
        </p:pic>
        <p:sp>
          <p:nvSpPr>
            <p:cNvPr id="522" name="object 522"/>
            <p:cNvSpPr/>
            <p:nvPr/>
          </p:nvSpPr>
          <p:spPr>
            <a:xfrm>
              <a:off x="16944671" y="4309757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3" name="object 523"/>
            <p:cNvPicPr/>
            <p:nvPr/>
          </p:nvPicPr>
          <p:blipFill>
            <a:blip r:embed="rId308" cstate="print"/>
            <a:stretch>
              <a:fillRect/>
            </a:stretch>
          </p:blipFill>
          <p:spPr>
            <a:xfrm>
              <a:off x="17021365" y="4314113"/>
              <a:ext cx="434911" cy="226618"/>
            </a:xfrm>
            <a:prstGeom prst="rect">
              <a:avLst/>
            </a:prstGeom>
          </p:spPr>
        </p:pic>
      </p:grpSp>
      <p:sp>
        <p:nvSpPr>
          <p:cNvPr id="128" name="object 128"/>
          <p:cNvSpPr/>
          <p:nvPr/>
        </p:nvSpPr>
        <p:spPr>
          <a:xfrm>
            <a:off x="2618381" y="4768570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4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9" name="object 129"/>
          <p:cNvGrpSpPr/>
          <p:nvPr/>
        </p:nvGrpSpPr>
        <p:grpSpPr>
          <a:xfrm>
            <a:off x="3023793" y="4717580"/>
            <a:ext cx="295910" cy="228600"/>
            <a:chOff x="3023793" y="4717580"/>
            <a:chExt cx="295910" cy="228600"/>
          </a:xfrm>
        </p:grpSpPr>
        <p:sp>
          <p:nvSpPr>
            <p:cNvPr id="130" name="object 130"/>
            <p:cNvSpPr/>
            <p:nvPr/>
          </p:nvSpPr>
          <p:spPr>
            <a:xfrm>
              <a:off x="3023793" y="4718684"/>
              <a:ext cx="156210" cy="227329"/>
            </a:xfrm>
            <a:custGeom>
              <a:avLst/>
              <a:gdLst/>
              <a:ahLst/>
              <a:cxnLst/>
              <a:rect l="l" t="t" r="r" b="b"/>
              <a:pathLst>
                <a:path w="156210" h="227329">
                  <a:moveTo>
                    <a:pt x="155765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0" y="92710"/>
                  </a:lnTo>
                  <a:lnTo>
                    <a:pt x="0" y="130810"/>
                  </a:lnTo>
                  <a:lnTo>
                    <a:pt x="0" y="227330"/>
                  </a:lnTo>
                  <a:lnTo>
                    <a:pt x="45834" y="227330"/>
                  </a:lnTo>
                  <a:lnTo>
                    <a:pt x="45834" y="130810"/>
                  </a:lnTo>
                  <a:lnTo>
                    <a:pt x="140690" y="130810"/>
                  </a:lnTo>
                  <a:lnTo>
                    <a:pt x="140690" y="92710"/>
                  </a:lnTo>
                  <a:lnTo>
                    <a:pt x="45834" y="92710"/>
                  </a:lnTo>
                  <a:lnTo>
                    <a:pt x="45834" y="38100"/>
                  </a:lnTo>
                  <a:lnTo>
                    <a:pt x="155765" y="38100"/>
                  </a:lnTo>
                  <a:lnTo>
                    <a:pt x="155765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219513" y="4717580"/>
              <a:ext cx="99809" cy="228193"/>
            </a:xfrm>
            <a:prstGeom prst="rect">
              <a:avLst/>
            </a:prstGeom>
          </p:spPr>
        </p:pic>
      </p:grpSp>
      <p:grpSp>
        <p:nvGrpSpPr>
          <p:cNvPr id="132" name="object 132"/>
          <p:cNvGrpSpPr/>
          <p:nvPr/>
        </p:nvGrpSpPr>
        <p:grpSpPr>
          <a:xfrm>
            <a:off x="3470605" y="4714595"/>
            <a:ext cx="858519" cy="235585"/>
            <a:chOff x="3470605" y="4714595"/>
            <a:chExt cx="858519" cy="235585"/>
          </a:xfrm>
        </p:grpSpPr>
        <p:pic>
          <p:nvPicPr>
            <p:cNvPr id="133" name="object 133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470605" y="4714595"/>
              <a:ext cx="184746" cy="235153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3683965" y="4777498"/>
              <a:ext cx="155371" cy="172046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860139" y="4777498"/>
              <a:ext cx="169862" cy="172046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4062222" y="4777498"/>
              <a:ext cx="266623" cy="172046"/>
            </a:xfrm>
            <a:prstGeom prst="rect">
              <a:avLst/>
            </a:prstGeom>
          </p:spPr>
        </p:pic>
      </p:grpSp>
      <p:grpSp>
        <p:nvGrpSpPr>
          <p:cNvPr id="524" name="object 524"/>
          <p:cNvGrpSpPr/>
          <p:nvPr/>
        </p:nvGrpSpPr>
        <p:grpSpPr>
          <a:xfrm>
            <a:off x="10488228" y="4754130"/>
            <a:ext cx="1754505" cy="231140"/>
            <a:chOff x="10488228" y="4754130"/>
            <a:chExt cx="1754505" cy="231140"/>
          </a:xfrm>
        </p:grpSpPr>
        <p:sp>
          <p:nvSpPr>
            <p:cNvPr id="525" name="object 525"/>
            <p:cNvSpPr/>
            <p:nvPr/>
          </p:nvSpPr>
          <p:spPr>
            <a:xfrm>
              <a:off x="10488219" y="475413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6" name="object 526"/>
            <p:cNvPicPr/>
            <p:nvPr/>
          </p:nvPicPr>
          <p:blipFill>
            <a:blip r:embed="rId309" cstate="print"/>
            <a:stretch>
              <a:fillRect/>
            </a:stretch>
          </p:blipFill>
          <p:spPr>
            <a:xfrm>
              <a:off x="10576042" y="4813058"/>
              <a:ext cx="150216" cy="168275"/>
            </a:xfrm>
            <a:prstGeom prst="rect">
              <a:avLst/>
            </a:prstGeom>
          </p:spPr>
        </p:pic>
        <p:pic>
          <p:nvPicPr>
            <p:cNvPr id="527" name="object 527"/>
            <p:cNvPicPr/>
            <p:nvPr/>
          </p:nvPicPr>
          <p:blipFill>
            <a:blip r:embed="rId310" cstate="print"/>
            <a:stretch>
              <a:fillRect/>
            </a:stretch>
          </p:blipFill>
          <p:spPr>
            <a:xfrm>
              <a:off x="10755100" y="4813058"/>
              <a:ext cx="153788" cy="172046"/>
            </a:xfrm>
            <a:prstGeom prst="rect">
              <a:avLst/>
            </a:prstGeom>
          </p:spPr>
        </p:pic>
        <p:pic>
          <p:nvPicPr>
            <p:cNvPr id="528" name="object 528"/>
            <p:cNvPicPr/>
            <p:nvPr/>
          </p:nvPicPr>
          <p:blipFill>
            <a:blip r:embed="rId311" cstate="print"/>
            <a:stretch>
              <a:fillRect/>
            </a:stretch>
          </p:blipFill>
          <p:spPr>
            <a:xfrm>
              <a:off x="10928898" y="4758486"/>
              <a:ext cx="97035" cy="226618"/>
            </a:xfrm>
            <a:prstGeom prst="rect">
              <a:avLst/>
            </a:prstGeom>
          </p:spPr>
        </p:pic>
        <p:sp>
          <p:nvSpPr>
            <p:cNvPr id="529" name="object 529"/>
            <p:cNvSpPr/>
            <p:nvPr/>
          </p:nvSpPr>
          <p:spPr>
            <a:xfrm>
              <a:off x="11052683" y="475413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0" name="object 530"/>
            <p:cNvPicPr/>
            <p:nvPr/>
          </p:nvPicPr>
          <p:blipFill>
            <a:blip r:embed="rId312" cstate="print"/>
            <a:stretch>
              <a:fillRect/>
            </a:stretch>
          </p:blipFill>
          <p:spPr>
            <a:xfrm>
              <a:off x="11122837" y="4758486"/>
              <a:ext cx="97040" cy="226618"/>
            </a:xfrm>
            <a:prstGeom prst="rect">
              <a:avLst/>
            </a:prstGeom>
          </p:spPr>
        </p:pic>
        <p:pic>
          <p:nvPicPr>
            <p:cNvPr id="531" name="object 531"/>
            <p:cNvPicPr/>
            <p:nvPr/>
          </p:nvPicPr>
          <p:blipFill>
            <a:blip r:embed="rId313" cstate="print"/>
            <a:stretch>
              <a:fillRect/>
            </a:stretch>
          </p:blipFill>
          <p:spPr>
            <a:xfrm>
              <a:off x="11245633" y="4816640"/>
              <a:ext cx="149821" cy="168465"/>
            </a:xfrm>
            <a:prstGeom prst="rect">
              <a:avLst/>
            </a:prstGeom>
          </p:spPr>
        </p:pic>
        <p:pic>
          <p:nvPicPr>
            <p:cNvPr id="532" name="object 532"/>
            <p:cNvPicPr/>
            <p:nvPr/>
          </p:nvPicPr>
          <p:blipFill>
            <a:blip r:embed="rId314" cstate="print"/>
            <a:stretch>
              <a:fillRect/>
            </a:stretch>
          </p:blipFill>
          <p:spPr>
            <a:xfrm>
              <a:off x="11422506" y="4758486"/>
              <a:ext cx="97027" cy="226618"/>
            </a:xfrm>
            <a:prstGeom prst="rect">
              <a:avLst/>
            </a:prstGeom>
          </p:spPr>
        </p:pic>
        <p:sp>
          <p:nvSpPr>
            <p:cNvPr id="533" name="object 533"/>
            <p:cNvSpPr/>
            <p:nvPr/>
          </p:nvSpPr>
          <p:spPr>
            <a:xfrm>
              <a:off x="11546294" y="475413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4" name="object 53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1624386" y="4813058"/>
              <a:ext cx="169862" cy="172046"/>
            </a:xfrm>
            <a:prstGeom prst="rect">
              <a:avLst/>
            </a:prstGeom>
          </p:spPr>
        </p:pic>
        <p:pic>
          <p:nvPicPr>
            <p:cNvPr id="535" name="object 535"/>
            <p:cNvPicPr/>
            <p:nvPr/>
          </p:nvPicPr>
          <p:blipFill>
            <a:blip r:embed="rId315" cstate="print"/>
            <a:stretch>
              <a:fillRect/>
            </a:stretch>
          </p:blipFill>
          <p:spPr>
            <a:xfrm>
              <a:off x="11828043" y="4813058"/>
              <a:ext cx="150215" cy="168275"/>
            </a:xfrm>
            <a:prstGeom prst="rect">
              <a:avLst/>
            </a:prstGeom>
          </p:spPr>
        </p:pic>
        <p:pic>
          <p:nvPicPr>
            <p:cNvPr id="536" name="object 536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2010872" y="4813058"/>
              <a:ext cx="154584" cy="172046"/>
            </a:xfrm>
            <a:prstGeom prst="rect">
              <a:avLst/>
            </a:prstGeom>
          </p:spPr>
        </p:pic>
        <p:sp>
          <p:nvSpPr>
            <p:cNvPr id="537" name="object 537"/>
            <p:cNvSpPr/>
            <p:nvPr/>
          </p:nvSpPr>
          <p:spPr>
            <a:xfrm>
              <a:off x="12198959" y="475413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8" name="object 538"/>
          <p:cNvGrpSpPr/>
          <p:nvPr/>
        </p:nvGrpSpPr>
        <p:grpSpPr>
          <a:xfrm>
            <a:off x="12363869" y="4754130"/>
            <a:ext cx="1290320" cy="290195"/>
            <a:chOff x="12363869" y="4754130"/>
            <a:chExt cx="1290320" cy="290195"/>
          </a:xfrm>
        </p:grpSpPr>
        <p:pic>
          <p:nvPicPr>
            <p:cNvPr id="539" name="object 539"/>
            <p:cNvPicPr/>
            <p:nvPr/>
          </p:nvPicPr>
          <p:blipFill>
            <a:blip r:embed="rId316" cstate="print"/>
            <a:stretch>
              <a:fillRect/>
            </a:stretch>
          </p:blipFill>
          <p:spPr>
            <a:xfrm>
              <a:off x="12363869" y="4813058"/>
              <a:ext cx="1213116" cy="230987"/>
            </a:xfrm>
            <a:prstGeom prst="rect">
              <a:avLst/>
            </a:prstGeom>
          </p:spPr>
        </p:pic>
        <p:sp>
          <p:nvSpPr>
            <p:cNvPr id="540" name="object 540"/>
            <p:cNvSpPr/>
            <p:nvPr/>
          </p:nvSpPr>
          <p:spPr>
            <a:xfrm>
              <a:off x="13610488" y="4754130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1" name="object 541"/>
          <p:cNvSpPr/>
          <p:nvPr/>
        </p:nvSpPr>
        <p:spPr>
          <a:xfrm>
            <a:off x="13698701" y="4937683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43446" y="0"/>
                </a:moveTo>
                <a:lnTo>
                  <a:pt x="0" y="0"/>
                </a:lnTo>
                <a:lnTo>
                  <a:pt x="0" y="43649"/>
                </a:lnTo>
                <a:lnTo>
                  <a:pt x="43446" y="43649"/>
                </a:lnTo>
                <a:lnTo>
                  <a:pt x="43446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7" name="object 137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1667865" y="5239537"/>
            <a:ext cx="78581" cy="78574"/>
          </a:xfrm>
          <a:prstGeom prst="rect">
            <a:avLst/>
          </a:prstGeom>
        </p:spPr>
      </p:pic>
      <p:grpSp>
        <p:nvGrpSpPr>
          <p:cNvPr id="138" name="object 138"/>
          <p:cNvGrpSpPr/>
          <p:nvPr/>
        </p:nvGrpSpPr>
        <p:grpSpPr>
          <a:xfrm>
            <a:off x="1920873" y="5162943"/>
            <a:ext cx="1290955" cy="294640"/>
            <a:chOff x="1920873" y="5162943"/>
            <a:chExt cx="1290955" cy="294640"/>
          </a:xfrm>
        </p:grpSpPr>
        <p:pic>
          <p:nvPicPr>
            <p:cNvPr id="139" name="object 139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920873" y="5162943"/>
              <a:ext cx="228004" cy="227202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2172583" y="5221871"/>
              <a:ext cx="150218" cy="168275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2355410" y="5221871"/>
              <a:ext cx="154583" cy="172046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2543497" y="516294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8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8" y="227202"/>
                  </a:lnTo>
                  <a:lnTo>
                    <a:pt x="43458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3" name="object 143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2611071" y="5221871"/>
              <a:ext cx="335721" cy="235153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2984868" y="516294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4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3057791" y="5221871"/>
              <a:ext cx="153797" cy="172046"/>
            </a:xfrm>
            <a:prstGeom prst="rect">
              <a:avLst/>
            </a:prstGeom>
          </p:spPr>
        </p:pic>
      </p:grpSp>
      <p:pic>
        <p:nvPicPr>
          <p:cNvPr id="146" name="object 146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3327743" y="5158968"/>
            <a:ext cx="296329" cy="234950"/>
          </a:xfrm>
          <a:prstGeom prst="rect">
            <a:avLst/>
          </a:prstGeom>
        </p:spPr>
      </p:pic>
      <p:grpSp>
        <p:nvGrpSpPr>
          <p:cNvPr id="147" name="object 147"/>
          <p:cNvGrpSpPr/>
          <p:nvPr/>
        </p:nvGrpSpPr>
        <p:grpSpPr>
          <a:xfrm>
            <a:off x="3724554" y="5162943"/>
            <a:ext cx="1492250" cy="290195"/>
            <a:chOff x="3724554" y="5162943"/>
            <a:chExt cx="1492250" cy="290195"/>
          </a:xfrm>
        </p:grpSpPr>
        <p:pic>
          <p:nvPicPr>
            <p:cNvPr id="148" name="object 148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724554" y="5221871"/>
              <a:ext cx="160502" cy="230987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917696" y="5221871"/>
              <a:ext cx="266623" cy="172046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4210166" y="5162943"/>
              <a:ext cx="160653" cy="230974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4413758" y="516294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4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2" name="object 152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4492244" y="5167299"/>
              <a:ext cx="265277" cy="226618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4784268" y="516294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4" name="object 154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4862360" y="5221871"/>
              <a:ext cx="169862" cy="172046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5066017" y="5221871"/>
              <a:ext cx="150228" cy="168275"/>
            </a:xfrm>
            <a:prstGeom prst="rect">
              <a:avLst/>
            </a:prstGeom>
          </p:spPr>
        </p:pic>
      </p:grpSp>
      <p:grpSp>
        <p:nvGrpSpPr>
          <p:cNvPr id="156" name="object 156"/>
          <p:cNvGrpSpPr/>
          <p:nvPr/>
        </p:nvGrpSpPr>
        <p:grpSpPr>
          <a:xfrm>
            <a:off x="5338851" y="5162943"/>
            <a:ext cx="1817370" cy="294640"/>
            <a:chOff x="5338851" y="5162943"/>
            <a:chExt cx="1817370" cy="294640"/>
          </a:xfrm>
        </p:grpSpPr>
        <p:pic>
          <p:nvPicPr>
            <p:cNvPr id="157" name="object 157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5338851" y="5221871"/>
              <a:ext cx="155371" cy="172046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5515025" y="5221871"/>
              <a:ext cx="169862" cy="172046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5718695" y="5221871"/>
              <a:ext cx="150215" cy="168275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5897740" y="5221871"/>
              <a:ext cx="153797" cy="172046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6089599" y="516294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6162535" y="5221871"/>
              <a:ext cx="153784" cy="172046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6336334" y="5167299"/>
              <a:ext cx="264871" cy="226618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636295" y="5221871"/>
              <a:ext cx="150215" cy="168275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6820915" y="5221871"/>
              <a:ext cx="334924" cy="235153"/>
            </a:xfrm>
            <a:prstGeom prst="rect">
              <a:avLst/>
            </a:prstGeom>
          </p:spPr>
        </p:pic>
      </p:grpSp>
      <p:grpSp>
        <p:nvGrpSpPr>
          <p:cNvPr id="166" name="object 166"/>
          <p:cNvGrpSpPr/>
          <p:nvPr/>
        </p:nvGrpSpPr>
        <p:grpSpPr>
          <a:xfrm>
            <a:off x="7260488" y="5221871"/>
            <a:ext cx="997585" cy="172085"/>
            <a:chOff x="7260488" y="5221871"/>
            <a:chExt cx="997585" cy="172085"/>
          </a:xfrm>
        </p:grpSpPr>
        <p:pic>
          <p:nvPicPr>
            <p:cNvPr id="167" name="object 167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7260488" y="5221871"/>
              <a:ext cx="154584" cy="172046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7438847" y="5221871"/>
              <a:ext cx="155384" cy="172046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7623175" y="5221871"/>
              <a:ext cx="457987" cy="172046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8103946" y="5221871"/>
              <a:ext cx="153784" cy="172046"/>
            </a:xfrm>
            <a:prstGeom prst="rect">
              <a:avLst/>
            </a:prstGeom>
          </p:spPr>
        </p:pic>
      </p:grpSp>
      <p:grpSp>
        <p:nvGrpSpPr>
          <p:cNvPr id="171" name="object 171"/>
          <p:cNvGrpSpPr/>
          <p:nvPr/>
        </p:nvGrpSpPr>
        <p:grpSpPr>
          <a:xfrm>
            <a:off x="2018051" y="5666244"/>
            <a:ext cx="434975" cy="172085"/>
            <a:chOff x="2018051" y="5666244"/>
            <a:chExt cx="434975" cy="172085"/>
          </a:xfrm>
        </p:grpSpPr>
        <p:pic>
          <p:nvPicPr>
            <p:cNvPr id="172" name="object 172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2018051" y="5666244"/>
              <a:ext cx="242291" cy="168275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2302739" y="5669826"/>
              <a:ext cx="149820" cy="168465"/>
            </a:xfrm>
            <a:prstGeom prst="rect">
              <a:avLst/>
            </a:prstGeom>
          </p:spPr>
        </p:pic>
      </p:grpSp>
      <p:grpSp>
        <p:nvGrpSpPr>
          <p:cNvPr id="174" name="object 174"/>
          <p:cNvGrpSpPr/>
          <p:nvPr/>
        </p:nvGrpSpPr>
        <p:grpSpPr>
          <a:xfrm>
            <a:off x="2497672" y="5607316"/>
            <a:ext cx="705485" cy="290195"/>
            <a:chOff x="2497672" y="5607316"/>
            <a:chExt cx="705485" cy="290195"/>
          </a:xfrm>
        </p:grpSpPr>
        <p:sp>
          <p:nvSpPr>
            <p:cNvPr id="175" name="object 175"/>
            <p:cNvSpPr/>
            <p:nvPr/>
          </p:nvSpPr>
          <p:spPr>
            <a:xfrm>
              <a:off x="2497672" y="560731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6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6" y="227202"/>
                  </a:lnTo>
                  <a:lnTo>
                    <a:pt x="4345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6" name="object 176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2567825" y="5611672"/>
              <a:ext cx="97040" cy="226618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2691612" y="560731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2778632" y="5666244"/>
              <a:ext cx="160515" cy="230987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2973755" y="560731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049269" y="5666244"/>
              <a:ext cx="153797" cy="172046"/>
            </a:xfrm>
            <a:prstGeom prst="rect">
              <a:avLst/>
            </a:prstGeom>
          </p:spPr>
        </p:pic>
      </p:grpSp>
      <p:grpSp>
        <p:nvGrpSpPr>
          <p:cNvPr id="181" name="object 181"/>
          <p:cNvGrpSpPr/>
          <p:nvPr/>
        </p:nvGrpSpPr>
        <p:grpSpPr>
          <a:xfrm>
            <a:off x="3326765" y="5607316"/>
            <a:ext cx="1191895" cy="294640"/>
            <a:chOff x="3326765" y="5607316"/>
            <a:chExt cx="1191895" cy="294640"/>
          </a:xfrm>
        </p:grpSpPr>
        <p:sp>
          <p:nvSpPr>
            <p:cNvPr id="182" name="object 182"/>
            <p:cNvSpPr/>
            <p:nvPr/>
          </p:nvSpPr>
          <p:spPr>
            <a:xfrm>
              <a:off x="3326765" y="560731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3402266" y="5666244"/>
              <a:ext cx="153797" cy="172046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3580041" y="5666244"/>
              <a:ext cx="154584" cy="172046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3766147" y="5666244"/>
              <a:ext cx="275361" cy="168275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4085628" y="560731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4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7" name="object 187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4173436" y="5666244"/>
              <a:ext cx="150215" cy="168275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4358055" y="5666244"/>
              <a:ext cx="160527" cy="235153"/>
            </a:xfrm>
            <a:prstGeom prst="rect">
              <a:avLst/>
            </a:prstGeom>
          </p:spPr>
        </p:pic>
      </p:grpSp>
      <p:pic>
        <p:nvPicPr>
          <p:cNvPr id="189" name="object 189"/>
          <p:cNvPicPr/>
          <p:nvPr/>
        </p:nvPicPr>
        <p:blipFill>
          <a:blip r:embed="rId119" cstate="print"/>
          <a:stretch>
            <a:fillRect/>
          </a:stretch>
        </p:blipFill>
        <p:spPr>
          <a:xfrm>
            <a:off x="4634649" y="5666244"/>
            <a:ext cx="153784" cy="172046"/>
          </a:xfrm>
          <a:prstGeom prst="rect">
            <a:avLst/>
          </a:prstGeom>
        </p:spPr>
      </p:pic>
      <p:grpSp>
        <p:nvGrpSpPr>
          <p:cNvPr id="190" name="object 190"/>
          <p:cNvGrpSpPr/>
          <p:nvPr/>
        </p:nvGrpSpPr>
        <p:grpSpPr>
          <a:xfrm>
            <a:off x="4813795" y="5607316"/>
            <a:ext cx="790575" cy="231140"/>
            <a:chOff x="4813795" y="5607316"/>
            <a:chExt cx="790575" cy="231140"/>
          </a:xfrm>
        </p:grpSpPr>
        <p:pic>
          <p:nvPicPr>
            <p:cNvPr id="191" name="object 191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4987798" y="5666244"/>
              <a:ext cx="153784" cy="172046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4813795" y="5666244"/>
              <a:ext cx="153797" cy="172046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5164378" y="5666244"/>
              <a:ext cx="153784" cy="172046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5356225" y="560731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5434317" y="5666244"/>
              <a:ext cx="169862" cy="172046"/>
            </a:xfrm>
            <a:prstGeom prst="rect">
              <a:avLst/>
            </a:prstGeom>
          </p:spPr>
        </p:pic>
      </p:grpSp>
      <p:grpSp>
        <p:nvGrpSpPr>
          <p:cNvPr id="196" name="object 196"/>
          <p:cNvGrpSpPr/>
          <p:nvPr/>
        </p:nvGrpSpPr>
        <p:grpSpPr>
          <a:xfrm>
            <a:off x="5637987" y="5666244"/>
            <a:ext cx="414655" cy="172085"/>
            <a:chOff x="5637987" y="5666244"/>
            <a:chExt cx="414655" cy="172085"/>
          </a:xfrm>
        </p:grpSpPr>
        <p:pic>
          <p:nvPicPr>
            <p:cNvPr id="197" name="object 197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5817044" y="5666244"/>
              <a:ext cx="153784" cy="172046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5637987" y="5666244"/>
              <a:ext cx="150215" cy="168275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6008903" y="5790869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43446" y="0"/>
                  </a:moveTo>
                  <a:lnTo>
                    <a:pt x="0" y="0"/>
                  </a:lnTo>
                  <a:lnTo>
                    <a:pt x="0" y="43649"/>
                  </a:lnTo>
                  <a:lnTo>
                    <a:pt x="43446" y="43649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42" name="object 54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212399" y="5719470"/>
            <a:ext cx="78581" cy="78574"/>
          </a:xfrm>
          <a:prstGeom prst="rect">
            <a:avLst/>
          </a:prstGeom>
        </p:spPr>
      </p:pic>
      <p:grpSp>
        <p:nvGrpSpPr>
          <p:cNvPr id="543" name="object 543"/>
          <p:cNvGrpSpPr/>
          <p:nvPr/>
        </p:nvGrpSpPr>
        <p:grpSpPr>
          <a:xfrm>
            <a:off x="10488427" y="5642876"/>
            <a:ext cx="1296670" cy="231140"/>
            <a:chOff x="10488427" y="5642876"/>
            <a:chExt cx="1296670" cy="231140"/>
          </a:xfrm>
        </p:grpSpPr>
        <p:pic>
          <p:nvPicPr>
            <p:cNvPr id="544" name="object 544"/>
            <p:cNvPicPr/>
            <p:nvPr/>
          </p:nvPicPr>
          <p:blipFill>
            <a:blip r:embed="rId317" cstate="print"/>
            <a:stretch>
              <a:fillRect/>
            </a:stretch>
          </p:blipFill>
          <p:spPr>
            <a:xfrm>
              <a:off x="10488427" y="5642876"/>
              <a:ext cx="174228" cy="227202"/>
            </a:xfrm>
            <a:prstGeom prst="rect">
              <a:avLst/>
            </a:prstGeom>
          </p:spPr>
        </p:pic>
        <p:pic>
          <p:nvPicPr>
            <p:cNvPr id="545" name="object 545"/>
            <p:cNvPicPr/>
            <p:nvPr/>
          </p:nvPicPr>
          <p:blipFill>
            <a:blip r:embed="rId318" cstate="print"/>
            <a:stretch>
              <a:fillRect/>
            </a:stretch>
          </p:blipFill>
          <p:spPr>
            <a:xfrm>
              <a:off x="10687296" y="5701804"/>
              <a:ext cx="153789" cy="172046"/>
            </a:xfrm>
            <a:prstGeom prst="rect">
              <a:avLst/>
            </a:prstGeom>
          </p:spPr>
        </p:pic>
        <p:pic>
          <p:nvPicPr>
            <p:cNvPr id="546" name="object 546"/>
            <p:cNvPicPr/>
            <p:nvPr/>
          </p:nvPicPr>
          <p:blipFill>
            <a:blip r:embed="rId319" cstate="print"/>
            <a:stretch>
              <a:fillRect/>
            </a:stretch>
          </p:blipFill>
          <p:spPr>
            <a:xfrm>
              <a:off x="10874589" y="5701804"/>
              <a:ext cx="264049" cy="172046"/>
            </a:xfrm>
            <a:prstGeom prst="rect">
              <a:avLst/>
            </a:prstGeom>
          </p:spPr>
        </p:pic>
        <p:pic>
          <p:nvPicPr>
            <p:cNvPr id="547" name="object 547"/>
            <p:cNvPicPr/>
            <p:nvPr/>
          </p:nvPicPr>
          <p:blipFill>
            <a:blip r:embed="rId320" cstate="print"/>
            <a:stretch>
              <a:fillRect/>
            </a:stretch>
          </p:blipFill>
          <p:spPr>
            <a:xfrm>
              <a:off x="11166586" y="5701804"/>
              <a:ext cx="169865" cy="172046"/>
            </a:xfrm>
            <a:prstGeom prst="rect">
              <a:avLst/>
            </a:prstGeom>
          </p:spPr>
        </p:pic>
        <p:pic>
          <p:nvPicPr>
            <p:cNvPr id="548" name="object 54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370246" y="5701804"/>
              <a:ext cx="150215" cy="168275"/>
            </a:xfrm>
            <a:prstGeom prst="rect">
              <a:avLst/>
            </a:prstGeom>
          </p:spPr>
        </p:pic>
        <p:pic>
          <p:nvPicPr>
            <p:cNvPr id="549" name="object 549"/>
            <p:cNvPicPr/>
            <p:nvPr/>
          </p:nvPicPr>
          <p:blipFill>
            <a:blip r:embed="rId321" cstate="print"/>
            <a:stretch>
              <a:fillRect/>
            </a:stretch>
          </p:blipFill>
          <p:spPr>
            <a:xfrm>
              <a:off x="11553075" y="5701804"/>
              <a:ext cx="154584" cy="172046"/>
            </a:xfrm>
            <a:prstGeom prst="rect">
              <a:avLst/>
            </a:prstGeom>
          </p:spPr>
        </p:pic>
        <p:sp>
          <p:nvSpPr>
            <p:cNvPr id="550" name="object 550"/>
            <p:cNvSpPr/>
            <p:nvPr/>
          </p:nvSpPr>
          <p:spPr>
            <a:xfrm>
              <a:off x="11741162" y="564287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1" name="object 551"/>
          <p:cNvGrpSpPr/>
          <p:nvPr/>
        </p:nvGrpSpPr>
        <p:grpSpPr>
          <a:xfrm>
            <a:off x="11917591" y="5638901"/>
            <a:ext cx="1640839" cy="234950"/>
            <a:chOff x="11917591" y="5638901"/>
            <a:chExt cx="1640839" cy="234950"/>
          </a:xfrm>
        </p:grpSpPr>
        <p:sp>
          <p:nvSpPr>
            <p:cNvPr id="552" name="object 552"/>
            <p:cNvSpPr/>
            <p:nvPr/>
          </p:nvSpPr>
          <p:spPr>
            <a:xfrm>
              <a:off x="11917591" y="564287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3" name="object 553"/>
            <p:cNvPicPr/>
            <p:nvPr/>
          </p:nvPicPr>
          <p:blipFill>
            <a:blip r:embed="rId322" cstate="print"/>
            <a:stretch>
              <a:fillRect/>
            </a:stretch>
          </p:blipFill>
          <p:spPr>
            <a:xfrm>
              <a:off x="11996155" y="5642876"/>
              <a:ext cx="160653" cy="230974"/>
            </a:xfrm>
            <a:prstGeom prst="rect">
              <a:avLst/>
            </a:prstGeom>
          </p:spPr>
        </p:pic>
        <p:pic>
          <p:nvPicPr>
            <p:cNvPr id="554" name="object 554"/>
            <p:cNvPicPr/>
            <p:nvPr/>
          </p:nvPicPr>
          <p:blipFill>
            <a:blip r:embed="rId323" cstate="print"/>
            <a:stretch>
              <a:fillRect/>
            </a:stretch>
          </p:blipFill>
          <p:spPr>
            <a:xfrm>
              <a:off x="12187034" y="5701804"/>
              <a:ext cx="153797" cy="172046"/>
            </a:xfrm>
            <a:prstGeom prst="rect">
              <a:avLst/>
            </a:prstGeom>
          </p:spPr>
        </p:pic>
        <p:pic>
          <p:nvPicPr>
            <p:cNvPr id="555" name="object 555"/>
            <p:cNvPicPr/>
            <p:nvPr/>
          </p:nvPicPr>
          <p:blipFill>
            <a:blip r:embed="rId324" cstate="print"/>
            <a:stretch>
              <a:fillRect/>
            </a:stretch>
          </p:blipFill>
          <p:spPr>
            <a:xfrm>
              <a:off x="12375921" y="5701804"/>
              <a:ext cx="150215" cy="168275"/>
            </a:xfrm>
            <a:prstGeom prst="rect">
              <a:avLst/>
            </a:prstGeom>
          </p:spPr>
        </p:pic>
        <p:pic>
          <p:nvPicPr>
            <p:cNvPr id="556" name="object 556"/>
            <p:cNvPicPr/>
            <p:nvPr/>
          </p:nvPicPr>
          <p:blipFill>
            <a:blip r:embed="rId305" cstate="print"/>
            <a:stretch>
              <a:fillRect/>
            </a:stretch>
          </p:blipFill>
          <p:spPr>
            <a:xfrm>
              <a:off x="12552197" y="5647232"/>
              <a:ext cx="97027" cy="226618"/>
            </a:xfrm>
            <a:prstGeom prst="rect">
              <a:avLst/>
            </a:prstGeom>
          </p:spPr>
        </p:pic>
        <p:sp>
          <p:nvSpPr>
            <p:cNvPr id="557" name="object 557"/>
            <p:cNvSpPr/>
            <p:nvPr/>
          </p:nvSpPr>
          <p:spPr>
            <a:xfrm>
              <a:off x="12675984" y="564287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8" name="object 558"/>
            <p:cNvPicPr/>
            <p:nvPr/>
          </p:nvPicPr>
          <p:blipFill>
            <a:blip r:embed="rId325" cstate="print"/>
            <a:stretch>
              <a:fillRect/>
            </a:stretch>
          </p:blipFill>
          <p:spPr>
            <a:xfrm>
              <a:off x="12745135" y="5638901"/>
              <a:ext cx="168236" cy="231178"/>
            </a:xfrm>
            <a:prstGeom prst="rect">
              <a:avLst/>
            </a:prstGeom>
          </p:spPr>
        </p:pic>
        <p:pic>
          <p:nvPicPr>
            <p:cNvPr id="559" name="object 559"/>
            <p:cNvPicPr/>
            <p:nvPr/>
          </p:nvPicPr>
          <p:blipFill>
            <a:blip r:embed="rId326" cstate="print"/>
            <a:stretch>
              <a:fillRect/>
            </a:stretch>
          </p:blipFill>
          <p:spPr>
            <a:xfrm>
              <a:off x="12946621" y="5701804"/>
              <a:ext cx="154584" cy="172046"/>
            </a:xfrm>
            <a:prstGeom prst="rect">
              <a:avLst/>
            </a:prstGeom>
          </p:spPr>
        </p:pic>
        <p:pic>
          <p:nvPicPr>
            <p:cNvPr id="560" name="object 560"/>
            <p:cNvPicPr/>
            <p:nvPr/>
          </p:nvPicPr>
          <p:blipFill>
            <a:blip r:embed="rId327" cstate="print"/>
            <a:stretch>
              <a:fillRect/>
            </a:stretch>
          </p:blipFill>
          <p:spPr>
            <a:xfrm>
              <a:off x="13132727" y="5642876"/>
              <a:ext cx="160934" cy="230974"/>
            </a:xfrm>
            <a:prstGeom prst="rect">
              <a:avLst/>
            </a:prstGeom>
          </p:spPr>
        </p:pic>
        <p:sp>
          <p:nvSpPr>
            <p:cNvPr id="561" name="object 561"/>
            <p:cNvSpPr/>
            <p:nvPr/>
          </p:nvSpPr>
          <p:spPr>
            <a:xfrm>
              <a:off x="13328650" y="564287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2"/>
                  </a:lnTo>
                  <a:lnTo>
                    <a:pt x="43459" y="227202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2" name="object 562"/>
            <p:cNvPicPr/>
            <p:nvPr/>
          </p:nvPicPr>
          <p:blipFill>
            <a:blip r:embed="rId328" cstate="print"/>
            <a:stretch>
              <a:fillRect/>
            </a:stretch>
          </p:blipFill>
          <p:spPr>
            <a:xfrm>
              <a:off x="13404164" y="5701804"/>
              <a:ext cx="153784" cy="172046"/>
            </a:xfrm>
            <a:prstGeom prst="rect">
              <a:avLst/>
            </a:prstGeom>
          </p:spPr>
        </p:pic>
      </p:grpSp>
      <p:grpSp>
        <p:nvGrpSpPr>
          <p:cNvPr id="563" name="object 563"/>
          <p:cNvGrpSpPr/>
          <p:nvPr/>
        </p:nvGrpSpPr>
        <p:grpSpPr>
          <a:xfrm>
            <a:off x="13681647" y="5638901"/>
            <a:ext cx="1702435" cy="234950"/>
            <a:chOff x="13681647" y="5638901"/>
            <a:chExt cx="1702435" cy="234950"/>
          </a:xfrm>
        </p:grpSpPr>
        <p:sp>
          <p:nvSpPr>
            <p:cNvPr id="564" name="object 564"/>
            <p:cNvSpPr/>
            <p:nvPr/>
          </p:nvSpPr>
          <p:spPr>
            <a:xfrm>
              <a:off x="13681647" y="564287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5" name="object 565"/>
            <p:cNvPicPr/>
            <p:nvPr/>
          </p:nvPicPr>
          <p:blipFill>
            <a:blip r:embed="rId329" cstate="print"/>
            <a:stretch>
              <a:fillRect/>
            </a:stretch>
          </p:blipFill>
          <p:spPr>
            <a:xfrm>
              <a:off x="13769467" y="5701804"/>
              <a:ext cx="150215" cy="168275"/>
            </a:xfrm>
            <a:prstGeom prst="rect">
              <a:avLst/>
            </a:prstGeom>
          </p:spPr>
        </p:pic>
        <p:pic>
          <p:nvPicPr>
            <p:cNvPr id="566" name="object 566"/>
            <p:cNvPicPr/>
            <p:nvPr/>
          </p:nvPicPr>
          <p:blipFill>
            <a:blip r:embed="rId330" cstate="print"/>
            <a:stretch>
              <a:fillRect/>
            </a:stretch>
          </p:blipFill>
          <p:spPr>
            <a:xfrm>
              <a:off x="13944752" y="5638901"/>
              <a:ext cx="284518" cy="234950"/>
            </a:xfrm>
            <a:prstGeom prst="rect">
              <a:avLst/>
            </a:prstGeom>
          </p:spPr>
        </p:pic>
        <p:pic>
          <p:nvPicPr>
            <p:cNvPr id="567" name="object 567"/>
            <p:cNvPicPr/>
            <p:nvPr/>
          </p:nvPicPr>
          <p:blipFill>
            <a:blip r:embed="rId331" cstate="print"/>
            <a:stretch>
              <a:fillRect/>
            </a:stretch>
          </p:blipFill>
          <p:spPr>
            <a:xfrm>
              <a:off x="14261478" y="5701804"/>
              <a:ext cx="364464" cy="168275"/>
            </a:xfrm>
            <a:prstGeom prst="rect">
              <a:avLst/>
            </a:prstGeom>
          </p:spPr>
        </p:pic>
        <p:pic>
          <p:nvPicPr>
            <p:cNvPr id="568" name="object 568"/>
            <p:cNvPicPr/>
            <p:nvPr/>
          </p:nvPicPr>
          <p:blipFill>
            <a:blip r:embed="rId332" cstate="print"/>
            <a:stretch>
              <a:fillRect/>
            </a:stretch>
          </p:blipFill>
          <p:spPr>
            <a:xfrm>
              <a:off x="14657819" y="5647232"/>
              <a:ext cx="267068" cy="226618"/>
            </a:xfrm>
            <a:prstGeom prst="rect">
              <a:avLst/>
            </a:prstGeom>
          </p:spPr>
        </p:pic>
        <p:sp>
          <p:nvSpPr>
            <p:cNvPr id="569" name="object 569"/>
            <p:cNvSpPr/>
            <p:nvPr/>
          </p:nvSpPr>
          <p:spPr>
            <a:xfrm>
              <a:off x="14951635" y="564287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0" name="object 570"/>
            <p:cNvPicPr/>
            <p:nvPr/>
          </p:nvPicPr>
          <p:blipFill>
            <a:blip r:embed="rId333" cstate="print"/>
            <a:stretch>
              <a:fillRect/>
            </a:stretch>
          </p:blipFill>
          <p:spPr>
            <a:xfrm>
              <a:off x="15029726" y="5701804"/>
              <a:ext cx="169862" cy="172046"/>
            </a:xfrm>
            <a:prstGeom prst="rect">
              <a:avLst/>
            </a:prstGeom>
          </p:spPr>
        </p:pic>
        <p:pic>
          <p:nvPicPr>
            <p:cNvPr id="571" name="object 571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5233383" y="5701804"/>
              <a:ext cx="150215" cy="168275"/>
            </a:xfrm>
            <a:prstGeom prst="rect">
              <a:avLst/>
            </a:prstGeom>
          </p:spPr>
        </p:pic>
      </p:grpSp>
      <p:grpSp>
        <p:nvGrpSpPr>
          <p:cNvPr id="572" name="object 572"/>
          <p:cNvGrpSpPr/>
          <p:nvPr/>
        </p:nvGrpSpPr>
        <p:grpSpPr>
          <a:xfrm>
            <a:off x="15494508" y="5642876"/>
            <a:ext cx="312420" cy="227329"/>
            <a:chOff x="15494508" y="5642876"/>
            <a:chExt cx="312420" cy="227329"/>
          </a:xfrm>
        </p:grpSpPr>
        <p:pic>
          <p:nvPicPr>
            <p:cNvPr id="573" name="object 573"/>
            <p:cNvPicPr/>
            <p:nvPr/>
          </p:nvPicPr>
          <p:blipFill>
            <a:blip r:embed="rId334" cstate="print"/>
            <a:stretch>
              <a:fillRect/>
            </a:stretch>
          </p:blipFill>
          <p:spPr>
            <a:xfrm>
              <a:off x="15494508" y="5705386"/>
              <a:ext cx="245465" cy="164693"/>
            </a:xfrm>
            <a:prstGeom prst="rect">
              <a:avLst/>
            </a:prstGeom>
          </p:spPr>
        </p:pic>
        <p:sp>
          <p:nvSpPr>
            <p:cNvPr id="574" name="object 574"/>
            <p:cNvSpPr/>
            <p:nvPr/>
          </p:nvSpPr>
          <p:spPr>
            <a:xfrm>
              <a:off x="15762898" y="564287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5" name="object 575"/>
          <p:cNvSpPr/>
          <p:nvPr/>
        </p:nvSpPr>
        <p:spPr>
          <a:xfrm>
            <a:off x="15851111" y="5642876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5" h="227329">
                <a:moveTo>
                  <a:pt x="43446" y="0"/>
                </a:moveTo>
                <a:lnTo>
                  <a:pt x="0" y="0"/>
                </a:lnTo>
                <a:lnTo>
                  <a:pt x="0" y="227202"/>
                </a:lnTo>
                <a:lnTo>
                  <a:pt x="43446" y="227202"/>
                </a:lnTo>
                <a:lnTo>
                  <a:pt x="43446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6" name="object 576"/>
          <p:cNvSpPr/>
          <p:nvPr/>
        </p:nvSpPr>
        <p:spPr>
          <a:xfrm>
            <a:off x="15939312" y="5642876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5" h="227329">
                <a:moveTo>
                  <a:pt x="43459" y="0"/>
                </a:moveTo>
                <a:lnTo>
                  <a:pt x="0" y="0"/>
                </a:lnTo>
                <a:lnTo>
                  <a:pt x="0" y="227202"/>
                </a:lnTo>
                <a:lnTo>
                  <a:pt x="43459" y="227202"/>
                </a:lnTo>
                <a:lnTo>
                  <a:pt x="4345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7" name="object 577"/>
          <p:cNvGrpSpPr/>
          <p:nvPr/>
        </p:nvGrpSpPr>
        <p:grpSpPr>
          <a:xfrm>
            <a:off x="16115348" y="5647232"/>
            <a:ext cx="467359" cy="226695"/>
            <a:chOff x="16115348" y="5647232"/>
            <a:chExt cx="467359" cy="226695"/>
          </a:xfrm>
        </p:grpSpPr>
        <p:pic>
          <p:nvPicPr>
            <p:cNvPr id="578" name="object 578"/>
            <p:cNvPicPr/>
            <p:nvPr/>
          </p:nvPicPr>
          <p:blipFill>
            <a:blip r:embed="rId335" cstate="print"/>
            <a:stretch>
              <a:fillRect/>
            </a:stretch>
          </p:blipFill>
          <p:spPr>
            <a:xfrm>
              <a:off x="16115348" y="5701804"/>
              <a:ext cx="150215" cy="168275"/>
            </a:xfrm>
            <a:prstGeom prst="rect">
              <a:avLst/>
            </a:prstGeom>
          </p:spPr>
        </p:pic>
        <p:pic>
          <p:nvPicPr>
            <p:cNvPr id="579" name="object 579"/>
            <p:cNvPicPr/>
            <p:nvPr/>
          </p:nvPicPr>
          <p:blipFill>
            <a:blip r:embed="rId336" cstate="print"/>
            <a:stretch>
              <a:fillRect/>
            </a:stretch>
          </p:blipFill>
          <p:spPr>
            <a:xfrm>
              <a:off x="16299561" y="5647232"/>
              <a:ext cx="283032" cy="226618"/>
            </a:xfrm>
            <a:prstGeom prst="rect">
              <a:avLst/>
            </a:prstGeom>
          </p:spPr>
        </p:pic>
      </p:grpSp>
      <p:grpSp>
        <p:nvGrpSpPr>
          <p:cNvPr id="580" name="object 580"/>
          <p:cNvGrpSpPr/>
          <p:nvPr/>
        </p:nvGrpSpPr>
        <p:grpSpPr>
          <a:xfrm>
            <a:off x="16695573" y="5642876"/>
            <a:ext cx="337185" cy="231140"/>
            <a:chOff x="16695573" y="5642876"/>
            <a:chExt cx="337185" cy="231140"/>
          </a:xfrm>
        </p:grpSpPr>
        <p:pic>
          <p:nvPicPr>
            <p:cNvPr id="581" name="object 581"/>
            <p:cNvPicPr/>
            <p:nvPr/>
          </p:nvPicPr>
          <p:blipFill>
            <a:blip r:embed="rId337" cstate="print"/>
            <a:stretch>
              <a:fillRect/>
            </a:stretch>
          </p:blipFill>
          <p:spPr>
            <a:xfrm>
              <a:off x="16695573" y="5642876"/>
              <a:ext cx="160934" cy="230974"/>
            </a:xfrm>
            <a:prstGeom prst="rect">
              <a:avLst/>
            </a:prstGeom>
          </p:spPr>
        </p:pic>
        <p:pic>
          <p:nvPicPr>
            <p:cNvPr id="582" name="object 582"/>
            <p:cNvPicPr/>
            <p:nvPr/>
          </p:nvPicPr>
          <p:blipFill>
            <a:blip r:embed="rId338" cstate="print"/>
            <a:stretch>
              <a:fillRect/>
            </a:stretch>
          </p:blipFill>
          <p:spPr>
            <a:xfrm>
              <a:off x="16878796" y="5701804"/>
              <a:ext cx="153796" cy="172046"/>
            </a:xfrm>
            <a:prstGeom prst="rect">
              <a:avLst/>
            </a:prstGeom>
          </p:spPr>
        </p:pic>
      </p:grpSp>
      <p:grpSp>
        <p:nvGrpSpPr>
          <p:cNvPr id="583" name="object 583"/>
          <p:cNvGrpSpPr/>
          <p:nvPr/>
        </p:nvGrpSpPr>
        <p:grpSpPr>
          <a:xfrm>
            <a:off x="17155300" y="5642876"/>
            <a:ext cx="699135" cy="231140"/>
            <a:chOff x="17155300" y="5642876"/>
            <a:chExt cx="699135" cy="231140"/>
          </a:xfrm>
        </p:grpSpPr>
        <p:pic>
          <p:nvPicPr>
            <p:cNvPr id="584" name="object 584"/>
            <p:cNvPicPr/>
            <p:nvPr/>
          </p:nvPicPr>
          <p:blipFill>
            <a:blip r:embed="rId339" cstate="print"/>
            <a:stretch>
              <a:fillRect/>
            </a:stretch>
          </p:blipFill>
          <p:spPr>
            <a:xfrm>
              <a:off x="17155300" y="5705386"/>
              <a:ext cx="149809" cy="168465"/>
            </a:xfrm>
            <a:prstGeom prst="rect">
              <a:avLst/>
            </a:prstGeom>
          </p:spPr>
        </p:pic>
        <p:pic>
          <p:nvPicPr>
            <p:cNvPr id="585" name="object 585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17334941" y="5701804"/>
              <a:ext cx="153796" cy="172046"/>
            </a:xfrm>
            <a:prstGeom prst="rect">
              <a:avLst/>
            </a:prstGeom>
          </p:spPr>
        </p:pic>
        <p:pic>
          <p:nvPicPr>
            <p:cNvPr id="586" name="object 586"/>
            <p:cNvPicPr/>
            <p:nvPr/>
          </p:nvPicPr>
          <p:blipFill>
            <a:blip r:embed="rId338" cstate="print"/>
            <a:stretch>
              <a:fillRect/>
            </a:stretch>
          </p:blipFill>
          <p:spPr>
            <a:xfrm>
              <a:off x="17514100" y="5701804"/>
              <a:ext cx="153796" cy="172046"/>
            </a:xfrm>
            <a:prstGeom prst="rect">
              <a:avLst/>
            </a:prstGeom>
          </p:spPr>
        </p:pic>
        <p:pic>
          <p:nvPicPr>
            <p:cNvPr id="587" name="object 587"/>
            <p:cNvPicPr/>
            <p:nvPr/>
          </p:nvPicPr>
          <p:blipFill>
            <a:blip r:embed="rId340" cstate="print"/>
            <a:stretch>
              <a:fillRect/>
            </a:stretch>
          </p:blipFill>
          <p:spPr>
            <a:xfrm>
              <a:off x="17693731" y="5642876"/>
              <a:ext cx="160665" cy="230974"/>
            </a:xfrm>
            <a:prstGeom prst="rect">
              <a:avLst/>
            </a:prstGeom>
          </p:spPr>
        </p:pic>
      </p:grpSp>
      <p:grpSp>
        <p:nvGrpSpPr>
          <p:cNvPr id="588" name="object 588"/>
          <p:cNvGrpSpPr/>
          <p:nvPr/>
        </p:nvGrpSpPr>
        <p:grpSpPr>
          <a:xfrm>
            <a:off x="17985523" y="5642876"/>
            <a:ext cx="238125" cy="227329"/>
            <a:chOff x="17985523" y="5642876"/>
            <a:chExt cx="238125" cy="227329"/>
          </a:xfrm>
        </p:grpSpPr>
        <p:sp>
          <p:nvSpPr>
            <p:cNvPr id="589" name="object 589"/>
            <p:cNvSpPr/>
            <p:nvPr/>
          </p:nvSpPr>
          <p:spPr>
            <a:xfrm>
              <a:off x="17985524" y="5642876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0" name="object 590"/>
            <p:cNvPicPr/>
            <p:nvPr/>
          </p:nvPicPr>
          <p:blipFill>
            <a:blip r:embed="rId341" cstate="print"/>
            <a:stretch>
              <a:fillRect/>
            </a:stretch>
          </p:blipFill>
          <p:spPr>
            <a:xfrm>
              <a:off x="18073344" y="5701804"/>
              <a:ext cx="150215" cy="168275"/>
            </a:xfrm>
            <a:prstGeom prst="rect">
              <a:avLst/>
            </a:prstGeom>
          </p:spPr>
        </p:pic>
      </p:grpSp>
      <p:grpSp>
        <p:nvGrpSpPr>
          <p:cNvPr id="591" name="object 591"/>
          <p:cNvGrpSpPr/>
          <p:nvPr/>
        </p:nvGrpSpPr>
        <p:grpSpPr>
          <a:xfrm>
            <a:off x="10476718" y="6087249"/>
            <a:ext cx="1308735" cy="294640"/>
            <a:chOff x="10476718" y="6087249"/>
            <a:chExt cx="1308735" cy="294640"/>
          </a:xfrm>
        </p:grpSpPr>
        <p:pic>
          <p:nvPicPr>
            <p:cNvPr id="592" name="object 592"/>
            <p:cNvPicPr/>
            <p:nvPr/>
          </p:nvPicPr>
          <p:blipFill>
            <a:blip r:embed="rId342" cstate="print"/>
            <a:stretch>
              <a:fillRect/>
            </a:stretch>
          </p:blipFill>
          <p:spPr>
            <a:xfrm>
              <a:off x="10476718" y="6146177"/>
              <a:ext cx="154583" cy="172046"/>
            </a:xfrm>
            <a:prstGeom prst="rect">
              <a:avLst/>
            </a:prstGeom>
          </p:spPr>
        </p:pic>
        <p:pic>
          <p:nvPicPr>
            <p:cNvPr id="593" name="object 593"/>
            <p:cNvPicPr/>
            <p:nvPr/>
          </p:nvPicPr>
          <p:blipFill>
            <a:blip r:embed="rId343" cstate="print"/>
            <a:stretch>
              <a:fillRect/>
            </a:stretch>
          </p:blipFill>
          <p:spPr>
            <a:xfrm>
              <a:off x="10664408" y="6146177"/>
              <a:ext cx="150216" cy="168275"/>
            </a:xfrm>
            <a:prstGeom prst="rect">
              <a:avLst/>
            </a:prstGeom>
          </p:spPr>
        </p:pic>
        <p:pic>
          <p:nvPicPr>
            <p:cNvPr id="594" name="object 594"/>
            <p:cNvPicPr/>
            <p:nvPr/>
          </p:nvPicPr>
          <p:blipFill>
            <a:blip r:embed="rId342" cstate="print"/>
            <a:stretch>
              <a:fillRect/>
            </a:stretch>
          </p:blipFill>
          <p:spPr>
            <a:xfrm>
              <a:off x="10847234" y="6146177"/>
              <a:ext cx="154583" cy="172046"/>
            </a:xfrm>
            <a:prstGeom prst="rect">
              <a:avLst/>
            </a:prstGeom>
          </p:spPr>
        </p:pic>
        <p:sp>
          <p:nvSpPr>
            <p:cNvPr id="595" name="object 595"/>
            <p:cNvSpPr/>
            <p:nvPr/>
          </p:nvSpPr>
          <p:spPr>
            <a:xfrm>
              <a:off x="11035321" y="608724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6" y="0"/>
                  </a:moveTo>
                  <a:lnTo>
                    <a:pt x="0" y="0"/>
                  </a:lnTo>
                  <a:lnTo>
                    <a:pt x="0" y="227203"/>
                  </a:lnTo>
                  <a:lnTo>
                    <a:pt x="43456" y="227203"/>
                  </a:lnTo>
                  <a:lnTo>
                    <a:pt x="4345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6" name="object 596"/>
            <p:cNvPicPr/>
            <p:nvPr/>
          </p:nvPicPr>
          <p:blipFill>
            <a:blip r:embed="rId344" cstate="print"/>
            <a:stretch>
              <a:fillRect/>
            </a:stretch>
          </p:blipFill>
          <p:spPr>
            <a:xfrm>
              <a:off x="11102895" y="6146177"/>
              <a:ext cx="335727" cy="235153"/>
            </a:xfrm>
            <a:prstGeom prst="rect">
              <a:avLst/>
            </a:prstGeom>
          </p:spPr>
        </p:pic>
        <p:sp>
          <p:nvSpPr>
            <p:cNvPr id="597" name="object 597"/>
            <p:cNvSpPr/>
            <p:nvPr/>
          </p:nvSpPr>
          <p:spPr>
            <a:xfrm>
              <a:off x="11476685" y="6087249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8" name="object 598"/>
            <p:cNvPicPr/>
            <p:nvPr/>
          </p:nvPicPr>
          <p:blipFill>
            <a:blip r:embed="rId345" cstate="print"/>
            <a:stretch>
              <a:fillRect/>
            </a:stretch>
          </p:blipFill>
          <p:spPr>
            <a:xfrm>
              <a:off x="11549620" y="6146177"/>
              <a:ext cx="153784" cy="172046"/>
            </a:xfrm>
            <a:prstGeom prst="rect">
              <a:avLst/>
            </a:prstGeom>
          </p:spPr>
        </p:pic>
        <p:sp>
          <p:nvSpPr>
            <p:cNvPr id="599" name="object 599"/>
            <p:cNvSpPr/>
            <p:nvPr/>
          </p:nvSpPr>
          <p:spPr>
            <a:xfrm>
              <a:off x="11741479" y="6270802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4">
                  <a:moveTo>
                    <a:pt x="43446" y="0"/>
                  </a:moveTo>
                  <a:lnTo>
                    <a:pt x="0" y="0"/>
                  </a:lnTo>
                  <a:lnTo>
                    <a:pt x="0" y="43649"/>
                  </a:lnTo>
                  <a:lnTo>
                    <a:pt x="43446" y="43649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0" name="object 200"/>
          <p:cNvGrpSpPr/>
          <p:nvPr/>
        </p:nvGrpSpPr>
        <p:grpSpPr>
          <a:xfrm>
            <a:off x="1405929" y="6507746"/>
            <a:ext cx="707390" cy="249554"/>
            <a:chOff x="1405929" y="6507746"/>
            <a:chExt cx="707390" cy="249554"/>
          </a:xfrm>
        </p:grpSpPr>
        <p:pic>
          <p:nvPicPr>
            <p:cNvPr id="201" name="object 201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405929" y="6507746"/>
              <a:ext cx="205780" cy="245465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641057" y="6571450"/>
              <a:ext cx="166886" cy="185737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824616" y="6512712"/>
              <a:ext cx="104775" cy="244475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945948" y="6571450"/>
              <a:ext cx="166885" cy="185737"/>
            </a:xfrm>
            <a:prstGeom prst="rect">
              <a:avLst/>
            </a:prstGeom>
          </p:spPr>
        </p:pic>
      </p:grpSp>
      <p:grpSp>
        <p:nvGrpSpPr>
          <p:cNvPr id="205" name="object 205"/>
          <p:cNvGrpSpPr/>
          <p:nvPr/>
        </p:nvGrpSpPr>
        <p:grpSpPr>
          <a:xfrm>
            <a:off x="2219614" y="6507746"/>
            <a:ext cx="701040" cy="249554"/>
            <a:chOff x="2219614" y="6507746"/>
            <a:chExt cx="701040" cy="249554"/>
          </a:xfrm>
        </p:grpSpPr>
        <p:pic>
          <p:nvPicPr>
            <p:cNvPr id="206" name="object 206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2219614" y="6507746"/>
              <a:ext cx="434164" cy="245465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2670251" y="6571450"/>
              <a:ext cx="166890" cy="185737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2873260" y="6507746"/>
              <a:ext cx="47028" cy="245465"/>
            </a:xfrm>
            <a:prstGeom prst="rect">
              <a:avLst/>
            </a:prstGeom>
          </p:spPr>
        </p:pic>
      </p:grpSp>
      <p:grpSp>
        <p:nvGrpSpPr>
          <p:cNvPr id="209" name="object 209"/>
          <p:cNvGrpSpPr/>
          <p:nvPr/>
        </p:nvGrpSpPr>
        <p:grpSpPr>
          <a:xfrm>
            <a:off x="2968523" y="6507746"/>
            <a:ext cx="542925" cy="249554"/>
            <a:chOff x="2968523" y="6507746"/>
            <a:chExt cx="542925" cy="249554"/>
          </a:xfrm>
        </p:grpSpPr>
        <p:pic>
          <p:nvPicPr>
            <p:cNvPr id="210" name="object 210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2968523" y="6507746"/>
              <a:ext cx="47028" cy="245465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3051492" y="6571450"/>
              <a:ext cx="166877" cy="185737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3252508" y="6507746"/>
              <a:ext cx="173634" cy="249440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3463950" y="6507746"/>
              <a:ext cx="47028" cy="245465"/>
            </a:xfrm>
            <a:prstGeom prst="rect">
              <a:avLst/>
            </a:prstGeom>
          </p:spPr>
        </p:pic>
      </p:grpSp>
      <p:pic>
        <p:nvPicPr>
          <p:cNvPr id="214" name="object 214"/>
          <p:cNvPicPr/>
          <p:nvPr/>
        </p:nvPicPr>
        <p:blipFill>
          <a:blip r:embed="rId137" cstate="print"/>
          <a:stretch>
            <a:fillRect/>
          </a:stretch>
        </p:blipFill>
        <p:spPr>
          <a:xfrm>
            <a:off x="3559212" y="6507746"/>
            <a:ext cx="47028" cy="245465"/>
          </a:xfrm>
          <a:prstGeom prst="rect">
            <a:avLst/>
          </a:prstGeom>
        </p:spPr>
      </p:pic>
      <p:grpSp>
        <p:nvGrpSpPr>
          <p:cNvPr id="215" name="object 215"/>
          <p:cNvGrpSpPr/>
          <p:nvPr/>
        </p:nvGrpSpPr>
        <p:grpSpPr>
          <a:xfrm>
            <a:off x="3654488" y="6507746"/>
            <a:ext cx="370205" cy="318135"/>
            <a:chOff x="3654488" y="6507746"/>
            <a:chExt cx="370205" cy="318135"/>
          </a:xfrm>
        </p:grpSpPr>
        <p:pic>
          <p:nvPicPr>
            <p:cNvPr id="216" name="object 216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3654488" y="6507746"/>
              <a:ext cx="47028" cy="245465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3730307" y="6512712"/>
              <a:ext cx="294170" cy="312737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pic>
        <p:nvPicPr>
          <p:cNvPr id="218" name="object 21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67865" y="7052589"/>
            <a:ext cx="78581" cy="78574"/>
          </a:xfrm>
          <a:prstGeom prst="rect">
            <a:avLst/>
          </a:prstGeom>
        </p:spPr>
      </p:pic>
      <p:grpSp>
        <p:nvGrpSpPr>
          <p:cNvPr id="219" name="object 219"/>
          <p:cNvGrpSpPr/>
          <p:nvPr/>
        </p:nvGrpSpPr>
        <p:grpSpPr>
          <a:xfrm>
            <a:off x="1943892" y="6975995"/>
            <a:ext cx="654685" cy="231140"/>
            <a:chOff x="1943892" y="6975995"/>
            <a:chExt cx="654685" cy="231140"/>
          </a:xfrm>
        </p:grpSpPr>
        <p:pic>
          <p:nvPicPr>
            <p:cNvPr id="220" name="object 220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1943892" y="6975995"/>
              <a:ext cx="190500" cy="227202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2161471" y="6980351"/>
              <a:ext cx="436887" cy="226618"/>
            </a:xfrm>
            <a:prstGeom prst="rect">
              <a:avLst/>
            </a:prstGeom>
          </p:spPr>
        </p:pic>
      </p:grpSp>
      <p:grpSp>
        <p:nvGrpSpPr>
          <p:cNvPr id="222" name="object 222"/>
          <p:cNvGrpSpPr/>
          <p:nvPr/>
        </p:nvGrpSpPr>
        <p:grpSpPr>
          <a:xfrm>
            <a:off x="2698648" y="6975995"/>
            <a:ext cx="312420" cy="227329"/>
            <a:chOff x="2698648" y="6975995"/>
            <a:chExt cx="312420" cy="227329"/>
          </a:xfrm>
        </p:grpSpPr>
        <p:pic>
          <p:nvPicPr>
            <p:cNvPr id="223" name="object 223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2698648" y="7038505"/>
              <a:ext cx="245465" cy="164693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2967037" y="697599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5" name="object 225"/>
          <p:cNvSpPr/>
          <p:nvPr/>
        </p:nvSpPr>
        <p:spPr>
          <a:xfrm>
            <a:off x="3055239" y="6975995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4" h="227329">
                <a:moveTo>
                  <a:pt x="43459" y="0"/>
                </a:moveTo>
                <a:lnTo>
                  <a:pt x="0" y="0"/>
                </a:lnTo>
                <a:lnTo>
                  <a:pt x="0" y="227203"/>
                </a:lnTo>
                <a:lnTo>
                  <a:pt x="43459" y="227203"/>
                </a:lnTo>
                <a:lnTo>
                  <a:pt x="4345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3143453" y="6975995"/>
            <a:ext cx="43815" cy="227329"/>
          </a:xfrm>
          <a:custGeom>
            <a:avLst/>
            <a:gdLst/>
            <a:ahLst/>
            <a:cxnLst/>
            <a:rect l="l" t="t" r="r" b="b"/>
            <a:pathLst>
              <a:path w="43814" h="227329">
                <a:moveTo>
                  <a:pt x="43459" y="0"/>
                </a:moveTo>
                <a:lnTo>
                  <a:pt x="0" y="0"/>
                </a:lnTo>
                <a:lnTo>
                  <a:pt x="0" y="227203"/>
                </a:lnTo>
                <a:lnTo>
                  <a:pt x="43459" y="227203"/>
                </a:lnTo>
                <a:lnTo>
                  <a:pt x="43459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7" name="object 227"/>
          <p:cNvGrpSpPr/>
          <p:nvPr/>
        </p:nvGrpSpPr>
        <p:grpSpPr>
          <a:xfrm>
            <a:off x="3317900" y="6975995"/>
            <a:ext cx="337185" cy="231140"/>
            <a:chOff x="3317900" y="6975995"/>
            <a:chExt cx="337185" cy="231140"/>
          </a:xfrm>
        </p:grpSpPr>
        <p:pic>
          <p:nvPicPr>
            <p:cNvPr id="228" name="object 228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3317900" y="6975995"/>
              <a:ext cx="160921" cy="230974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3501123" y="7034923"/>
              <a:ext cx="153784" cy="172046"/>
            </a:xfrm>
            <a:prstGeom prst="rect">
              <a:avLst/>
            </a:prstGeom>
          </p:spPr>
        </p:pic>
      </p:grpSp>
      <p:grpSp>
        <p:nvGrpSpPr>
          <p:cNvPr id="230" name="object 230"/>
          <p:cNvGrpSpPr/>
          <p:nvPr/>
        </p:nvGrpSpPr>
        <p:grpSpPr>
          <a:xfrm>
            <a:off x="3768877" y="6975995"/>
            <a:ext cx="424180" cy="231140"/>
            <a:chOff x="3768877" y="6975995"/>
            <a:chExt cx="424180" cy="231140"/>
          </a:xfrm>
        </p:grpSpPr>
        <p:pic>
          <p:nvPicPr>
            <p:cNvPr id="231" name="object 231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3768877" y="7034923"/>
              <a:ext cx="155384" cy="172046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3945064" y="7034923"/>
              <a:ext cx="169862" cy="172046"/>
            </a:xfrm>
            <a:prstGeom prst="rect">
              <a:avLst/>
            </a:prstGeom>
          </p:spPr>
        </p:pic>
        <p:sp>
          <p:nvSpPr>
            <p:cNvPr id="233" name="object 233"/>
            <p:cNvSpPr/>
            <p:nvPr/>
          </p:nvSpPr>
          <p:spPr>
            <a:xfrm>
              <a:off x="4149128" y="697599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46" y="0"/>
                  </a:moveTo>
                  <a:lnTo>
                    <a:pt x="0" y="0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4" name="object 234"/>
          <p:cNvGrpSpPr/>
          <p:nvPr/>
        </p:nvGrpSpPr>
        <p:grpSpPr>
          <a:xfrm>
            <a:off x="4237329" y="6975995"/>
            <a:ext cx="875030" cy="231140"/>
            <a:chOff x="4237329" y="6975995"/>
            <a:chExt cx="875030" cy="231140"/>
          </a:xfrm>
        </p:grpSpPr>
        <p:sp>
          <p:nvSpPr>
            <p:cNvPr id="235" name="object 235"/>
            <p:cNvSpPr/>
            <p:nvPr/>
          </p:nvSpPr>
          <p:spPr>
            <a:xfrm>
              <a:off x="4237329" y="697599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6" name="object 236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4312843" y="7034923"/>
              <a:ext cx="153797" cy="172046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4492396" y="6980351"/>
              <a:ext cx="433120" cy="226618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4951363" y="6975995"/>
              <a:ext cx="160653" cy="230974"/>
            </a:xfrm>
            <a:prstGeom prst="rect">
              <a:avLst/>
            </a:prstGeom>
          </p:spPr>
        </p:pic>
      </p:grpSp>
      <p:grpSp>
        <p:nvGrpSpPr>
          <p:cNvPr id="239" name="object 239"/>
          <p:cNvGrpSpPr/>
          <p:nvPr/>
        </p:nvGrpSpPr>
        <p:grpSpPr>
          <a:xfrm>
            <a:off x="5224106" y="6972020"/>
            <a:ext cx="681355" cy="234950"/>
            <a:chOff x="5224106" y="6972020"/>
            <a:chExt cx="681355" cy="234950"/>
          </a:xfrm>
        </p:grpSpPr>
        <p:pic>
          <p:nvPicPr>
            <p:cNvPr id="240" name="object 240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5224106" y="6972020"/>
              <a:ext cx="408076" cy="234950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5663005" y="7034924"/>
              <a:ext cx="242290" cy="168275"/>
            </a:xfrm>
            <a:prstGeom prst="rect">
              <a:avLst/>
            </a:prstGeom>
          </p:spPr>
        </p:pic>
      </p:grpSp>
      <p:grpSp>
        <p:nvGrpSpPr>
          <p:cNvPr id="242" name="object 242"/>
          <p:cNvGrpSpPr/>
          <p:nvPr/>
        </p:nvGrpSpPr>
        <p:grpSpPr>
          <a:xfrm>
            <a:off x="6021616" y="6975995"/>
            <a:ext cx="1135380" cy="231140"/>
            <a:chOff x="6021616" y="6975995"/>
            <a:chExt cx="1135380" cy="231140"/>
          </a:xfrm>
        </p:grpSpPr>
        <p:pic>
          <p:nvPicPr>
            <p:cNvPr id="243" name="object 243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6021616" y="7034923"/>
              <a:ext cx="153784" cy="172046"/>
            </a:xfrm>
            <a:prstGeom prst="rect">
              <a:avLst/>
            </a:prstGeom>
          </p:spPr>
        </p:pic>
        <p:pic>
          <p:nvPicPr>
            <p:cNvPr id="244" name="object 244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6195415" y="6980351"/>
              <a:ext cx="97040" cy="226618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6318211" y="7038505"/>
              <a:ext cx="149821" cy="168465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6503494" y="6975995"/>
              <a:ext cx="160653" cy="230974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6694385" y="7034923"/>
              <a:ext cx="153784" cy="172046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6883260" y="7034923"/>
              <a:ext cx="150215" cy="168275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7059536" y="6980351"/>
              <a:ext cx="97040" cy="226618"/>
            </a:xfrm>
            <a:prstGeom prst="rect">
              <a:avLst/>
            </a:prstGeom>
          </p:spPr>
        </p:pic>
      </p:grpSp>
      <p:grpSp>
        <p:nvGrpSpPr>
          <p:cNvPr id="250" name="object 250"/>
          <p:cNvGrpSpPr/>
          <p:nvPr/>
        </p:nvGrpSpPr>
        <p:grpSpPr>
          <a:xfrm>
            <a:off x="7271537" y="6975995"/>
            <a:ext cx="1761489" cy="231140"/>
            <a:chOff x="7271537" y="6975995"/>
            <a:chExt cx="1761489" cy="231140"/>
          </a:xfrm>
        </p:grpSpPr>
        <p:sp>
          <p:nvSpPr>
            <p:cNvPr id="251" name="object 251"/>
            <p:cNvSpPr/>
            <p:nvPr/>
          </p:nvSpPr>
          <p:spPr>
            <a:xfrm>
              <a:off x="7271537" y="697599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2" name="object 25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7359345" y="7034923"/>
              <a:ext cx="150228" cy="168275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7535634" y="6980351"/>
              <a:ext cx="264871" cy="226618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7834007" y="7034923"/>
              <a:ext cx="268617" cy="17204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8126399" y="6980351"/>
              <a:ext cx="265277" cy="226618"/>
            </a:xfrm>
            <a:prstGeom prst="rect">
              <a:avLst/>
            </a:prstGeom>
          </p:spPr>
        </p:pic>
        <p:sp>
          <p:nvSpPr>
            <p:cNvPr id="256" name="object 256"/>
            <p:cNvSpPr/>
            <p:nvPr/>
          </p:nvSpPr>
          <p:spPr>
            <a:xfrm>
              <a:off x="8418424" y="697599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7" name="object 257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8496516" y="7034923"/>
              <a:ext cx="169862" cy="172046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8700185" y="7034923"/>
              <a:ext cx="150215" cy="168275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8879243" y="7034923"/>
              <a:ext cx="153784" cy="172046"/>
            </a:xfrm>
            <a:prstGeom prst="rect">
              <a:avLst/>
            </a:prstGeom>
          </p:spPr>
        </p:pic>
      </p:grpSp>
      <p:grpSp>
        <p:nvGrpSpPr>
          <p:cNvPr id="260" name="object 260"/>
          <p:cNvGrpSpPr/>
          <p:nvPr/>
        </p:nvGrpSpPr>
        <p:grpSpPr>
          <a:xfrm>
            <a:off x="9137878" y="6975995"/>
            <a:ext cx="612775" cy="231140"/>
            <a:chOff x="9137878" y="6975995"/>
            <a:chExt cx="612775" cy="231140"/>
          </a:xfrm>
        </p:grpSpPr>
        <p:pic>
          <p:nvPicPr>
            <p:cNvPr id="261" name="object 261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9137878" y="7038505"/>
              <a:ext cx="245465" cy="164693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9406268" y="6975995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3" name="object 263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9476422" y="6980351"/>
              <a:ext cx="97040" cy="226618"/>
            </a:xfrm>
            <a:prstGeom prst="rect">
              <a:avLst/>
            </a:prstGeom>
          </p:spPr>
        </p:pic>
        <p:pic>
          <p:nvPicPr>
            <p:cNvPr id="264" name="object 264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9600006" y="6975995"/>
              <a:ext cx="150025" cy="227202"/>
            </a:xfrm>
            <a:prstGeom prst="rect">
              <a:avLst/>
            </a:prstGeom>
          </p:spPr>
        </p:pic>
      </p:grpSp>
      <p:grpSp>
        <p:nvGrpSpPr>
          <p:cNvPr id="265" name="object 265"/>
          <p:cNvGrpSpPr/>
          <p:nvPr/>
        </p:nvGrpSpPr>
        <p:grpSpPr>
          <a:xfrm>
            <a:off x="1940321" y="7420368"/>
            <a:ext cx="1906905" cy="231140"/>
            <a:chOff x="1940321" y="7420368"/>
            <a:chExt cx="1906905" cy="231140"/>
          </a:xfrm>
        </p:grpSpPr>
        <p:pic>
          <p:nvPicPr>
            <p:cNvPr id="266" name="object 266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1940321" y="7420368"/>
              <a:ext cx="1476359" cy="230974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3443427" y="742036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3521925" y="7479296"/>
              <a:ext cx="324802" cy="172046"/>
            </a:xfrm>
            <a:prstGeom prst="rect">
              <a:avLst/>
            </a:prstGeom>
          </p:spPr>
        </p:pic>
      </p:grpSp>
      <p:grpSp>
        <p:nvGrpSpPr>
          <p:cNvPr id="269" name="object 269"/>
          <p:cNvGrpSpPr/>
          <p:nvPr/>
        </p:nvGrpSpPr>
        <p:grpSpPr>
          <a:xfrm>
            <a:off x="3973004" y="7420368"/>
            <a:ext cx="1191895" cy="294640"/>
            <a:chOff x="3973004" y="7420368"/>
            <a:chExt cx="1191895" cy="294640"/>
          </a:xfrm>
        </p:grpSpPr>
        <p:sp>
          <p:nvSpPr>
            <p:cNvPr id="270" name="object 270"/>
            <p:cNvSpPr/>
            <p:nvPr/>
          </p:nvSpPr>
          <p:spPr>
            <a:xfrm>
              <a:off x="3973004" y="742036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1" name="object 271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4048518" y="7479296"/>
              <a:ext cx="153796" cy="172046"/>
            </a:xfrm>
            <a:prstGeom prst="rect">
              <a:avLst/>
            </a:prstGeom>
          </p:spPr>
        </p:pic>
        <p:pic>
          <p:nvPicPr>
            <p:cNvPr id="272" name="object 272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4226293" y="7479296"/>
              <a:ext cx="154571" cy="172046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4412386" y="7479296"/>
              <a:ext cx="275361" cy="168275"/>
            </a:xfrm>
            <a:prstGeom prst="rect">
              <a:avLst/>
            </a:prstGeom>
          </p:spPr>
        </p:pic>
        <p:sp>
          <p:nvSpPr>
            <p:cNvPr id="274" name="object 274"/>
            <p:cNvSpPr/>
            <p:nvPr/>
          </p:nvSpPr>
          <p:spPr>
            <a:xfrm>
              <a:off x="4731867" y="742036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5" name="object 275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4819687" y="7479296"/>
              <a:ext cx="150215" cy="168275"/>
            </a:xfrm>
            <a:prstGeom prst="rect">
              <a:avLst/>
            </a:prstGeom>
          </p:spPr>
        </p:pic>
        <p:pic>
          <p:nvPicPr>
            <p:cNvPr id="276" name="object 276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5004295" y="7479296"/>
              <a:ext cx="160540" cy="235153"/>
            </a:xfrm>
            <a:prstGeom prst="rect">
              <a:avLst/>
            </a:prstGeom>
          </p:spPr>
        </p:pic>
      </p:grpSp>
      <p:grpSp>
        <p:nvGrpSpPr>
          <p:cNvPr id="277" name="object 277"/>
          <p:cNvGrpSpPr/>
          <p:nvPr/>
        </p:nvGrpSpPr>
        <p:grpSpPr>
          <a:xfrm>
            <a:off x="5284660" y="7420368"/>
            <a:ext cx="1332865" cy="231140"/>
            <a:chOff x="5284660" y="7420368"/>
            <a:chExt cx="1332865" cy="231140"/>
          </a:xfrm>
        </p:grpSpPr>
        <p:pic>
          <p:nvPicPr>
            <p:cNvPr id="278" name="object 278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5284660" y="7479296"/>
              <a:ext cx="154584" cy="172046"/>
            </a:xfrm>
            <a:prstGeom prst="rect">
              <a:avLst/>
            </a:prstGeom>
          </p:spPr>
        </p:pic>
        <p:pic>
          <p:nvPicPr>
            <p:cNvPr id="279" name="object 279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5463031" y="7424724"/>
              <a:ext cx="265277" cy="226618"/>
            </a:xfrm>
            <a:prstGeom prst="rect">
              <a:avLst/>
            </a:prstGeom>
          </p:spPr>
        </p:pic>
        <p:sp>
          <p:nvSpPr>
            <p:cNvPr id="280" name="object 280"/>
            <p:cNvSpPr/>
            <p:nvPr/>
          </p:nvSpPr>
          <p:spPr>
            <a:xfrm>
              <a:off x="5755055" y="742036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1" name="object 281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5822225" y="7482878"/>
              <a:ext cx="170853" cy="164693"/>
            </a:xfrm>
            <a:prstGeom prst="rect">
              <a:avLst/>
            </a:prstGeom>
          </p:spPr>
        </p:pic>
        <p:sp>
          <p:nvSpPr>
            <p:cNvPr id="282" name="object 282"/>
            <p:cNvSpPr/>
            <p:nvPr/>
          </p:nvSpPr>
          <p:spPr>
            <a:xfrm>
              <a:off x="6019838" y="742036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3" name="object 283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6089992" y="7424724"/>
              <a:ext cx="97040" cy="226618"/>
            </a:xfrm>
            <a:prstGeom prst="rect">
              <a:avLst/>
            </a:prstGeom>
          </p:spPr>
        </p:pic>
        <p:sp>
          <p:nvSpPr>
            <p:cNvPr id="284" name="object 284"/>
            <p:cNvSpPr/>
            <p:nvPr/>
          </p:nvSpPr>
          <p:spPr>
            <a:xfrm>
              <a:off x="6213779" y="742036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5" name="object 285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6289293" y="7479296"/>
              <a:ext cx="153784" cy="172046"/>
            </a:xfrm>
            <a:prstGeom prst="rect">
              <a:avLst/>
            </a:prstGeom>
          </p:spPr>
        </p:pic>
        <p:pic>
          <p:nvPicPr>
            <p:cNvPr id="286" name="object 286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6463283" y="7479296"/>
              <a:ext cx="153796" cy="172046"/>
            </a:xfrm>
            <a:prstGeom prst="rect">
              <a:avLst/>
            </a:prstGeom>
          </p:spPr>
        </p:pic>
      </p:grpSp>
      <p:grpSp>
        <p:nvGrpSpPr>
          <p:cNvPr id="287" name="object 287"/>
          <p:cNvGrpSpPr/>
          <p:nvPr/>
        </p:nvGrpSpPr>
        <p:grpSpPr>
          <a:xfrm>
            <a:off x="6743357" y="7420368"/>
            <a:ext cx="1367790" cy="294640"/>
            <a:chOff x="6743357" y="7420368"/>
            <a:chExt cx="1367790" cy="294640"/>
          </a:xfrm>
        </p:grpSpPr>
        <p:sp>
          <p:nvSpPr>
            <p:cNvPr id="288" name="object 288"/>
            <p:cNvSpPr/>
            <p:nvPr/>
          </p:nvSpPr>
          <p:spPr>
            <a:xfrm>
              <a:off x="6743357" y="742036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9" name="object 289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6831177" y="7479296"/>
              <a:ext cx="150215" cy="168275"/>
            </a:xfrm>
            <a:prstGeom prst="rect">
              <a:avLst/>
            </a:prstGeom>
          </p:spPr>
        </p:pic>
        <p:pic>
          <p:nvPicPr>
            <p:cNvPr id="290" name="object 290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7015785" y="7479296"/>
              <a:ext cx="155371" cy="172046"/>
            </a:xfrm>
            <a:prstGeom prst="rect">
              <a:avLst/>
            </a:prstGeom>
          </p:spPr>
        </p:pic>
        <p:sp>
          <p:nvSpPr>
            <p:cNvPr id="291" name="object 291"/>
            <p:cNvSpPr/>
            <p:nvPr/>
          </p:nvSpPr>
          <p:spPr>
            <a:xfrm>
              <a:off x="7202081" y="742036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2" name="object 292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7289304" y="7482878"/>
              <a:ext cx="149821" cy="168465"/>
            </a:xfrm>
            <a:prstGeom prst="rect">
              <a:avLst/>
            </a:prstGeom>
          </p:spPr>
        </p:pic>
        <p:pic>
          <p:nvPicPr>
            <p:cNvPr id="293" name="object 293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7474587" y="7420368"/>
              <a:ext cx="160665" cy="230974"/>
            </a:xfrm>
            <a:prstGeom prst="rect">
              <a:avLst/>
            </a:prstGeom>
          </p:spPr>
        </p:pic>
        <p:sp>
          <p:nvSpPr>
            <p:cNvPr id="294" name="object 294"/>
            <p:cNvSpPr/>
            <p:nvPr/>
          </p:nvSpPr>
          <p:spPr>
            <a:xfrm>
              <a:off x="7678179" y="7420368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5" name="object 295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7765986" y="7479296"/>
              <a:ext cx="150215" cy="168275"/>
            </a:xfrm>
            <a:prstGeom prst="rect">
              <a:avLst/>
            </a:prstGeom>
          </p:spPr>
        </p:pic>
        <p:pic>
          <p:nvPicPr>
            <p:cNvPr id="296" name="object 296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7950606" y="7479296"/>
              <a:ext cx="160527" cy="235153"/>
            </a:xfrm>
            <a:prstGeom prst="rect">
              <a:avLst/>
            </a:prstGeom>
          </p:spPr>
        </p:pic>
      </p:grpSp>
      <p:sp>
        <p:nvSpPr>
          <p:cNvPr id="297" name="object 297"/>
          <p:cNvSpPr/>
          <p:nvPr/>
        </p:nvSpPr>
        <p:spPr>
          <a:xfrm>
            <a:off x="8162594" y="748287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43662" y="0"/>
                </a:moveTo>
                <a:lnTo>
                  <a:pt x="0" y="0"/>
                </a:lnTo>
                <a:lnTo>
                  <a:pt x="0" y="43649"/>
                </a:lnTo>
                <a:lnTo>
                  <a:pt x="43662" y="43649"/>
                </a:lnTo>
                <a:lnTo>
                  <a:pt x="43662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8255037" y="7543393"/>
            <a:ext cx="85725" cy="43815"/>
          </a:xfrm>
          <a:custGeom>
            <a:avLst/>
            <a:gdLst/>
            <a:ahLst/>
            <a:cxnLst/>
            <a:rect l="l" t="t" r="r" b="b"/>
            <a:pathLst>
              <a:path w="85725" h="43815">
                <a:moveTo>
                  <a:pt x="85521" y="0"/>
                </a:moveTo>
                <a:lnTo>
                  <a:pt x="0" y="0"/>
                </a:lnTo>
                <a:lnTo>
                  <a:pt x="0" y="43662"/>
                </a:lnTo>
                <a:lnTo>
                  <a:pt x="85521" y="43662"/>
                </a:lnTo>
                <a:lnTo>
                  <a:pt x="85521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8162594" y="760392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43662" y="0"/>
                </a:moveTo>
                <a:lnTo>
                  <a:pt x="0" y="0"/>
                </a:lnTo>
                <a:lnTo>
                  <a:pt x="0" y="43649"/>
                </a:lnTo>
                <a:lnTo>
                  <a:pt x="43662" y="43649"/>
                </a:lnTo>
                <a:lnTo>
                  <a:pt x="43662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2618381" y="7914741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1" name="object 301"/>
          <p:cNvPicPr/>
          <p:nvPr/>
        </p:nvPicPr>
        <p:blipFill>
          <a:blip r:embed="rId184" cstate="print"/>
          <a:stretch>
            <a:fillRect/>
          </a:stretch>
        </p:blipFill>
        <p:spPr>
          <a:xfrm>
            <a:off x="3023590" y="7864741"/>
            <a:ext cx="1481531" cy="289915"/>
          </a:xfrm>
          <a:prstGeom prst="rect">
            <a:avLst/>
          </a:prstGeom>
        </p:spPr>
      </p:pic>
      <p:grpSp>
        <p:nvGrpSpPr>
          <p:cNvPr id="302" name="object 302"/>
          <p:cNvGrpSpPr/>
          <p:nvPr/>
        </p:nvGrpSpPr>
        <p:grpSpPr>
          <a:xfrm>
            <a:off x="4610760" y="7864741"/>
            <a:ext cx="635635" cy="231140"/>
            <a:chOff x="4610760" y="7864741"/>
            <a:chExt cx="635635" cy="231140"/>
          </a:xfrm>
        </p:grpSpPr>
        <p:pic>
          <p:nvPicPr>
            <p:cNvPr id="303" name="object 303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4610760" y="7869097"/>
              <a:ext cx="97040" cy="226618"/>
            </a:xfrm>
            <a:prstGeom prst="rect">
              <a:avLst/>
            </a:prstGeom>
          </p:spPr>
        </p:pic>
        <p:sp>
          <p:nvSpPr>
            <p:cNvPr id="304" name="object 304"/>
            <p:cNvSpPr/>
            <p:nvPr/>
          </p:nvSpPr>
          <p:spPr>
            <a:xfrm>
              <a:off x="4734547" y="7864741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5" name="object 305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4819383" y="7923669"/>
              <a:ext cx="242290" cy="168275"/>
            </a:xfrm>
            <a:prstGeom prst="rect">
              <a:avLst/>
            </a:prstGeom>
          </p:spPr>
        </p:pic>
        <p:pic>
          <p:nvPicPr>
            <p:cNvPr id="306" name="object 306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5092357" y="7923669"/>
              <a:ext cx="153797" cy="172046"/>
            </a:xfrm>
            <a:prstGeom prst="rect">
              <a:avLst/>
            </a:prstGeom>
          </p:spPr>
        </p:pic>
      </p:grpSp>
      <p:sp>
        <p:nvSpPr>
          <p:cNvPr id="307" name="object 307"/>
          <p:cNvSpPr/>
          <p:nvPr/>
        </p:nvSpPr>
        <p:spPr>
          <a:xfrm>
            <a:off x="2618381" y="8359114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8" name="object 308"/>
          <p:cNvGrpSpPr/>
          <p:nvPr/>
        </p:nvGrpSpPr>
        <p:grpSpPr>
          <a:xfrm>
            <a:off x="3000375" y="8309114"/>
            <a:ext cx="1151255" cy="231140"/>
            <a:chOff x="3000375" y="8309114"/>
            <a:chExt cx="1151255" cy="231140"/>
          </a:xfrm>
        </p:grpSpPr>
        <p:pic>
          <p:nvPicPr>
            <p:cNvPr id="309" name="object 309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3000375" y="8309114"/>
              <a:ext cx="228003" cy="227203"/>
            </a:xfrm>
            <a:prstGeom prst="rect">
              <a:avLst/>
            </a:prstGeom>
          </p:spPr>
        </p:pic>
        <p:pic>
          <p:nvPicPr>
            <p:cNvPr id="310" name="object 310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3252088" y="8368042"/>
              <a:ext cx="150215" cy="168275"/>
            </a:xfrm>
            <a:prstGeom prst="rect">
              <a:avLst/>
            </a:prstGeom>
          </p:spPr>
        </p:pic>
        <p:sp>
          <p:nvSpPr>
            <p:cNvPr id="311" name="object 311"/>
            <p:cNvSpPr/>
            <p:nvPr/>
          </p:nvSpPr>
          <p:spPr>
            <a:xfrm>
              <a:off x="3431133" y="8368042"/>
              <a:ext cx="580390" cy="172085"/>
            </a:xfrm>
            <a:custGeom>
              <a:avLst/>
              <a:gdLst/>
              <a:ahLst/>
              <a:cxnLst/>
              <a:rect l="l" t="t" r="r" b="b"/>
              <a:pathLst>
                <a:path w="580389" h="172084">
                  <a:moveTo>
                    <a:pt x="153797" y="116878"/>
                  </a:moveTo>
                  <a:lnTo>
                    <a:pt x="131838" y="78905"/>
                  </a:lnTo>
                  <a:lnTo>
                    <a:pt x="91287" y="65087"/>
                  </a:lnTo>
                  <a:lnTo>
                    <a:pt x="75730" y="61353"/>
                  </a:lnTo>
                  <a:lnTo>
                    <a:pt x="63804" y="58051"/>
                  </a:lnTo>
                  <a:lnTo>
                    <a:pt x="55499" y="55206"/>
                  </a:lnTo>
                  <a:lnTo>
                    <a:pt x="50812" y="52793"/>
                  </a:lnTo>
                  <a:lnTo>
                    <a:pt x="47891" y="50673"/>
                  </a:lnTo>
                  <a:lnTo>
                    <a:pt x="46443" y="48031"/>
                  </a:lnTo>
                  <a:lnTo>
                    <a:pt x="46443" y="41275"/>
                  </a:lnTo>
                  <a:lnTo>
                    <a:pt x="48094" y="38366"/>
                  </a:lnTo>
                  <a:lnTo>
                    <a:pt x="56299" y="32816"/>
                  </a:lnTo>
                  <a:lnTo>
                    <a:pt x="64503" y="31153"/>
                  </a:lnTo>
                  <a:lnTo>
                    <a:pt x="85140" y="31153"/>
                  </a:lnTo>
                  <a:lnTo>
                    <a:pt x="92151" y="32880"/>
                  </a:lnTo>
                  <a:lnTo>
                    <a:pt x="101942" y="39763"/>
                  </a:lnTo>
                  <a:lnTo>
                    <a:pt x="105244" y="44653"/>
                  </a:lnTo>
                  <a:lnTo>
                    <a:pt x="106959" y="51003"/>
                  </a:lnTo>
                  <a:lnTo>
                    <a:pt x="148043" y="43459"/>
                  </a:lnTo>
                  <a:lnTo>
                    <a:pt x="125425" y="10922"/>
                  </a:lnTo>
                  <a:lnTo>
                    <a:pt x="75209" y="0"/>
                  </a:lnTo>
                  <a:lnTo>
                    <a:pt x="58610" y="914"/>
                  </a:lnTo>
                  <a:lnTo>
                    <a:pt x="22821" y="14490"/>
                  </a:lnTo>
                  <a:lnTo>
                    <a:pt x="5956" y="50406"/>
                  </a:lnTo>
                  <a:lnTo>
                    <a:pt x="7162" y="61658"/>
                  </a:lnTo>
                  <a:lnTo>
                    <a:pt x="34937" y="92417"/>
                  </a:lnTo>
                  <a:lnTo>
                    <a:pt x="99822" y="110464"/>
                  </a:lnTo>
                  <a:lnTo>
                    <a:pt x="104711" y="112382"/>
                  </a:lnTo>
                  <a:lnTo>
                    <a:pt x="108953" y="116624"/>
                  </a:lnTo>
                  <a:lnTo>
                    <a:pt x="109943" y="119329"/>
                  </a:lnTo>
                  <a:lnTo>
                    <a:pt x="109943" y="127533"/>
                  </a:lnTo>
                  <a:lnTo>
                    <a:pt x="78790" y="140500"/>
                  </a:lnTo>
                  <a:lnTo>
                    <a:pt x="68605" y="140500"/>
                  </a:lnTo>
                  <a:lnTo>
                    <a:pt x="60667" y="138315"/>
                  </a:lnTo>
                  <a:lnTo>
                    <a:pt x="49288" y="129578"/>
                  </a:lnTo>
                  <a:lnTo>
                    <a:pt x="45516" y="123164"/>
                  </a:lnTo>
                  <a:lnTo>
                    <a:pt x="43662" y="114706"/>
                  </a:lnTo>
                  <a:lnTo>
                    <a:pt x="0" y="121246"/>
                  </a:lnTo>
                  <a:lnTo>
                    <a:pt x="25603" y="158356"/>
                  </a:lnTo>
                  <a:lnTo>
                    <a:pt x="62877" y="171196"/>
                  </a:lnTo>
                  <a:lnTo>
                    <a:pt x="78790" y="172046"/>
                  </a:lnTo>
                  <a:lnTo>
                    <a:pt x="96202" y="171030"/>
                  </a:lnTo>
                  <a:lnTo>
                    <a:pt x="134747" y="155778"/>
                  </a:lnTo>
                  <a:lnTo>
                    <a:pt x="152603" y="127800"/>
                  </a:lnTo>
                  <a:lnTo>
                    <a:pt x="153797" y="116878"/>
                  </a:lnTo>
                  <a:close/>
                </a:path>
                <a:path w="580389" h="172084">
                  <a:moveTo>
                    <a:pt x="415899" y="3581"/>
                  </a:moveTo>
                  <a:lnTo>
                    <a:pt x="372833" y="3581"/>
                  </a:lnTo>
                  <a:lnTo>
                    <a:pt x="341490" y="111531"/>
                  </a:lnTo>
                  <a:lnTo>
                    <a:pt x="313905" y="3581"/>
                  </a:lnTo>
                  <a:lnTo>
                    <a:pt x="272034" y="3581"/>
                  </a:lnTo>
                  <a:lnTo>
                    <a:pt x="243649" y="111531"/>
                  </a:lnTo>
                  <a:lnTo>
                    <a:pt x="212699" y="3581"/>
                  </a:lnTo>
                  <a:lnTo>
                    <a:pt x="170434" y="3581"/>
                  </a:lnTo>
                  <a:lnTo>
                    <a:pt x="222618" y="168275"/>
                  </a:lnTo>
                  <a:lnTo>
                    <a:pt x="264883" y="168275"/>
                  </a:lnTo>
                  <a:lnTo>
                    <a:pt x="292671" y="62318"/>
                  </a:lnTo>
                  <a:lnTo>
                    <a:pt x="321043" y="168275"/>
                  </a:lnTo>
                  <a:lnTo>
                    <a:pt x="362915" y="168275"/>
                  </a:lnTo>
                  <a:lnTo>
                    <a:pt x="415899" y="3581"/>
                  </a:lnTo>
                  <a:close/>
                </a:path>
                <a:path w="580389" h="172084">
                  <a:moveTo>
                    <a:pt x="579907" y="98425"/>
                  </a:moveTo>
                  <a:lnTo>
                    <a:pt x="578929" y="75044"/>
                  </a:lnTo>
                  <a:lnTo>
                    <a:pt x="578332" y="71843"/>
                  </a:lnTo>
                  <a:lnTo>
                    <a:pt x="575373" y="55867"/>
                  </a:lnTo>
                  <a:lnTo>
                    <a:pt x="575271" y="55270"/>
                  </a:lnTo>
                  <a:lnTo>
                    <a:pt x="575195" y="54876"/>
                  </a:lnTo>
                  <a:lnTo>
                    <a:pt x="568706" y="37934"/>
                  </a:lnTo>
                  <a:lnTo>
                    <a:pt x="565607" y="33337"/>
                  </a:lnTo>
                  <a:lnTo>
                    <a:pt x="559473" y="24218"/>
                  </a:lnTo>
                  <a:lnTo>
                    <a:pt x="547878" y="13627"/>
                  </a:lnTo>
                  <a:lnTo>
                    <a:pt x="536651" y="7340"/>
                  </a:lnTo>
                  <a:lnTo>
                    <a:pt x="536651" y="71843"/>
                  </a:lnTo>
                  <a:lnTo>
                    <a:pt x="471563" y="71843"/>
                  </a:lnTo>
                  <a:lnTo>
                    <a:pt x="491248" y="35928"/>
                  </a:lnTo>
                  <a:lnTo>
                    <a:pt x="504304" y="33337"/>
                  </a:lnTo>
                  <a:lnTo>
                    <a:pt x="513168" y="33337"/>
                  </a:lnTo>
                  <a:lnTo>
                    <a:pt x="536651" y="71843"/>
                  </a:lnTo>
                  <a:lnTo>
                    <a:pt x="536651" y="7340"/>
                  </a:lnTo>
                  <a:lnTo>
                    <a:pt x="534365" y="6057"/>
                  </a:lnTo>
                  <a:lnTo>
                    <a:pt x="518909" y="1524"/>
                  </a:lnTo>
                  <a:lnTo>
                    <a:pt x="501523" y="0"/>
                  </a:lnTo>
                  <a:lnTo>
                    <a:pt x="485190" y="1524"/>
                  </a:lnTo>
                  <a:lnTo>
                    <a:pt x="485660" y="1524"/>
                  </a:lnTo>
                  <a:lnTo>
                    <a:pt x="471614" y="5816"/>
                  </a:lnTo>
                  <a:lnTo>
                    <a:pt x="439432" y="33985"/>
                  </a:lnTo>
                  <a:lnTo>
                    <a:pt x="426123" y="87122"/>
                  </a:lnTo>
                  <a:lnTo>
                    <a:pt x="427139" y="103543"/>
                  </a:lnTo>
                  <a:lnTo>
                    <a:pt x="442391" y="143865"/>
                  </a:lnTo>
                  <a:lnTo>
                    <a:pt x="485838" y="170294"/>
                  </a:lnTo>
                  <a:lnTo>
                    <a:pt x="505891" y="172046"/>
                  </a:lnTo>
                  <a:lnTo>
                    <a:pt x="518909" y="171272"/>
                  </a:lnTo>
                  <a:lnTo>
                    <a:pt x="559562" y="152603"/>
                  </a:lnTo>
                  <a:lnTo>
                    <a:pt x="577532" y="123228"/>
                  </a:lnTo>
                  <a:lnTo>
                    <a:pt x="534073" y="115887"/>
                  </a:lnTo>
                  <a:lnTo>
                    <a:pt x="531685" y="124091"/>
                  </a:lnTo>
                  <a:lnTo>
                    <a:pt x="528180" y="130111"/>
                  </a:lnTo>
                  <a:lnTo>
                    <a:pt x="523557" y="133946"/>
                  </a:lnTo>
                  <a:lnTo>
                    <a:pt x="518922" y="137655"/>
                  </a:lnTo>
                  <a:lnTo>
                    <a:pt x="513168" y="139509"/>
                  </a:lnTo>
                  <a:lnTo>
                    <a:pt x="506285" y="139509"/>
                  </a:lnTo>
                  <a:lnTo>
                    <a:pt x="473659" y="115887"/>
                  </a:lnTo>
                  <a:lnTo>
                    <a:pt x="470776" y="98425"/>
                  </a:lnTo>
                  <a:lnTo>
                    <a:pt x="579907" y="9842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2" name="object 312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4044543" y="8368042"/>
              <a:ext cx="106768" cy="168275"/>
            </a:xfrm>
            <a:prstGeom prst="rect">
              <a:avLst/>
            </a:prstGeom>
          </p:spPr>
        </p:pic>
      </p:grpSp>
      <p:pic>
        <p:nvPicPr>
          <p:cNvPr id="313" name="object 313"/>
          <p:cNvPicPr/>
          <p:nvPr/>
        </p:nvPicPr>
        <p:blipFill>
          <a:blip r:embed="rId190" cstate="print"/>
          <a:stretch>
            <a:fillRect/>
          </a:stretch>
        </p:blipFill>
        <p:spPr>
          <a:xfrm>
            <a:off x="4248581" y="8313470"/>
            <a:ext cx="1771827" cy="226618"/>
          </a:xfrm>
          <a:prstGeom prst="rect">
            <a:avLst/>
          </a:prstGeom>
        </p:spPr>
      </p:pic>
      <p:sp>
        <p:nvSpPr>
          <p:cNvPr id="314" name="object 314"/>
          <p:cNvSpPr/>
          <p:nvPr/>
        </p:nvSpPr>
        <p:spPr>
          <a:xfrm>
            <a:off x="2618381" y="8803487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5" name="object 315"/>
          <p:cNvPicPr/>
          <p:nvPr/>
        </p:nvPicPr>
        <p:blipFill>
          <a:blip r:embed="rId191" cstate="print"/>
          <a:stretch>
            <a:fillRect/>
          </a:stretch>
        </p:blipFill>
        <p:spPr>
          <a:xfrm>
            <a:off x="3023984" y="8753487"/>
            <a:ext cx="180187" cy="227202"/>
          </a:xfrm>
          <a:prstGeom prst="rect">
            <a:avLst/>
          </a:prstGeom>
        </p:spPr>
      </p:pic>
      <p:grpSp>
        <p:nvGrpSpPr>
          <p:cNvPr id="316" name="object 316"/>
          <p:cNvGrpSpPr/>
          <p:nvPr/>
        </p:nvGrpSpPr>
        <p:grpSpPr>
          <a:xfrm>
            <a:off x="3251492" y="8753487"/>
            <a:ext cx="953135" cy="231140"/>
            <a:chOff x="3251492" y="8753487"/>
            <a:chExt cx="953135" cy="231140"/>
          </a:xfrm>
        </p:grpSpPr>
        <p:pic>
          <p:nvPicPr>
            <p:cNvPr id="317" name="object 317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3251492" y="8815996"/>
              <a:ext cx="149821" cy="168465"/>
            </a:xfrm>
            <a:prstGeom prst="rect">
              <a:avLst/>
            </a:prstGeom>
          </p:spPr>
        </p:pic>
        <p:pic>
          <p:nvPicPr>
            <p:cNvPr id="318" name="object 318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3443046" y="8812415"/>
              <a:ext cx="242290" cy="168275"/>
            </a:xfrm>
            <a:prstGeom prst="rect">
              <a:avLst/>
            </a:prstGeom>
          </p:spPr>
        </p:pic>
        <p:pic>
          <p:nvPicPr>
            <p:cNvPr id="319" name="object 319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3726738" y="8753487"/>
              <a:ext cx="160934" cy="230974"/>
            </a:xfrm>
            <a:prstGeom prst="rect">
              <a:avLst/>
            </a:prstGeom>
          </p:spPr>
        </p:pic>
        <p:pic>
          <p:nvPicPr>
            <p:cNvPr id="320" name="object 320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3909961" y="8812415"/>
              <a:ext cx="153797" cy="172046"/>
            </a:xfrm>
            <a:prstGeom prst="rect">
              <a:avLst/>
            </a:prstGeom>
          </p:spPr>
        </p:pic>
        <p:pic>
          <p:nvPicPr>
            <p:cNvPr id="321" name="object 321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4097261" y="8812415"/>
              <a:ext cx="106756" cy="168275"/>
            </a:xfrm>
            <a:prstGeom prst="rect">
              <a:avLst/>
            </a:prstGeom>
          </p:spPr>
        </p:pic>
      </p:grpSp>
      <p:pic>
        <p:nvPicPr>
          <p:cNvPr id="322" name="object 322"/>
          <p:cNvPicPr/>
          <p:nvPr/>
        </p:nvPicPr>
        <p:blipFill>
          <a:blip r:embed="rId197" cstate="print"/>
          <a:stretch>
            <a:fillRect/>
          </a:stretch>
        </p:blipFill>
        <p:spPr>
          <a:xfrm>
            <a:off x="4300893" y="8749512"/>
            <a:ext cx="296329" cy="234950"/>
          </a:xfrm>
          <a:prstGeom prst="rect">
            <a:avLst/>
          </a:prstGeom>
        </p:spPr>
      </p:pic>
      <p:grpSp>
        <p:nvGrpSpPr>
          <p:cNvPr id="323" name="object 323"/>
          <p:cNvGrpSpPr/>
          <p:nvPr/>
        </p:nvGrpSpPr>
        <p:grpSpPr>
          <a:xfrm>
            <a:off x="4687379" y="8757843"/>
            <a:ext cx="1296670" cy="285750"/>
            <a:chOff x="4687379" y="8757843"/>
            <a:chExt cx="1296670" cy="285750"/>
          </a:xfrm>
        </p:grpSpPr>
        <p:sp>
          <p:nvSpPr>
            <p:cNvPr id="324" name="object 324"/>
            <p:cNvSpPr/>
            <p:nvPr/>
          </p:nvSpPr>
          <p:spPr>
            <a:xfrm>
              <a:off x="4687379" y="8757843"/>
              <a:ext cx="541020" cy="226695"/>
            </a:xfrm>
            <a:custGeom>
              <a:avLst/>
              <a:gdLst/>
              <a:ahLst/>
              <a:cxnLst/>
              <a:rect l="l" t="t" r="r" b="b"/>
              <a:pathLst>
                <a:path w="541020" h="226695">
                  <a:moveTo>
                    <a:pt x="154584" y="222846"/>
                  </a:moveTo>
                  <a:lnTo>
                    <a:pt x="145910" y="195859"/>
                  </a:lnTo>
                  <a:lnTo>
                    <a:pt x="145770" y="194957"/>
                  </a:lnTo>
                  <a:lnTo>
                    <a:pt x="145300" y="189318"/>
                  </a:lnTo>
                  <a:lnTo>
                    <a:pt x="145186" y="187972"/>
                  </a:lnTo>
                  <a:lnTo>
                    <a:pt x="145161" y="187629"/>
                  </a:lnTo>
                  <a:lnTo>
                    <a:pt x="144805" y="179527"/>
                  </a:lnTo>
                  <a:lnTo>
                    <a:pt x="144856" y="143878"/>
                  </a:lnTo>
                  <a:lnTo>
                    <a:pt x="144970" y="128295"/>
                  </a:lnTo>
                  <a:lnTo>
                    <a:pt x="144983" y="115493"/>
                  </a:lnTo>
                  <a:lnTo>
                    <a:pt x="135890" y="73875"/>
                  </a:lnTo>
                  <a:lnTo>
                    <a:pt x="101244" y="56311"/>
                  </a:lnTo>
                  <a:lnTo>
                    <a:pt x="75806" y="54571"/>
                  </a:lnTo>
                  <a:lnTo>
                    <a:pt x="60718" y="55295"/>
                  </a:lnTo>
                  <a:lnTo>
                    <a:pt x="19850" y="72529"/>
                  </a:lnTo>
                  <a:lnTo>
                    <a:pt x="4559" y="101206"/>
                  </a:lnTo>
                  <a:lnTo>
                    <a:pt x="44056" y="108356"/>
                  </a:lnTo>
                  <a:lnTo>
                    <a:pt x="46697" y="100812"/>
                  </a:lnTo>
                  <a:lnTo>
                    <a:pt x="50203" y="95516"/>
                  </a:lnTo>
                  <a:lnTo>
                    <a:pt x="58940" y="89433"/>
                  </a:lnTo>
                  <a:lnTo>
                    <a:pt x="64960" y="87909"/>
                  </a:lnTo>
                  <a:lnTo>
                    <a:pt x="84137" y="87909"/>
                  </a:lnTo>
                  <a:lnTo>
                    <a:pt x="91948" y="89700"/>
                  </a:lnTo>
                  <a:lnTo>
                    <a:pt x="96050" y="93268"/>
                  </a:lnTo>
                  <a:lnTo>
                    <a:pt x="100279" y="96710"/>
                  </a:lnTo>
                  <a:lnTo>
                    <a:pt x="102400" y="102666"/>
                  </a:lnTo>
                  <a:lnTo>
                    <a:pt x="102400" y="115493"/>
                  </a:lnTo>
                  <a:lnTo>
                    <a:pt x="102400" y="143878"/>
                  </a:lnTo>
                  <a:lnTo>
                    <a:pt x="102400" y="162852"/>
                  </a:lnTo>
                  <a:lnTo>
                    <a:pt x="102031" y="167220"/>
                  </a:lnTo>
                  <a:lnTo>
                    <a:pt x="101904" y="168681"/>
                  </a:lnTo>
                  <a:lnTo>
                    <a:pt x="101803" y="169938"/>
                  </a:lnTo>
                  <a:lnTo>
                    <a:pt x="100609" y="173634"/>
                  </a:lnTo>
                  <a:lnTo>
                    <a:pt x="99136" y="178879"/>
                  </a:lnTo>
                  <a:lnTo>
                    <a:pt x="99021" y="179324"/>
                  </a:lnTo>
                  <a:lnTo>
                    <a:pt x="95580" y="184150"/>
                  </a:lnTo>
                  <a:lnTo>
                    <a:pt x="90284" y="188125"/>
                  </a:lnTo>
                  <a:lnTo>
                    <a:pt x="83146" y="193281"/>
                  </a:lnTo>
                  <a:lnTo>
                    <a:pt x="75603" y="195859"/>
                  </a:lnTo>
                  <a:lnTo>
                    <a:pt x="60655" y="195859"/>
                  </a:lnTo>
                  <a:lnTo>
                    <a:pt x="54902" y="193675"/>
                  </a:lnTo>
                  <a:lnTo>
                    <a:pt x="50406" y="189318"/>
                  </a:lnTo>
                  <a:lnTo>
                    <a:pt x="45910" y="184823"/>
                  </a:lnTo>
                  <a:lnTo>
                    <a:pt x="43662" y="179527"/>
                  </a:lnTo>
                  <a:lnTo>
                    <a:pt x="43662" y="167220"/>
                  </a:lnTo>
                  <a:lnTo>
                    <a:pt x="75806" y="150622"/>
                  </a:lnTo>
                  <a:lnTo>
                    <a:pt x="84239" y="148717"/>
                  </a:lnTo>
                  <a:lnTo>
                    <a:pt x="91478" y="146951"/>
                  </a:lnTo>
                  <a:lnTo>
                    <a:pt x="97536" y="145338"/>
                  </a:lnTo>
                  <a:lnTo>
                    <a:pt x="102400" y="143878"/>
                  </a:lnTo>
                  <a:lnTo>
                    <a:pt x="102400" y="115493"/>
                  </a:lnTo>
                  <a:lnTo>
                    <a:pt x="95275" y="118021"/>
                  </a:lnTo>
                  <a:lnTo>
                    <a:pt x="85826" y="120611"/>
                  </a:lnTo>
                  <a:lnTo>
                    <a:pt x="74041" y="123278"/>
                  </a:lnTo>
                  <a:lnTo>
                    <a:pt x="59931" y="126009"/>
                  </a:lnTo>
                  <a:lnTo>
                    <a:pt x="49263" y="128295"/>
                  </a:lnTo>
                  <a:lnTo>
                    <a:pt x="11049" y="145719"/>
                  </a:lnTo>
                  <a:lnTo>
                    <a:pt x="0" y="177800"/>
                  </a:lnTo>
                  <a:lnTo>
                    <a:pt x="876" y="187629"/>
                  </a:lnTo>
                  <a:lnTo>
                    <a:pt x="22682" y="218922"/>
                  </a:lnTo>
                  <a:lnTo>
                    <a:pt x="54775" y="226618"/>
                  </a:lnTo>
                  <a:lnTo>
                    <a:pt x="61810" y="226288"/>
                  </a:lnTo>
                  <a:lnTo>
                    <a:pt x="100037" y="209956"/>
                  </a:lnTo>
                  <a:lnTo>
                    <a:pt x="105765" y="204787"/>
                  </a:lnTo>
                  <a:lnTo>
                    <a:pt x="105968" y="205536"/>
                  </a:lnTo>
                  <a:lnTo>
                    <a:pt x="107353" y="209956"/>
                  </a:lnTo>
                  <a:lnTo>
                    <a:pt x="108940" y="215646"/>
                  </a:lnTo>
                  <a:lnTo>
                    <a:pt x="110337" y="219938"/>
                  </a:lnTo>
                  <a:lnTo>
                    <a:pt x="111518" y="222846"/>
                  </a:lnTo>
                  <a:lnTo>
                    <a:pt x="154584" y="222846"/>
                  </a:lnTo>
                  <a:close/>
                </a:path>
                <a:path w="541020" h="226695">
                  <a:moveTo>
                    <a:pt x="267068" y="220078"/>
                  </a:moveTo>
                  <a:lnTo>
                    <a:pt x="263486" y="186334"/>
                  </a:lnTo>
                  <a:lnTo>
                    <a:pt x="255816" y="189115"/>
                  </a:lnTo>
                  <a:lnTo>
                    <a:pt x="249936" y="190500"/>
                  </a:lnTo>
                  <a:lnTo>
                    <a:pt x="242925" y="190500"/>
                  </a:lnTo>
                  <a:lnTo>
                    <a:pt x="240474" y="189776"/>
                  </a:lnTo>
                  <a:lnTo>
                    <a:pt x="236512" y="186867"/>
                  </a:lnTo>
                  <a:lnTo>
                    <a:pt x="235178" y="185013"/>
                  </a:lnTo>
                  <a:lnTo>
                    <a:pt x="233997" y="180517"/>
                  </a:lnTo>
                  <a:lnTo>
                    <a:pt x="233730" y="172707"/>
                  </a:lnTo>
                  <a:lnTo>
                    <a:pt x="233730" y="92875"/>
                  </a:lnTo>
                  <a:lnTo>
                    <a:pt x="263486" y="92875"/>
                  </a:lnTo>
                  <a:lnTo>
                    <a:pt x="263486" y="58153"/>
                  </a:lnTo>
                  <a:lnTo>
                    <a:pt x="233730" y="58153"/>
                  </a:lnTo>
                  <a:lnTo>
                    <a:pt x="233730" y="0"/>
                  </a:lnTo>
                  <a:lnTo>
                    <a:pt x="190068" y="25400"/>
                  </a:lnTo>
                  <a:lnTo>
                    <a:pt x="190068" y="58153"/>
                  </a:lnTo>
                  <a:lnTo>
                    <a:pt x="170027" y="58153"/>
                  </a:lnTo>
                  <a:lnTo>
                    <a:pt x="170027" y="92875"/>
                  </a:lnTo>
                  <a:lnTo>
                    <a:pt x="190068" y="92875"/>
                  </a:lnTo>
                  <a:lnTo>
                    <a:pt x="190068" y="164706"/>
                  </a:lnTo>
                  <a:lnTo>
                    <a:pt x="190411" y="183921"/>
                  </a:lnTo>
                  <a:lnTo>
                    <a:pt x="205092" y="220002"/>
                  </a:lnTo>
                  <a:lnTo>
                    <a:pt x="224802" y="226618"/>
                  </a:lnTo>
                  <a:lnTo>
                    <a:pt x="232740" y="226618"/>
                  </a:lnTo>
                  <a:lnTo>
                    <a:pt x="242100" y="226212"/>
                  </a:lnTo>
                  <a:lnTo>
                    <a:pt x="250939" y="224993"/>
                  </a:lnTo>
                  <a:lnTo>
                    <a:pt x="259257" y="222948"/>
                  </a:lnTo>
                  <a:lnTo>
                    <a:pt x="267068" y="220078"/>
                  </a:lnTo>
                  <a:close/>
                </a:path>
                <a:path w="541020" h="226695">
                  <a:moveTo>
                    <a:pt x="372795" y="220078"/>
                  </a:moveTo>
                  <a:lnTo>
                    <a:pt x="369227" y="186334"/>
                  </a:lnTo>
                  <a:lnTo>
                    <a:pt x="361543" y="189115"/>
                  </a:lnTo>
                  <a:lnTo>
                    <a:pt x="355663" y="190500"/>
                  </a:lnTo>
                  <a:lnTo>
                    <a:pt x="348653" y="190500"/>
                  </a:lnTo>
                  <a:lnTo>
                    <a:pt x="346202" y="189776"/>
                  </a:lnTo>
                  <a:lnTo>
                    <a:pt x="342239" y="186867"/>
                  </a:lnTo>
                  <a:lnTo>
                    <a:pt x="340906" y="185013"/>
                  </a:lnTo>
                  <a:lnTo>
                    <a:pt x="339725" y="180517"/>
                  </a:lnTo>
                  <a:lnTo>
                    <a:pt x="339458" y="172707"/>
                  </a:lnTo>
                  <a:lnTo>
                    <a:pt x="339458" y="92875"/>
                  </a:lnTo>
                  <a:lnTo>
                    <a:pt x="369227" y="92875"/>
                  </a:lnTo>
                  <a:lnTo>
                    <a:pt x="369227" y="58153"/>
                  </a:lnTo>
                  <a:lnTo>
                    <a:pt x="339458" y="58153"/>
                  </a:lnTo>
                  <a:lnTo>
                    <a:pt x="339458" y="0"/>
                  </a:lnTo>
                  <a:lnTo>
                    <a:pt x="295795" y="25400"/>
                  </a:lnTo>
                  <a:lnTo>
                    <a:pt x="295795" y="58153"/>
                  </a:lnTo>
                  <a:lnTo>
                    <a:pt x="275755" y="58153"/>
                  </a:lnTo>
                  <a:lnTo>
                    <a:pt x="275755" y="92875"/>
                  </a:lnTo>
                  <a:lnTo>
                    <a:pt x="295795" y="92875"/>
                  </a:lnTo>
                  <a:lnTo>
                    <a:pt x="295795" y="164706"/>
                  </a:lnTo>
                  <a:lnTo>
                    <a:pt x="296138" y="183921"/>
                  </a:lnTo>
                  <a:lnTo>
                    <a:pt x="310819" y="220002"/>
                  </a:lnTo>
                  <a:lnTo>
                    <a:pt x="330530" y="226618"/>
                  </a:lnTo>
                  <a:lnTo>
                    <a:pt x="338467" y="226618"/>
                  </a:lnTo>
                  <a:lnTo>
                    <a:pt x="347827" y="226212"/>
                  </a:lnTo>
                  <a:lnTo>
                    <a:pt x="356666" y="224993"/>
                  </a:lnTo>
                  <a:lnTo>
                    <a:pt x="364985" y="222948"/>
                  </a:lnTo>
                  <a:lnTo>
                    <a:pt x="372795" y="220078"/>
                  </a:lnTo>
                  <a:close/>
                </a:path>
                <a:path w="541020" h="226695">
                  <a:moveTo>
                    <a:pt x="540626" y="152996"/>
                  </a:moveTo>
                  <a:lnTo>
                    <a:pt x="539648" y="129616"/>
                  </a:lnTo>
                  <a:lnTo>
                    <a:pt x="539051" y="126415"/>
                  </a:lnTo>
                  <a:lnTo>
                    <a:pt x="536092" y="110439"/>
                  </a:lnTo>
                  <a:lnTo>
                    <a:pt x="535990" y="109842"/>
                  </a:lnTo>
                  <a:lnTo>
                    <a:pt x="535914" y="109448"/>
                  </a:lnTo>
                  <a:lnTo>
                    <a:pt x="529424" y="92506"/>
                  </a:lnTo>
                  <a:lnTo>
                    <a:pt x="526326" y="87909"/>
                  </a:lnTo>
                  <a:lnTo>
                    <a:pt x="520192" y="78790"/>
                  </a:lnTo>
                  <a:lnTo>
                    <a:pt x="508596" y="68199"/>
                  </a:lnTo>
                  <a:lnTo>
                    <a:pt x="497370" y="61912"/>
                  </a:lnTo>
                  <a:lnTo>
                    <a:pt x="497370" y="126415"/>
                  </a:lnTo>
                  <a:lnTo>
                    <a:pt x="432282" y="126415"/>
                  </a:lnTo>
                  <a:lnTo>
                    <a:pt x="451980" y="90500"/>
                  </a:lnTo>
                  <a:lnTo>
                    <a:pt x="465023" y="87909"/>
                  </a:lnTo>
                  <a:lnTo>
                    <a:pt x="473887" y="87909"/>
                  </a:lnTo>
                  <a:lnTo>
                    <a:pt x="497370" y="126415"/>
                  </a:lnTo>
                  <a:lnTo>
                    <a:pt x="497370" y="61912"/>
                  </a:lnTo>
                  <a:lnTo>
                    <a:pt x="495084" y="60629"/>
                  </a:lnTo>
                  <a:lnTo>
                    <a:pt x="479628" y="56095"/>
                  </a:lnTo>
                  <a:lnTo>
                    <a:pt x="462254" y="54571"/>
                  </a:lnTo>
                  <a:lnTo>
                    <a:pt x="445909" y="56095"/>
                  </a:lnTo>
                  <a:lnTo>
                    <a:pt x="446379" y="56095"/>
                  </a:lnTo>
                  <a:lnTo>
                    <a:pt x="432333" y="60388"/>
                  </a:lnTo>
                  <a:lnTo>
                    <a:pt x="400151" y="88557"/>
                  </a:lnTo>
                  <a:lnTo>
                    <a:pt x="386842" y="141693"/>
                  </a:lnTo>
                  <a:lnTo>
                    <a:pt x="387858" y="158115"/>
                  </a:lnTo>
                  <a:lnTo>
                    <a:pt x="403110" y="198437"/>
                  </a:lnTo>
                  <a:lnTo>
                    <a:pt x="446557" y="224866"/>
                  </a:lnTo>
                  <a:lnTo>
                    <a:pt x="466610" y="226618"/>
                  </a:lnTo>
                  <a:lnTo>
                    <a:pt x="479628" y="225844"/>
                  </a:lnTo>
                  <a:lnTo>
                    <a:pt x="520280" y="207175"/>
                  </a:lnTo>
                  <a:lnTo>
                    <a:pt x="538251" y="177800"/>
                  </a:lnTo>
                  <a:lnTo>
                    <a:pt x="494792" y="170459"/>
                  </a:lnTo>
                  <a:lnTo>
                    <a:pt x="492417" y="178663"/>
                  </a:lnTo>
                  <a:lnTo>
                    <a:pt x="488911" y="184683"/>
                  </a:lnTo>
                  <a:lnTo>
                    <a:pt x="484276" y="188518"/>
                  </a:lnTo>
                  <a:lnTo>
                    <a:pt x="479640" y="192227"/>
                  </a:lnTo>
                  <a:lnTo>
                    <a:pt x="473887" y="194081"/>
                  </a:lnTo>
                  <a:lnTo>
                    <a:pt x="467017" y="194081"/>
                  </a:lnTo>
                  <a:lnTo>
                    <a:pt x="434390" y="170459"/>
                  </a:lnTo>
                  <a:lnTo>
                    <a:pt x="434314" y="170319"/>
                  </a:lnTo>
                  <a:lnTo>
                    <a:pt x="432295" y="162191"/>
                  </a:lnTo>
                  <a:lnTo>
                    <a:pt x="431495" y="152996"/>
                  </a:lnTo>
                  <a:lnTo>
                    <a:pt x="540626" y="15299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5" name="object 325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5260123" y="8812415"/>
              <a:ext cx="242290" cy="168275"/>
            </a:xfrm>
            <a:prstGeom prst="rect">
              <a:avLst/>
            </a:prstGeom>
          </p:spPr>
        </p:pic>
        <p:pic>
          <p:nvPicPr>
            <p:cNvPr id="326" name="object 326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5544616" y="8757843"/>
              <a:ext cx="439369" cy="285559"/>
            </a:xfrm>
            <a:prstGeom prst="rect">
              <a:avLst/>
            </a:prstGeom>
          </p:spPr>
        </p:pic>
      </p:grpSp>
      <p:sp>
        <p:nvSpPr>
          <p:cNvPr id="327" name="object 327"/>
          <p:cNvSpPr/>
          <p:nvPr/>
        </p:nvSpPr>
        <p:spPr>
          <a:xfrm>
            <a:off x="2618381" y="9247860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8" name="object 328"/>
          <p:cNvGrpSpPr/>
          <p:nvPr/>
        </p:nvGrpSpPr>
        <p:grpSpPr>
          <a:xfrm>
            <a:off x="3023387" y="9197975"/>
            <a:ext cx="757555" cy="231140"/>
            <a:chOff x="3023387" y="9197975"/>
            <a:chExt cx="757555" cy="231140"/>
          </a:xfrm>
        </p:grpSpPr>
        <p:sp>
          <p:nvSpPr>
            <p:cNvPr id="329" name="object 329"/>
            <p:cNvSpPr/>
            <p:nvPr/>
          </p:nvSpPr>
          <p:spPr>
            <a:xfrm>
              <a:off x="3023387" y="9197974"/>
              <a:ext cx="173355" cy="227329"/>
            </a:xfrm>
            <a:custGeom>
              <a:avLst/>
              <a:gdLst/>
              <a:ahLst/>
              <a:cxnLst/>
              <a:rect l="l" t="t" r="r" b="b"/>
              <a:pathLst>
                <a:path w="173355" h="227329">
                  <a:moveTo>
                    <a:pt x="173037" y="189230"/>
                  </a:moveTo>
                  <a:lnTo>
                    <a:pt x="46037" y="189230"/>
                  </a:lnTo>
                  <a:lnTo>
                    <a:pt x="46037" y="127000"/>
                  </a:lnTo>
                  <a:lnTo>
                    <a:pt x="160147" y="127000"/>
                  </a:lnTo>
                  <a:lnTo>
                    <a:pt x="160147" y="88900"/>
                  </a:lnTo>
                  <a:lnTo>
                    <a:pt x="46037" y="88900"/>
                  </a:lnTo>
                  <a:lnTo>
                    <a:pt x="46037" y="38100"/>
                  </a:lnTo>
                  <a:lnTo>
                    <a:pt x="168681" y="38100"/>
                  </a:lnTo>
                  <a:lnTo>
                    <a:pt x="168681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88900"/>
                  </a:lnTo>
                  <a:lnTo>
                    <a:pt x="0" y="127000"/>
                  </a:lnTo>
                  <a:lnTo>
                    <a:pt x="0" y="189230"/>
                  </a:lnTo>
                  <a:lnTo>
                    <a:pt x="0" y="227330"/>
                  </a:lnTo>
                  <a:lnTo>
                    <a:pt x="173037" y="227330"/>
                  </a:lnTo>
                  <a:lnTo>
                    <a:pt x="173037" y="18923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0" name="object 330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3232975" y="9256788"/>
              <a:ext cx="408838" cy="172046"/>
            </a:xfrm>
            <a:prstGeom prst="rect">
              <a:avLst/>
            </a:prstGeom>
          </p:spPr>
        </p:pic>
        <p:pic>
          <p:nvPicPr>
            <p:cNvPr id="331" name="object 331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3674033" y="9256788"/>
              <a:ext cx="106756" cy="168275"/>
            </a:xfrm>
            <a:prstGeom prst="rect">
              <a:avLst/>
            </a:prstGeom>
          </p:spPr>
        </p:pic>
      </p:grpSp>
      <p:grpSp>
        <p:nvGrpSpPr>
          <p:cNvPr id="332" name="object 332"/>
          <p:cNvGrpSpPr/>
          <p:nvPr/>
        </p:nvGrpSpPr>
        <p:grpSpPr>
          <a:xfrm>
            <a:off x="3886593" y="9202216"/>
            <a:ext cx="1216025" cy="285750"/>
            <a:chOff x="3886593" y="9202216"/>
            <a:chExt cx="1216025" cy="285750"/>
          </a:xfrm>
        </p:grpSpPr>
        <p:pic>
          <p:nvPicPr>
            <p:cNvPr id="333" name="object 333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3886593" y="9256788"/>
              <a:ext cx="160502" cy="230987"/>
            </a:xfrm>
            <a:prstGeom prst="rect">
              <a:avLst/>
            </a:prstGeom>
          </p:spPr>
        </p:pic>
        <p:sp>
          <p:nvSpPr>
            <p:cNvPr id="334" name="object 334"/>
            <p:cNvSpPr/>
            <p:nvPr/>
          </p:nvSpPr>
          <p:spPr>
            <a:xfrm>
              <a:off x="4070210" y="9202216"/>
              <a:ext cx="541020" cy="226695"/>
            </a:xfrm>
            <a:custGeom>
              <a:avLst/>
              <a:gdLst/>
              <a:ahLst/>
              <a:cxnLst/>
              <a:rect l="l" t="t" r="r" b="b"/>
              <a:pathLst>
                <a:path w="541020" h="226695">
                  <a:moveTo>
                    <a:pt x="154584" y="222846"/>
                  </a:moveTo>
                  <a:lnTo>
                    <a:pt x="145910" y="195859"/>
                  </a:lnTo>
                  <a:lnTo>
                    <a:pt x="145770" y="194957"/>
                  </a:lnTo>
                  <a:lnTo>
                    <a:pt x="145300" y="189318"/>
                  </a:lnTo>
                  <a:lnTo>
                    <a:pt x="145186" y="187972"/>
                  </a:lnTo>
                  <a:lnTo>
                    <a:pt x="145161" y="187629"/>
                  </a:lnTo>
                  <a:lnTo>
                    <a:pt x="144805" y="179527"/>
                  </a:lnTo>
                  <a:lnTo>
                    <a:pt x="144856" y="143878"/>
                  </a:lnTo>
                  <a:lnTo>
                    <a:pt x="144970" y="128295"/>
                  </a:lnTo>
                  <a:lnTo>
                    <a:pt x="144983" y="115493"/>
                  </a:lnTo>
                  <a:lnTo>
                    <a:pt x="135890" y="73875"/>
                  </a:lnTo>
                  <a:lnTo>
                    <a:pt x="101244" y="56311"/>
                  </a:lnTo>
                  <a:lnTo>
                    <a:pt x="75806" y="54571"/>
                  </a:lnTo>
                  <a:lnTo>
                    <a:pt x="60718" y="55295"/>
                  </a:lnTo>
                  <a:lnTo>
                    <a:pt x="19850" y="72529"/>
                  </a:lnTo>
                  <a:lnTo>
                    <a:pt x="4572" y="101206"/>
                  </a:lnTo>
                  <a:lnTo>
                    <a:pt x="44056" y="108356"/>
                  </a:lnTo>
                  <a:lnTo>
                    <a:pt x="46697" y="100812"/>
                  </a:lnTo>
                  <a:lnTo>
                    <a:pt x="50203" y="95516"/>
                  </a:lnTo>
                  <a:lnTo>
                    <a:pt x="58940" y="89433"/>
                  </a:lnTo>
                  <a:lnTo>
                    <a:pt x="64960" y="87909"/>
                  </a:lnTo>
                  <a:lnTo>
                    <a:pt x="84137" y="87909"/>
                  </a:lnTo>
                  <a:lnTo>
                    <a:pt x="91948" y="89700"/>
                  </a:lnTo>
                  <a:lnTo>
                    <a:pt x="96050" y="93268"/>
                  </a:lnTo>
                  <a:lnTo>
                    <a:pt x="100279" y="96710"/>
                  </a:lnTo>
                  <a:lnTo>
                    <a:pt x="102400" y="102666"/>
                  </a:lnTo>
                  <a:lnTo>
                    <a:pt x="102400" y="115493"/>
                  </a:lnTo>
                  <a:lnTo>
                    <a:pt x="102400" y="143878"/>
                  </a:lnTo>
                  <a:lnTo>
                    <a:pt x="102400" y="162852"/>
                  </a:lnTo>
                  <a:lnTo>
                    <a:pt x="102031" y="167220"/>
                  </a:lnTo>
                  <a:lnTo>
                    <a:pt x="101904" y="168681"/>
                  </a:lnTo>
                  <a:lnTo>
                    <a:pt x="101803" y="169938"/>
                  </a:lnTo>
                  <a:lnTo>
                    <a:pt x="100609" y="173634"/>
                  </a:lnTo>
                  <a:lnTo>
                    <a:pt x="99136" y="178879"/>
                  </a:lnTo>
                  <a:lnTo>
                    <a:pt x="99021" y="179324"/>
                  </a:lnTo>
                  <a:lnTo>
                    <a:pt x="95580" y="184150"/>
                  </a:lnTo>
                  <a:lnTo>
                    <a:pt x="90297" y="188125"/>
                  </a:lnTo>
                  <a:lnTo>
                    <a:pt x="83146" y="193281"/>
                  </a:lnTo>
                  <a:lnTo>
                    <a:pt x="75603" y="195859"/>
                  </a:lnTo>
                  <a:lnTo>
                    <a:pt x="60655" y="195859"/>
                  </a:lnTo>
                  <a:lnTo>
                    <a:pt x="54902" y="193675"/>
                  </a:lnTo>
                  <a:lnTo>
                    <a:pt x="50406" y="189318"/>
                  </a:lnTo>
                  <a:lnTo>
                    <a:pt x="45910" y="184823"/>
                  </a:lnTo>
                  <a:lnTo>
                    <a:pt x="43662" y="179527"/>
                  </a:lnTo>
                  <a:lnTo>
                    <a:pt x="43662" y="167220"/>
                  </a:lnTo>
                  <a:lnTo>
                    <a:pt x="75806" y="150622"/>
                  </a:lnTo>
                  <a:lnTo>
                    <a:pt x="84239" y="148717"/>
                  </a:lnTo>
                  <a:lnTo>
                    <a:pt x="91478" y="146951"/>
                  </a:lnTo>
                  <a:lnTo>
                    <a:pt x="97536" y="145338"/>
                  </a:lnTo>
                  <a:lnTo>
                    <a:pt x="102400" y="143878"/>
                  </a:lnTo>
                  <a:lnTo>
                    <a:pt x="102400" y="115493"/>
                  </a:lnTo>
                  <a:lnTo>
                    <a:pt x="95275" y="118021"/>
                  </a:lnTo>
                  <a:lnTo>
                    <a:pt x="85826" y="120611"/>
                  </a:lnTo>
                  <a:lnTo>
                    <a:pt x="74041" y="123278"/>
                  </a:lnTo>
                  <a:lnTo>
                    <a:pt x="59931" y="126009"/>
                  </a:lnTo>
                  <a:lnTo>
                    <a:pt x="49263" y="128295"/>
                  </a:lnTo>
                  <a:lnTo>
                    <a:pt x="11049" y="145719"/>
                  </a:lnTo>
                  <a:lnTo>
                    <a:pt x="0" y="177800"/>
                  </a:lnTo>
                  <a:lnTo>
                    <a:pt x="876" y="187629"/>
                  </a:lnTo>
                  <a:lnTo>
                    <a:pt x="22682" y="218922"/>
                  </a:lnTo>
                  <a:lnTo>
                    <a:pt x="54775" y="226618"/>
                  </a:lnTo>
                  <a:lnTo>
                    <a:pt x="61810" y="226288"/>
                  </a:lnTo>
                  <a:lnTo>
                    <a:pt x="100037" y="209956"/>
                  </a:lnTo>
                  <a:lnTo>
                    <a:pt x="105765" y="204787"/>
                  </a:lnTo>
                  <a:lnTo>
                    <a:pt x="105968" y="205536"/>
                  </a:lnTo>
                  <a:lnTo>
                    <a:pt x="107353" y="209956"/>
                  </a:lnTo>
                  <a:lnTo>
                    <a:pt x="108940" y="215646"/>
                  </a:lnTo>
                  <a:lnTo>
                    <a:pt x="110337" y="219938"/>
                  </a:lnTo>
                  <a:lnTo>
                    <a:pt x="111518" y="222846"/>
                  </a:lnTo>
                  <a:lnTo>
                    <a:pt x="154584" y="222846"/>
                  </a:lnTo>
                  <a:close/>
                </a:path>
                <a:path w="541020" h="226695">
                  <a:moveTo>
                    <a:pt x="267068" y="220078"/>
                  </a:moveTo>
                  <a:lnTo>
                    <a:pt x="263499" y="186334"/>
                  </a:lnTo>
                  <a:lnTo>
                    <a:pt x="255816" y="189115"/>
                  </a:lnTo>
                  <a:lnTo>
                    <a:pt x="249936" y="190500"/>
                  </a:lnTo>
                  <a:lnTo>
                    <a:pt x="242925" y="190500"/>
                  </a:lnTo>
                  <a:lnTo>
                    <a:pt x="240474" y="189776"/>
                  </a:lnTo>
                  <a:lnTo>
                    <a:pt x="236512" y="186867"/>
                  </a:lnTo>
                  <a:lnTo>
                    <a:pt x="235178" y="185013"/>
                  </a:lnTo>
                  <a:lnTo>
                    <a:pt x="233997" y="180517"/>
                  </a:lnTo>
                  <a:lnTo>
                    <a:pt x="233730" y="172707"/>
                  </a:lnTo>
                  <a:lnTo>
                    <a:pt x="233730" y="92875"/>
                  </a:lnTo>
                  <a:lnTo>
                    <a:pt x="263499" y="92875"/>
                  </a:lnTo>
                  <a:lnTo>
                    <a:pt x="263499" y="58153"/>
                  </a:lnTo>
                  <a:lnTo>
                    <a:pt x="233730" y="58153"/>
                  </a:lnTo>
                  <a:lnTo>
                    <a:pt x="233730" y="0"/>
                  </a:lnTo>
                  <a:lnTo>
                    <a:pt x="190068" y="25400"/>
                  </a:lnTo>
                  <a:lnTo>
                    <a:pt x="190068" y="58153"/>
                  </a:lnTo>
                  <a:lnTo>
                    <a:pt x="170027" y="58153"/>
                  </a:lnTo>
                  <a:lnTo>
                    <a:pt x="170027" y="92875"/>
                  </a:lnTo>
                  <a:lnTo>
                    <a:pt x="190068" y="92875"/>
                  </a:lnTo>
                  <a:lnTo>
                    <a:pt x="190068" y="164706"/>
                  </a:lnTo>
                  <a:lnTo>
                    <a:pt x="190411" y="183921"/>
                  </a:lnTo>
                  <a:lnTo>
                    <a:pt x="205092" y="220002"/>
                  </a:lnTo>
                  <a:lnTo>
                    <a:pt x="224802" y="226618"/>
                  </a:lnTo>
                  <a:lnTo>
                    <a:pt x="232740" y="226618"/>
                  </a:lnTo>
                  <a:lnTo>
                    <a:pt x="242100" y="226212"/>
                  </a:lnTo>
                  <a:lnTo>
                    <a:pt x="250939" y="224993"/>
                  </a:lnTo>
                  <a:lnTo>
                    <a:pt x="259257" y="222948"/>
                  </a:lnTo>
                  <a:lnTo>
                    <a:pt x="267068" y="220078"/>
                  </a:lnTo>
                  <a:close/>
                </a:path>
                <a:path w="541020" h="226695">
                  <a:moveTo>
                    <a:pt x="372795" y="220078"/>
                  </a:moveTo>
                  <a:lnTo>
                    <a:pt x="369227" y="186334"/>
                  </a:lnTo>
                  <a:lnTo>
                    <a:pt x="361543" y="189115"/>
                  </a:lnTo>
                  <a:lnTo>
                    <a:pt x="355663" y="190500"/>
                  </a:lnTo>
                  <a:lnTo>
                    <a:pt x="348653" y="190500"/>
                  </a:lnTo>
                  <a:lnTo>
                    <a:pt x="346202" y="189776"/>
                  </a:lnTo>
                  <a:lnTo>
                    <a:pt x="342239" y="186867"/>
                  </a:lnTo>
                  <a:lnTo>
                    <a:pt x="340906" y="185013"/>
                  </a:lnTo>
                  <a:lnTo>
                    <a:pt x="339725" y="180517"/>
                  </a:lnTo>
                  <a:lnTo>
                    <a:pt x="339458" y="172707"/>
                  </a:lnTo>
                  <a:lnTo>
                    <a:pt x="339458" y="92875"/>
                  </a:lnTo>
                  <a:lnTo>
                    <a:pt x="369227" y="92875"/>
                  </a:lnTo>
                  <a:lnTo>
                    <a:pt x="369227" y="58153"/>
                  </a:lnTo>
                  <a:lnTo>
                    <a:pt x="339458" y="58153"/>
                  </a:lnTo>
                  <a:lnTo>
                    <a:pt x="339458" y="0"/>
                  </a:lnTo>
                  <a:lnTo>
                    <a:pt x="295795" y="25400"/>
                  </a:lnTo>
                  <a:lnTo>
                    <a:pt x="295795" y="58153"/>
                  </a:lnTo>
                  <a:lnTo>
                    <a:pt x="275755" y="58153"/>
                  </a:lnTo>
                  <a:lnTo>
                    <a:pt x="275755" y="92875"/>
                  </a:lnTo>
                  <a:lnTo>
                    <a:pt x="295795" y="92875"/>
                  </a:lnTo>
                  <a:lnTo>
                    <a:pt x="295795" y="164706"/>
                  </a:lnTo>
                  <a:lnTo>
                    <a:pt x="296138" y="183921"/>
                  </a:lnTo>
                  <a:lnTo>
                    <a:pt x="310819" y="220002"/>
                  </a:lnTo>
                  <a:lnTo>
                    <a:pt x="330530" y="226618"/>
                  </a:lnTo>
                  <a:lnTo>
                    <a:pt x="338467" y="226618"/>
                  </a:lnTo>
                  <a:lnTo>
                    <a:pt x="347827" y="226212"/>
                  </a:lnTo>
                  <a:lnTo>
                    <a:pt x="356666" y="224993"/>
                  </a:lnTo>
                  <a:lnTo>
                    <a:pt x="364985" y="222948"/>
                  </a:lnTo>
                  <a:lnTo>
                    <a:pt x="372795" y="220078"/>
                  </a:lnTo>
                  <a:close/>
                </a:path>
                <a:path w="541020" h="226695">
                  <a:moveTo>
                    <a:pt x="540639" y="152996"/>
                  </a:moveTo>
                  <a:lnTo>
                    <a:pt x="539648" y="129616"/>
                  </a:lnTo>
                  <a:lnTo>
                    <a:pt x="539064" y="126415"/>
                  </a:lnTo>
                  <a:lnTo>
                    <a:pt x="536092" y="110439"/>
                  </a:lnTo>
                  <a:lnTo>
                    <a:pt x="535990" y="109842"/>
                  </a:lnTo>
                  <a:lnTo>
                    <a:pt x="535914" y="109448"/>
                  </a:lnTo>
                  <a:lnTo>
                    <a:pt x="529424" y="92506"/>
                  </a:lnTo>
                  <a:lnTo>
                    <a:pt x="526326" y="87909"/>
                  </a:lnTo>
                  <a:lnTo>
                    <a:pt x="520192" y="78790"/>
                  </a:lnTo>
                  <a:lnTo>
                    <a:pt x="508609" y="68199"/>
                  </a:lnTo>
                  <a:lnTo>
                    <a:pt x="497370" y="61912"/>
                  </a:lnTo>
                  <a:lnTo>
                    <a:pt x="497370" y="126415"/>
                  </a:lnTo>
                  <a:lnTo>
                    <a:pt x="432282" y="126415"/>
                  </a:lnTo>
                  <a:lnTo>
                    <a:pt x="451980" y="90500"/>
                  </a:lnTo>
                  <a:lnTo>
                    <a:pt x="465023" y="87909"/>
                  </a:lnTo>
                  <a:lnTo>
                    <a:pt x="473887" y="87909"/>
                  </a:lnTo>
                  <a:lnTo>
                    <a:pt x="497370" y="126415"/>
                  </a:lnTo>
                  <a:lnTo>
                    <a:pt x="497370" y="61912"/>
                  </a:lnTo>
                  <a:lnTo>
                    <a:pt x="495084" y="60629"/>
                  </a:lnTo>
                  <a:lnTo>
                    <a:pt x="479640" y="56095"/>
                  </a:lnTo>
                  <a:lnTo>
                    <a:pt x="462254" y="54571"/>
                  </a:lnTo>
                  <a:lnTo>
                    <a:pt x="445909" y="56095"/>
                  </a:lnTo>
                  <a:lnTo>
                    <a:pt x="446379" y="56095"/>
                  </a:lnTo>
                  <a:lnTo>
                    <a:pt x="432333" y="60388"/>
                  </a:lnTo>
                  <a:lnTo>
                    <a:pt x="400151" y="88557"/>
                  </a:lnTo>
                  <a:lnTo>
                    <a:pt x="386842" y="141693"/>
                  </a:lnTo>
                  <a:lnTo>
                    <a:pt x="387858" y="158115"/>
                  </a:lnTo>
                  <a:lnTo>
                    <a:pt x="403110" y="198437"/>
                  </a:lnTo>
                  <a:lnTo>
                    <a:pt x="446557" y="224866"/>
                  </a:lnTo>
                  <a:lnTo>
                    <a:pt x="466610" y="226618"/>
                  </a:lnTo>
                  <a:lnTo>
                    <a:pt x="479628" y="225844"/>
                  </a:lnTo>
                  <a:lnTo>
                    <a:pt x="520280" y="207175"/>
                  </a:lnTo>
                  <a:lnTo>
                    <a:pt x="530364" y="194081"/>
                  </a:lnTo>
                  <a:lnTo>
                    <a:pt x="533476" y="189001"/>
                  </a:lnTo>
                  <a:lnTo>
                    <a:pt x="538251" y="177800"/>
                  </a:lnTo>
                  <a:lnTo>
                    <a:pt x="494792" y="170459"/>
                  </a:lnTo>
                  <a:lnTo>
                    <a:pt x="492417" y="178663"/>
                  </a:lnTo>
                  <a:lnTo>
                    <a:pt x="488911" y="184683"/>
                  </a:lnTo>
                  <a:lnTo>
                    <a:pt x="484276" y="188518"/>
                  </a:lnTo>
                  <a:lnTo>
                    <a:pt x="479640" y="192227"/>
                  </a:lnTo>
                  <a:lnTo>
                    <a:pt x="473887" y="194081"/>
                  </a:lnTo>
                  <a:lnTo>
                    <a:pt x="467017" y="194081"/>
                  </a:lnTo>
                  <a:lnTo>
                    <a:pt x="434390" y="170459"/>
                  </a:lnTo>
                  <a:lnTo>
                    <a:pt x="434314" y="170319"/>
                  </a:lnTo>
                  <a:lnTo>
                    <a:pt x="432295" y="162191"/>
                  </a:lnTo>
                  <a:lnTo>
                    <a:pt x="431495" y="152996"/>
                  </a:lnTo>
                  <a:lnTo>
                    <a:pt x="540639" y="152996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5" name="object 335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4644351" y="9256788"/>
              <a:ext cx="275361" cy="168275"/>
            </a:xfrm>
            <a:prstGeom prst="rect">
              <a:avLst/>
            </a:prstGeom>
          </p:spPr>
        </p:pic>
        <p:pic>
          <p:nvPicPr>
            <p:cNvPr id="336" name="object 336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4948542" y="9256788"/>
              <a:ext cx="153797" cy="172046"/>
            </a:xfrm>
            <a:prstGeom prst="rect">
              <a:avLst/>
            </a:prstGeom>
          </p:spPr>
        </p:pic>
      </p:grpSp>
      <p:sp>
        <p:nvSpPr>
          <p:cNvPr id="337" name="object 337"/>
          <p:cNvSpPr/>
          <p:nvPr/>
        </p:nvSpPr>
        <p:spPr>
          <a:xfrm>
            <a:off x="2618381" y="9692233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5">
                <a:moveTo>
                  <a:pt x="113108" y="0"/>
                </a:moveTo>
                <a:lnTo>
                  <a:pt x="0" y="0"/>
                </a:lnTo>
                <a:lnTo>
                  <a:pt x="0" y="113106"/>
                </a:lnTo>
                <a:lnTo>
                  <a:pt x="113108" y="113106"/>
                </a:lnTo>
                <a:lnTo>
                  <a:pt x="113108" y="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/>
          <p:nvPr/>
        </p:nvSpPr>
        <p:spPr>
          <a:xfrm>
            <a:off x="3024784" y="9643744"/>
            <a:ext cx="160020" cy="226060"/>
          </a:xfrm>
          <a:custGeom>
            <a:avLst/>
            <a:gdLst/>
            <a:ahLst/>
            <a:cxnLst/>
            <a:rect l="l" t="t" r="r" b="b"/>
            <a:pathLst>
              <a:path w="160019" h="226059">
                <a:moveTo>
                  <a:pt x="159931" y="187960"/>
                </a:moveTo>
                <a:lnTo>
                  <a:pt x="45834" y="187960"/>
                </a:lnTo>
                <a:lnTo>
                  <a:pt x="45834" y="0"/>
                </a:lnTo>
                <a:lnTo>
                  <a:pt x="0" y="0"/>
                </a:lnTo>
                <a:lnTo>
                  <a:pt x="0" y="187960"/>
                </a:lnTo>
                <a:lnTo>
                  <a:pt x="0" y="226060"/>
                </a:lnTo>
                <a:lnTo>
                  <a:pt x="159931" y="226060"/>
                </a:lnTo>
                <a:lnTo>
                  <a:pt x="159931" y="187960"/>
                </a:lnTo>
                <a:close/>
              </a:path>
            </a:pathLst>
          </a:custGeom>
          <a:solidFill>
            <a:srgbClr val="050E9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9" name="object 339"/>
          <p:cNvGrpSpPr/>
          <p:nvPr/>
        </p:nvGrpSpPr>
        <p:grpSpPr>
          <a:xfrm>
            <a:off x="3204438" y="9642233"/>
            <a:ext cx="1116330" cy="294640"/>
            <a:chOff x="3204438" y="9642233"/>
            <a:chExt cx="1116330" cy="294640"/>
          </a:xfrm>
        </p:grpSpPr>
        <p:pic>
          <p:nvPicPr>
            <p:cNvPr id="340" name="object 340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3382200" y="9701161"/>
              <a:ext cx="154584" cy="172046"/>
            </a:xfrm>
            <a:prstGeom prst="rect">
              <a:avLst/>
            </a:prstGeom>
          </p:spPr>
        </p:pic>
        <p:pic>
          <p:nvPicPr>
            <p:cNvPr id="341" name="object 341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3204438" y="9701161"/>
              <a:ext cx="153784" cy="172046"/>
            </a:xfrm>
            <a:prstGeom prst="rect">
              <a:avLst/>
            </a:prstGeom>
          </p:spPr>
        </p:pic>
        <p:pic>
          <p:nvPicPr>
            <p:cNvPr id="342" name="object 342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3568306" y="9701161"/>
              <a:ext cx="275361" cy="168275"/>
            </a:xfrm>
            <a:prstGeom prst="rect">
              <a:avLst/>
            </a:prstGeom>
          </p:spPr>
        </p:pic>
        <p:sp>
          <p:nvSpPr>
            <p:cNvPr id="343" name="object 343"/>
            <p:cNvSpPr/>
            <p:nvPr/>
          </p:nvSpPr>
          <p:spPr>
            <a:xfrm>
              <a:off x="3887787" y="964223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4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4" name="object 344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3975595" y="9701161"/>
              <a:ext cx="150215" cy="168275"/>
            </a:xfrm>
            <a:prstGeom prst="rect">
              <a:avLst/>
            </a:prstGeom>
          </p:spPr>
        </p:pic>
        <p:pic>
          <p:nvPicPr>
            <p:cNvPr id="345" name="object 345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4160215" y="9701161"/>
              <a:ext cx="160527" cy="235153"/>
            </a:xfrm>
            <a:prstGeom prst="rect">
              <a:avLst/>
            </a:prstGeom>
          </p:spPr>
        </p:pic>
      </p:grpSp>
      <p:grpSp>
        <p:nvGrpSpPr>
          <p:cNvPr id="346" name="object 346"/>
          <p:cNvGrpSpPr/>
          <p:nvPr/>
        </p:nvGrpSpPr>
        <p:grpSpPr>
          <a:xfrm>
            <a:off x="4450892" y="9642233"/>
            <a:ext cx="1791970" cy="294640"/>
            <a:chOff x="4450892" y="9642233"/>
            <a:chExt cx="1791970" cy="294640"/>
          </a:xfrm>
        </p:grpSpPr>
        <p:pic>
          <p:nvPicPr>
            <p:cNvPr id="347" name="object 347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4450892" y="9701161"/>
              <a:ext cx="1321790" cy="235153"/>
            </a:xfrm>
            <a:prstGeom prst="rect">
              <a:avLst/>
            </a:prstGeom>
          </p:spPr>
        </p:pic>
        <p:sp>
          <p:nvSpPr>
            <p:cNvPr id="348" name="object 348"/>
            <p:cNvSpPr/>
            <p:nvPr/>
          </p:nvSpPr>
          <p:spPr>
            <a:xfrm>
              <a:off x="5810745" y="964223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4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4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9" name="object 349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5888837" y="9701161"/>
              <a:ext cx="169862" cy="172046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092494" y="9701161"/>
              <a:ext cx="150228" cy="168275"/>
            </a:xfrm>
            <a:prstGeom prst="rect">
              <a:avLst/>
            </a:prstGeom>
          </p:spPr>
        </p:pic>
      </p:grpSp>
      <p:grpSp>
        <p:nvGrpSpPr>
          <p:cNvPr id="351" name="object 351"/>
          <p:cNvGrpSpPr/>
          <p:nvPr/>
        </p:nvGrpSpPr>
        <p:grpSpPr>
          <a:xfrm>
            <a:off x="6364922" y="9701161"/>
            <a:ext cx="662305" cy="172085"/>
            <a:chOff x="6364922" y="9701161"/>
            <a:chExt cx="662305" cy="172085"/>
          </a:xfrm>
        </p:grpSpPr>
        <p:sp>
          <p:nvSpPr>
            <p:cNvPr id="352" name="object 352"/>
            <p:cNvSpPr/>
            <p:nvPr/>
          </p:nvSpPr>
          <p:spPr>
            <a:xfrm>
              <a:off x="6364922" y="9701161"/>
              <a:ext cx="521970" cy="172085"/>
            </a:xfrm>
            <a:custGeom>
              <a:avLst/>
              <a:gdLst/>
              <a:ahLst/>
              <a:cxnLst/>
              <a:rect l="l" t="t" r="r" b="b"/>
              <a:pathLst>
                <a:path w="521970" h="172084">
                  <a:moveTo>
                    <a:pt x="169862" y="85534"/>
                  </a:moveTo>
                  <a:lnTo>
                    <a:pt x="168363" y="67792"/>
                  </a:lnTo>
                  <a:lnTo>
                    <a:pt x="163969" y="51892"/>
                  </a:lnTo>
                  <a:lnTo>
                    <a:pt x="163906" y="51650"/>
                  </a:lnTo>
                  <a:lnTo>
                    <a:pt x="133286" y="13627"/>
                  </a:lnTo>
                  <a:lnTo>
                    <a:pt x="125209" y="9410"/>
                  </a:lnTo>
                  <a:lnTo>
                    <a:pt x="125209" y="85534"/>
                  </a:lnTo>
                  <a:lnTo>
                    <a:pt x="125196" y="85928"/>
                  </a:lnTo>
                  <a:lnTo>
                    <a:pt x="113512" y="123634"/>
                  </a:lnTo>
                  <a:lnTo>
                    <a:pt x="84937" y="136525"/>
                  </a:lnTo>
                  <a:lnTo>
                    <a:pt x="76733" y="135724"/>
                  </a:lnTo>
                  <a:lnTo>
                    <a:pt x="47523" y="107670"/>
                  </a:lnTo>
                  <a:lnTo>
                    <a:pt x="44653" y="85928"/>
                  </a:lnTo>
                  <a:lnTo>
                    <a:pt x="45364" y="74434"/>
                  </a:lnTo>
                  <a:lnTo>
                    <a:pt x="69202" y="38608"/>
                  </a:lnTo>
                  <a:lnTo>
                    <a:pt x="84937" y="35331"/>
                  </a:lnTo>
                  <a:lnTo>
                    <a:pt x="93116" y="36156"/>
                  </a:lnTo>
                  <a:lnTo>
                    <a:pt x="122301" y="64350"/>
                  </a:lnTo>
                  <a:lnTo>
                    <a:pt x="125209" y="85534"/>
                  </a:lnTo>
                  <a:lnTo>
                    <a:pt x="125209" y="9410"/>
                  </a:lnTo>
                  <a:lnTo>
                    <a:pt x="118808" y="6057"/>
                  </a:lnTo>
                  <a:lnTo>
                    <a:pt x="102628" y="1524"/>
                  </a:lnTo>
                  <a:lnTo>
                    <a:pt x="84734" y="0"/>
                  </a:lnTo>
                  <a:lnTo>
                    <a:pt x="72999" y="673"/>
                  </a:lnTo>
                  <a:lnTo>
                    <a:pt x="31813" y="16598"/>
                  </a:lnTo>
                  <a:lnTo>
                    <a:pt x="6134" y="51650"/>
                  </a:lnTo>
                  <a:lnTo>
                    <a:pt x="0" y="83540"/>
                  </a:lnTo>
                  <a:lnTo>
                    <a:pt x="660" y="97205"/>
                  </a:lnTo>
                  <a:lnTo>
                    <a:pt x="16675" y="141097"/>
                  </a:lnTo>
                  <a:lnTo>
                    <a:pt x="52311" y="166357"/>
                  </a:lnTo>
                  <a:lnTo>
                    <a:pt x="85128" y="172046"/>
                  </a:lnTo>
                  <a:lnTo>
                    <a:pt x="102603" y="170510"/>
                  </a:lnTo>
                  <a:lnTo>
                    <a:pt x="118516" y="165900"/>
                  </a:lnTo>
                  <a:lnTo>
                    <a:pt x="132867" y="158216"/>
                  </a:lnTo>
                  <a:lnTo>
                    <a:pt x="145656" y="147447"/>
                  </a:lnTo>
                  <a:lnTo>
                    <a:pt x="154482" y="136525"/>
                  </a:lnTo>
                  <a:lnTo>
                    <a:pt x="156248" y="134353"/>
                  </a:lnTo>
                  <a:lnTo>
                    <a:pt x="163804" y="119672"/>
                  </a:lnTo>
                  <a:lnTo>
                    <a:pt x="168338" y="103403"/>
                  </a:lnTo>
                  <a:lnTo>
                    <a:pt x="169824" y="85928"/>
                  </a:lnTo>
                  <a:lnTo>
                    <a:pt x="169862" y="85534"/>
                  </a:lnTo>
                  <a:close/>
                </a:path>
                <a:path w="521970" h="172084">
                  <a:moveTo>
                    <a:pt x="353885" y="3581"/>
                  </a:moveTo>
                  <a:lnTo>
                    <a:pt x="309232" y="3581"/>
                  </a:lnTo>
                  <a:lnTo>
                    <a:pt x="274574" y="96977"/>
                  </a:lnTo>
                  <a:lnTo>
                    <a:pt x="272592" y="103847"/>
                  </a:lnTo>
                  <a:lnTo>
                    <a:pt x="268757" y="115697"/>
                  </a:lnTo>
                  <a:lnTo>
                    <a:pt x="259626" y="87718"/>
                  </a:lnTo>
                  <a:lnTo>
                    <a:pt x="228676" y="3581"/>
                  </a:lnTo>
                  <a:lnTo>
                    <a:pt x="183032" y="3581"/>
                  </a:lnTo>
                  <a:lnTo>
                    <a:pt x="249313" y="168275"/>
                  </a:lnTo>
                  <a:lnTo>
                    <a:pt x="288594" y="168275"/>
                  </a:lnTo>
                  <a:lnTo>
                    <a:pt x="353885" y="3581"/>
                  </a:lnTo>
                  <a:close/>
                </a:path>
                <a:path w="521970" h="172084">
                  <a:moveTo>
                    <a:pt x="521728" y="98425"/>
                  </a:moveTo>
                  <a:lnTo>
                    <a:pt x="520738" y="75044"/>
                  </a:lnTo>
                  <a:lnTo>
                    <a:pt x="520153" y="71843"/>
                  </a:lnTo>
                  <a:lnTo>
                    <a:pt x="517194" y="55867"/>
                  </a:lnTo>
                  <a:lnTo>
                    <a:pt x="517080" y="55270"/>
                  </a:lnTo>
                  <a:lnTo>
                    <a:pt x="517017" y="54876"/>
                  </a:lnTo>
                  <a:lnTo>
                    <a:pt x="510527" y="37934"/>
                  </a:lnTo>
                  <a:lnTo>
                    <a:pt x="507428" y="33337"/>
                  </a:lnTo>
                  <a:lnTo>
                    <a:pt x="501294" y="24218"/>
                  </a:lnTo>
                  <a:lnTo>
                    <a:pt x="489699" y="13627"/>
                  </a:lnTo>
                  <a:lnTo>
                    <a:pt x="478472" y="7340"/>
                  </a:lnTo>
                  <a:lnTo>
                    <a:pt x="478472" y="71843"/>
                  </a:lnTo>
                  <a:lnTo>
                    <a:pt x="413385" y="71843"/>
                  </a:lnTo>
                  <a:lnTo>
                    <a:pt x="433070" y="35928"/>
                  </a:lnTo>
                  <a:lnTo>
                    <a:pt x="446125" y="33337"/>
                  </a:lnTo>
                  <a:lnTo>
                    <a:pt x="454990" y="33337"/>
                  </a:lnTo>
                  <a:lnTo>
                    <a:pt x="478472" y="71843"/>
                  </a:lnTo>
                  <a:lnTo>
                    <a:pt x="478472" y="7340"/>
                  </a:lnTo>
                  <a:lnTo>
                    <a:pt x="476186" y="6057"/>
                  </a:lnTo>
                  <a:lnTo>
                    <a:pt x="460730" y="1524"/>
                  </a:lnTo>
                  <a:lnTo>
                    <a:pt x="443344" y="0"/>
                  </a:lnTo>
                  <a:lnTo>
                    <a:pt x="426999" y="1524"/>
                  </a:lnTo>
                  <a:lnTo>
                    <a:pt x="427469" y="1524"/>
                  </a:lnTo>
                  <a:lnTo>
                    <a:pt x="413423" y="5816"/>
                  </a:lnTo>
                  <a:lnTo>
                    <a:pt x="381254" y="33985"/>
                  </a:lnTo>
                  <a:lnTo>
                    <a:pt x="367944" y="87122"/>
                  </a:lnTo>
                  <a:lnTo>
                    <a:pt x="368960" y="103543"/>
                  </a:lnTo>
                  <a:lnTo>
                    <a:pt x="384213" y="143865"/>
                  </a:lnTo>
                  <a:lnTo>
                    <a:pt x="427659" y="170294"/>
                  </a:lnTo>
                  <a:lnTo>
                    <a:pt x="447713" y="172046"/>
                  </a:lnTo>
                  <a:lnTo>
                    <a:pt x="460730" y="171272"/>
                  </a:lnTo>
                  <a:lnTo>
                    <a:pt x="501370" y="152603"/>
                  </a:lnTo>
                  <a:lnTo>
                    <a:pt x="511454" y="139509"/>
                  </a:lnTo>
                  <a:lnTo>
                    <a:pt x="514565" y="134429"/>
                  </a:lnTo>
                  <a:lnTo>
                    <a:pt x="519353" y="123228"/>
                  </a:lnTo>
                  <a:lnTo>
                    <a:pt x="475894" y="115887"/>
                  </a:lnTo>
                  <a:lnTo>
                    <a:pt x="473506" y="124091"/>
                  </a:lnTo>
                  <a:lnTo>
                    <a:pt x="470001" y="130111"/>
                  </a:lnTo>
                  <a:lnTo>
                    <a:pt x="465378" y="133946"/>
                  </a:lnTo>
                  <a:lnTo>
                    <a:pt x="460743" y="137655"/>
                  </a:lnTo>
                  <a:lnTo>
                    <a:pt x="454990" y="139509"/>
                  </a:lnTo>
                  <a:lnTo>
                    <a:pt x="448106" y="139509"/>
                  </a:lnTo>
                  <a:lnTo>
                    <a:pt x="415480" y="115887"/>
                  </a:lnTo>
                  <a:lnTo>
                    <a:pt x="415404" y="115747"/>
                  </a:lnTo>
                  <a:lnTo>
                    <a:pt x="413385" y="107619"/>
                  </a:lnTo>
                  <a:lnTo>
                    <a:pt x="412584" y="98425"/>
                  </a:lnTo>
                  <a:lnTo>
                    <a:pt x="521728" y="98425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3" name="object 353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6920153" y="9701161"/>
              <a:ext cx="106756" cy="168275"/>
            </a:xfrm>
            <a:prstGeom prst="rect">
              <a:avLst/>
            </a:prstGeom>
          </p:spPr>
        </p:pic>
      </p:grpSp>
      <p:grpSp>
        <p:nvGrpSpPr>
          <p:cNvPr id="354" name="object 354"/>
          <p:cNvGrpSpPr/>
          <p:nvPr/>
        </p:nvGrpSpPr>
        <p:grpSpPr>
          <a:xfrm>
            <a:off x="7130529" y="9701161"/>
            <a:ext cx="434975" cy="172085"/>
            <a:chOff x="7130529" y="9701161"/>
            <a:chExt cx="434975" cy="172085"/>
          </a:xfrm>
        </p:grpSpPr>
        <p:pic>
          <p:nvPicPr>
            <p:cNvPr id="355" name="object 355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7130529" y="9701161"/>
              <a:ext cx="242303" cy="168275"/>
            </a:xfrm>
            <a:prstGeom prst="rect">
              <a:avLst/>
            </a:prstGeom>
          </p:spPr>
        </p:pic>
        <p:pic>
          <p:nvPicPr>
            <p:cNvPr id="356" name="object 356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7415224" y="9704742"/>
              <a:ext cx="149821" cy="168465"/>
            </a:xfrm>
            <a:prstGeom prst="rect">
              <a:avLst/>
            </a:prstGeom>
          </p:spPr>
        </p:pic>
      </p:grpSp>
      <p:grpSp>
        <p:nvGrpSpPr>
          <p:cNvPr id="357" name="object 357"/>
          <p:cNvGrpSpPr/>
          <p:nvPr/>
        </p:nvGrpSpPr>
        <p:grpSpPr>
          <a:xfrm>
            <a:off x="7610157" y="9642233"/>
            <a:ext cx="705485" cy="290195"/>
            <a:chOff x="7610157" y="9642233"/>
            <a:chExt cx="705485" cy="290195"/>
          </a:xfrm>
        </p:grpSpPr>
        <p:sp>
          <p:nvSpPr>
            <p:cNvPr id="358" name="object 358"/>
            <p:cNvSpPr/>
            <p:nvPr/>
          </p:nvSpPr>
          <p:spPr>
            <a:xfrm>
              <a:off x="7610157" y="964223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9" name="object 359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7680311" y="9646590"/>
              <a:ext cx="97027" cy="226618"/>
            </a:xfrm>
            <a:prstGeom prst="rect">
              <a:avLst/>
            </a:prstGeom>
          </p:spPr>
        </p:pic>
        <p:sp>
          <p:nvSpPr>
            <p:cNvPr id="360" name="object 360"/>
            <p:cNvSpPr/>
            <p:nvPr/>
          </p:nvSpPr>
          <p:spPr>
            <a:xfrm>
              <a:off x="7804099" y="964223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46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46" y="227203"/>
                  </a:lnTo>
                  <a:lnTo>
                    <a:pt x="43446" y="62509"/>
                  </a:lnTo>
                  <a:close/>
                </a:path>
                <a:path w="43815" h="227329">
                  <a:moveTo>
                    <a:pt x="43446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46" y="40284"/>
                  </a:lnTo>
                  <a:lnTo>
                    <a:pt x="43446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1" name="object 361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7891119" y="9701161"/>
              <a:ext cx="160502" cy="230987"/>
            </a:xfrm>
            <a:prstGeom prst="rect">
              <a:avLst/>
            </a:prstGeom>
          </p:spPr>
        </p:pic>
        <p:sp>
          <p:nvSpPr>
            <p:cNvPr id="362" name="object 362"/>
            <p:cNvSpPr/>
            <p:nvPr/>
          </p:nvSpPr>
          <p:spPr>
            <a:xfrm>
              <a:off x="8086242" y="964223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3" name="object 363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8161756" y="9701161"/>
              <a:ext cx="153784" cy="172046"/>
            </a:xfrm>
            <a:prstGeom prst="rect">
              <a:avLst/>
            </a:prstGeom>
          </p:spPr>
        </p:pic>
      </p:grpSp>
      <p:grpSp>
        <p:nvGrpSpPr>
          <p:cNvPr id="364" name="object 364"/>
          <p:cNvGrpSpPr/>
          <p:nvPr/>
        </p:nvGrpSpPr>
        <p:grpSpPr>
          <a:xfrm>
            <a:off x="8423961" y="9642233"/>
            <a:ext cx="1336675" cy="231140"/>
            <a:chOff x="8423961" y="9642233"/>
            <a:chExt cx="1336675" cy="231140"/>
          </a:xfrm>
        </p:grpSpPr>
        <p:pic>
          <p:nvPicPr>
            <p:cNvPr id="365" name="object 365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8423961" y="9701161"/>
              <a:ext cx="153797" cy="172046"/>
            </a:xfrm>
            <a:prstGeom prst="rect">
              <a:avLst/>
            </a:prstGeom>
          </p:spPr>
        </p:pic>
        <p:pic>
          <p:nvPicPr>
            <p:cNvPr id="366" name="object 366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8603119" y="9701161"/>
              <a:ext cx="153784" cy="172046"/>
            </a:xfrm>
            <a:prstGeom prst="rect">
              <a:avLst/>
            </a:prstGeom>
          </p:spPr>
        </p:pic>
        <p:pic>
          <p:nvPicPr>
            <p:cNvPr id="367" name="object 367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8777122" y="9701161"/>
              <a:ext cx="153784" cy="172046"/>
            </a:xfrm>
            <a:prstGeom prst="rect">
              <a:avLst/>
            </a:prstGeom>
          </p:spPr>
        </p:pic>
        <p:pic>
          <p:nvPicPr>
            <p:cNvPr id="368" name="object 368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8953690" y="9701161"/>
              <a:ext cx="153797" cy="172046"/>
            </a:xfrm>
            <a:prstGeom prst="rect">
              <a:avLst/>
            </a:prstGeom>
          </p:spPr>
        </p:pic>
        <p:sp>
          <p:nvSpPr>
            <p:cNvPr id="369" name="object 369"/>
            <p:cNvSpPr/>
            <p:nvPr/>
          </p:nvSpPr>
          <p:spPr>
            <a:xfrm>
              <a:off x="9145550" y="9642233"/>
              <a:ext cx="43815" cy="227329"/>
            </a:xfrm>
            <a:custGeom>
              <a:avLst/>
              <a:gdLst/>
              <a:ahLst/>
              <a:cxnLst/>
              <a:rect l="l" t="t" r="r" b="b"/>
              <a:pathLst>
                <a:path w="43815" h="227329">
                  <a:moveTo>
                    <a:pt x="43459" y="62509"/>
                  </a:moveTo>
                  <a:lnTo>
                    <a:pt x="0" y="62509"/>
                  </a:lnTo>
                  <a:lnTo>
                    <a:pt x="0" y="227203"/>
                  </a:lnTo>
                  <a:lnTo>
                    <a:pt x="43459" y="227203"/>
                  </a:lnTo>
                  <a:lnTo>
                    <a:pt x="43459" y="62509"/>
                  </a:lnTo>
                  <a:close/>
                </a:path>
                <a:path w="43815" h="227329">
                  <a:moveTo>
                    <a:pt x="43459" y="0"/>
                  </a:moveTo>
                  <a:lnTo>
                    <a:pt x="0" y="0"/>
                  </a:lnTo>
                  <a:lnTo>
                    <a:pt x="0" y="40284"/>
                  </a:lnTo>
                  <a:lnTo>
                    <a:pt x="43459" y="40284"/>
                  </a:lnTo>
                  <a:lnTo>
                    <a:pt x="43459" y="0"/>
                  </a:lnTo>
                  <a:close/>
                </a:path>
              </a:pathLst>
            </a:custGeom>
            <a:solidFill>
              <a:srgbClr val="050E9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0" name="object 370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9223641" y="9701161"/>
              <a:ext cx="169862" cy="172046"/>
            </a:xfrm>
            <a:prstGeom prst="rect">
              <a:avLst/>
            </a:prstGeom>
          </p:spPr>
        </p:pic>
        <p:pic>
          <p:nvPicPr>
            <p:cNvPr id="371" name="object 371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9427299" y="9701161"/>
              <a:ext cx="150228" cy="168275"/>
            </a:xfrm>
            <a:prstGeom prst="rect">
              <a:avLst/>
            </a:prstGeom>
          </p:spPr>
        </p:pic>
        <p:pic>
          <p:nvPicPr>
            <p:cNvPr id="372" name="object 372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9606356" y="9701161"/>
              <a:ext cx="153797" cy="172046"/>
            </a:xfrm>
            <a:prstGeom prst="rect">
              <a:avLst/>
            </a:prstGeom>
          </p:spPr>
        </p:pic>
      </p:grpSp>
      <p:sp>
        <p:nvSpPr>
          <p:cNvPr id="601" name="object 601"/>
          <p:cNvSpPr txBox="1"/>
          <p:nvPr/>
        </p:nvSpPr>
        <p:spPr>
          <a:xfrm>
            <a:off x="5667581" y="9814031"/>
            <a:ext cx="5480685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b="1">
                <a:latin typeface="Arial"/>
                <a:cs typeface="Arial"/>
              </a:rPr>
              <a:t>IT21275524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|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Rakeesha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M.G.N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spc="-50" b="1">
                <a:latin typeface="Arial"/>
                <a:cs typeface="Arial"/>
              </a:rPr>
              <a:t>|</a:t>
            </a:r>
            <a:endParaRPr sz="2950">
              <a:latin typeface="Arial"/>
              <a:cs typeface="Arial"/>
            </a:endParaRPr>
          </a:p>
        </p:txBody>
      </p:sp>
      <p:sp>
        <p:nvSpPr>
          <p:cNvPr id="602" name="object 602"/>
          <p:cNvSpPr txBox="1"/>
          <p:nvPr/>
        </p:nvSpPr>
        <p:spPr>
          <a:xfrm>
            <a:off x="11330816" y="9814031"/>
            <a:ext cx="191897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spc="-10" b="1">
                <a:latin typeface="Arial"/>
                <a:cs typeface="Arial"/>
              </a:rPr>
              <a:t>R26-IT-</a:t>
            </a:r>
            <a:r>
              <a:rPr dirty="0" sz="2950" spc="-25" b="1">
                <a:latin typeface="Arial"/>
                <a:cs typeface="Arial"/>
              </a:rPr>
              <a:t>138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42017" cy="337419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94040" y="1317669"/>
            <a:ext cx="2863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Arial"/>
                <a:cs typeface="Arial"/>
              </a:rPr>
              <a:t>System</a:t>
            </a:r>
            <a:r>
              <a:rPr dirty="0" sz="2700" spc="-20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Overview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7871" y="0"/>
            <a:ext cx="16980128" cy="5273763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257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3200"/>
              <a:t>Learning</a:t>
            </a:r>
            <a:r>
              <a:rPr dirty="0" u="none" sz="3200" spc="-30"/>
              <a:t> </a:t>
            </a:r>
            <a:r>
              <a:rPr dirty="0" u="none" sz="3200"/>
              <a:t>Analytics</a:t>
            </a:r>
            <a:r>
              <a:rPr dirty="0" u="none" sz="3200" spc="-30"/>
              <a:t> </a:t>
            </a:r>
            <a:r>
              <a:rPr dirty="0" u="none" sz="3200"/>
              <a:t>&amp;</a:t>
            </a:r>
            <a:r>
              <a:rPr dirty="0" u="none" sz="3200" spc="-30"/>
              <a:t> </a:t>
            </a:r>
            <a:r>
              <a:rPr dirty="0" u="none" sz="3200"/>
              <a:t>Early</a:t>
            </a:r>
            <a:r>
              <a:rPr dirty="0" u="none" sz="3200" spc="-30"/>
              <a:t> </a:t>
            </a:r>
            <a:r>
              <a:rPr dirty="0" u="none" sz="3200"/>
              <a:t>Warning</a:t>
            </a:r>
            <a:r>
              <a:rPr dirty="0" u="none" sz="3200" spc="-30"/>
              <a:t> </a:t>
            </a:r>
            <a:r>
              <a:rPr dirty="0" u="none" sz="3200"/>
              <a:t>Prediction</a:t>
            </a:r>
            <a:r>
              <a:rPr dirty="0" u="none" sz="3200" spc="-30"/>
              <a:t> </a:t>
            </a:r>
            <a:r>
              <a:rPr dirty="0" u="none" sz="3200" spc="-10"/>
              <a:t>Module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878537"/>
            <a:ext cx="2558656" cy="440846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94040" y="5804771"/>
            <a:ext cx="10720705" cy="320865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2700" spc="-10" b="1">
                <a:latin typeface="Arial"/>
                <a:cs typeface="Arial"/>
              </a:rPr>
              <a:t>Dependencies</a:t>
            </a:r>
            <a:endParaRPr sz="2700">
              <a:latin typeface="Arial"/>
              <a:cs typeface="Arial"/>
            </a:endParaRPr>
          </a:p>
          <a:p>
            <a:pPr marL="553085" indent="-27114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53085" algn="l"/>
              </a:tabLst>
            </a:pP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0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interaction</a:t>
            </a:r>
            <a:r>
              <a:rPr dirty="0" sz="250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dataset</a:t>
            </a:r>
            <a:r>
              <a:rPr dirty="0" sz="250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from</a:t>
            </a:r>
            <a:r>
              <a:rPr dirty="0" sz="250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mathematics</a:t>
            </a:r>
            <a:r>
              <a:rPr dirty="0" sz="250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0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50E9B"/>
                </a:solidFill>
                <a:latin typeface="Arial"/>
                <a:cs typeface="Arial"/>
              </a:rPr>
              <a:t>application</a:t>
            </a:r>
            <a:endParaRPr sz="2500">
              <a:latin typeface="Arial"/>
              <a:cs typeface="Arial"/>
            </a:endParaRPr>
          </a:p>
          <a:p>
            <a:pPr marL="553085" indent="-27114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553085" algn="l"/>
              </a:tabLst>
            </a:pP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Machine</a:t>
            </a:r>
            <a:r>
              <a:rPr dirty="0" sz="25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libraries</a:t>
            </a:r>
            <a:r>
              <a:rPr dirty="0" sz="25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5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clustering</a:t>
            </a:r>
            <a:r>
              <a:rPr dirty="0" sz="25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5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50E9B"/>
                </a:solidFill>
                <a:latin typeface="Arial"/>
                <a:cs typeface="Arial"/>
              </a:rPr>
              <a:t>prediction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Clr>
                <a:srgbClr val="050E9B"/>
              </a:buClr>
              <a:buFont typeface="Arial"/>
              <a:buChar char="•"/>
            </a:pP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00" b="1">
                <a:latin typeface="Arial"/>
                <a:cs typeface="Arial"/>
              </a:rPr>
              <a:t>Common</a:t>
            </a:r>
            <a:r>
              <a:rPr dirty="0" sz="2700" spc="-70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Components</a:t>
            </a:r>
            <a:endParaRPr sz="2700">
              <a:latin typeface="Arial"/>
              <a:cs typeface="Arial"/>
            </a:endParaRPr>
          </a:p>
          <a:p>
            <a:pPr marL="553085" indent="-27114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553085" algn="l"/>
              </a:tabLst>
            </a:pP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Shared</a:t>
            </a:r>
            <a:r>
              <a:rPr dirty="0" sz="250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50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0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50E9B"/>
                </a:solidFill>
                <a:latin typeface="Arial"/>
                <a:cs typeface="Arial"/>
              </a:rPr>
              <a:t>dataset</a:t>
            </a:r>
            <a:endParaRPr sz="2500">
              <a:latin typeface="Arial"/>
              <a:cs typeface="Arial"/>
            </a:endParaRPr>
          </a:p>
          <a:p>
            <a:pPr marL="553085" indent="-27114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553085" algn="l"/>
              </a:tabLst>
            </a:pP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Central</a:t>
            </a:r>
            <a:r>
              <a:rPr dirty="0" sz="250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50E9B"/>
                </a:solidFill>
                <a:latin typeface="Arial"/>
                <a:cs typeface="Arial"/>
              </a:rPr>
              <a:t>database</a:t>
            </a:r>
            <a:endParaRPr sz="2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92829" y="9804506"/>
            <a:ext cx="5480685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b="1">
                <a:latin typeface="Arial"/>
                <a:cs typeface="Arial"/>
              </a:rPr>
              <a:t>IT21275524</a:t>
            </a:r>
            <a:r>
              <a:rPr dirty="0" sz="2950" spc="-4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|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Rakeesha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M.G.N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spc="-50" b="1">
                <a:latin typeface="Arial"/>
                <a:cs typeface="Arial"/>
              </a:rPr>
              <a:t>|</a:t>
            </a:r>
            <a:endParaRPr sz="2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56064" y="9804506"/>
            <a:ext cx="1918970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60"/>
              </a:lnSpc>
            </a:pPr>
            <a:r>
              <a:rPr dirty="0" sz="2950" spc="-10" b="1">
                <a:latin typeface="Arial"/>
                <a:cs typeface="Arial"/>
              </a:rPr>
              <a:t>R26-IT-</a:t>
            </a:r>
            <a:r>
              <a:rPr dirty="0" sz="2950" spc="-25" b="1">
                <a:latin typeface="Arial"/>
                <a:cs typeface="Arial"/>
              </a:rPr>
              <a:t>138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46020" y="0"/>
            <a:ext cx="3641978" cy="386281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839922" y="3704526"/>
            <a:ext cx="12490450" cy="1313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8450" b="0">
                <a:latin typeface="Times New Roman"/>
                <a:cs typeface="Times New Roman"/>
              </a:rPr>
              <a:t>IT22117878</a:t>
            </a:r>
            <a:r>
              <a:rPr dirty="0" u="none" sz="8450" spc="-35" b="0">
                <a:latin typeface="Times New Roman"/>
                <a:cs typeface="Times New Roman"/>
              </a:rPr>
              <a:t> </a:t>
            </a:r>
            <a:r>
              <a:rPr dirty="0" u="none" sz="8450" b="0">
                <a:latin typeface="Times New Roman"/>
                <a:cs typeface="Times New Roman"/>
              </a:rPr>
              <a:t>|ALWIS</a:t>
            </a:r>
            <a:r>
              <a:rPr dirty="0" u="none" sz="8450" spc="-35" b="0">
                <a:latin typeface="Times New Roman"/>
                <a:cs typeface="Times New Roman"/>
              </a:rPr>
              <a:t> </a:t>
            </a:r>
            <a:r>
              <a:rPr dirty="0" u="none" sz="8450" spc="-10" b="0">
                <a:latin typeface="Times New Roman"/>
                <a:cs typeface="Times New Roman"/>
              </a:rPr>
              <a:t>L.P.M.</a:t>
            </a:r>
            <a:endParaRPr sz="845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32423" y="4562189"/>
            <a:ext cx="10713085" cy="5248910"/>
          </a:xfrm>
          <a:prstGeom prst="rect">
            <a:avLst/>
          </a:prstGeom>
        </p:spPr>
        <p:txBody>
          <a:bodyPr wrap="square" lIns="0" tIns="322580" rIns="0" bIns="0" rtlCol="0" vert="horz">
            <a:spAutoFit/>
          </a:bodyPr>
          <a:lstStyle/>
          <a:p>
            <a:pPr marL="833755">
              <a:lnSpc>
                <a:spcPct val="100000"/>
              </a:lnSpc>
              <a:spcBef>
                <a:spcPts val="2540"/>
              </a:spcBef>
            </a:pPr>
            <a:r>
              <a:rPr dirty="0" sz="3650">
                <a:latin typeface="Arial"/>
                <a:cs typeface="Arial"/>
              </a:rPr>
              <a:t>Parent</a:t>
            </a:r>
            <a:r>
              <a:rPr dirty="0" sz="3650" spc="-40">
                <a:latin typeface="Arial"/>
                <a:cs typeface="Arial"/>
              </a:rPr>
              <a:t> </a:t>
            </a:r>
            <a:r>
              <a:rPr dirty="0" sz="3650">
                <a:latin typeface="Arial"/>
                <a:cs typeface="Arial"/>
              </a:rPr>
              <a:t>Support</a:t>
            </a:r>
            <a:r>
              <a:rPr dirty="0" sz="3650" spc="-35">
                <a:latin typeface="Arial"/>
                <a:cs typeface="Arial"/>
              </a:rPr>
              <a:t> </a:t>
            </a:r>
            <a:r>
              <a:rPr dirty="0" sz="3650">
                <a:latin typeface="Arial"/>
                <a:cs typeface="Arial"/>
              </a:rPr>
              <a:t>&amp;</a:t>
            </a:r>
            <a:r>
              <a:rPr dirty="0" sz="3650" spc="-35">
                <a:latin typeface="Arial"/>
                <a:cs typeface="Arial"/>
              </a:rPr>
              <a:t> </a:t>
            </a:r>
            <a:r>
              <a:rPr dirty="0" sz="3650">
                <a:latin typeface="Arial"/>
                <a:cs typeface="Arial"/>
              </a:rPr>
              <a:t>Home</a:t>
            </a:r>
            <a:r>
              <a:rPr dirty="0" sz="3650" spc="-40">
                <a:latin typeface="Arial"/>
                <a:cs typeface="Arial"/>
              </a:rPr>
              <a:t> </a:t>
            </a:r>
            <a:r>
              <a:rPr dirty="0" sz="3650">
                <a:latin typeface="Arial"/>
                <a:cs typeface="Arial"/>
              </a:rPr>
              <a:t>Practice</a:t>
            </a:r>
            <a:r>
              <a:rPr dirty="0" sz="3650" spc="-35">
                <a:latin typeface="Arial"/>
                <a:cs typeface="Arial"/>
              </a:rPr>
              <a:t> </a:t>
            </a:r>
            <a:r>
              <a:rPr dirty="0" sz="3650" spc="-10">
                <a:latin typeface="Arial"/>
                <a:cs typeface="Arial"/>
              </a:rPr>
              <a:t>Portal</a:t>
            </a:r>
            <a:endParaRPr sz="365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  <a:spcBef>
                <a:spcPts val="2110"/>
              </a:spcBef>
            </a:pPr>
            <a:r>
              <a:rPr dirty="0" sz="3150" b="1">
                <a:latin typeface="Arial"/>
                <a:cs typeface="Arial"/>
              </a:rPr>
              <a:t>Contribution</a:t>
            </a:r>
            <a:r>
              <a:rPr dirty="0" sz="3150" spc="-6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of</a:t>
            </a:r>
            <a:r>
              <a:rPr dirty="0" sz="3150" spc="-6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your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component</a:t>
            </a:r>
            <a:r>
              <a:rPr dirty="0" sz="3150" spc="-6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to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the</a:t>
            </a:r>
            <a:r>
              <a:rPr dirty="0" sz="3150" spc="-6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overall</a:t>
            </a:r>
            <a:r>
              <a:rPr dirty="0" sz="3150" spc="-5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solution</a:t>
            </a:r>
            <a:endParaRPr sz="3150">
              <a:latin typeface="Arial"/>
              <a:cs typeface="Arial"/>
            </a:endParaRPr>
          </a:p>
          <a:p>
            <a:pPr marL="233679" indent="-220979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233679" algn="l"/>
              </a:tabLst>
            </a:pP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Focuses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on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Parent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&amp;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0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050E9B"/>
                </a:solidFill>
                <a:latin typeface="Arial"/>
                <a:cs typeface="Arial"/>
              </a:rPr>
              <a:t>Portal</a:t>
            </a:r>
            <a:endParaRPr sz="2050">
              <a:latin typeface="Arial"/>
              <a:cs typeface="Arial"/>
            </a:endParaRPr>
          </a:p>
          <a:p>
            <a:pPr marL="233679" indent="-220979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233679" algn="l"/>
              </a:tabLst>
            </a:pP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Connects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school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continuous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endParaRPr sz="2050">
              <a:latin typeface="Arial"/>
              <a:cs typeface="Arial"/>
            </a:endParaRPr>
          </a:p>
          <a:p>
            <a:pPr marL="232410" marR="5080" indent="-220345">
              <a:lnSpc>
                <a:spcPct val="116100"/>
              </a:lnSpc>
              <a:buFont typeface="Arial"/>
              <a:buChar char="•"/>
              <a:tabLst>
                <a:tab pos="232410" algn="l"/>
              </a:tabLst>
            </a:pP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Uses</a:t>
            </a:r>
            <a:r>
              <a:rPr dirty="0" sz="20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20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(progress,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errors,</a:t>
            </a:r>
            <a:r>
              <a:rPr dirty="0" sz="20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engagement)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to</a:t>
            </a:r>
            <a:r>
              <a:rPr dirty="0" sz="20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recommend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0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home </a:t>
            </a:r>
            <a:r>
              <a:rPr dirty="0" sz="2050" spc="-10" b="1">
                <a:solidFill>
                  <a:srgbClr val="050E9B"/>
                </a:solidFill>
                <a:latin typeface="Arial"/>
                <a:cs typeface="Arial"/>
              </a:rPr>
              <a:t>activities</a:t>
            </a:r>
            <a:endParaRPr sz="2050">
              <a:latin typeface="Arial"/>
              <a:cs typeface="Arial"/>
            </a:endParaRPr>
          </a:p>
          <a:p>
            <a:pPr marL="232410" marR="62865" indent="-220345">
              <a:lnSpc>
                <a:spcPct val="116100"/>
              </a:lnSpc>
              <a:buFont typeface="Arial"/>
              <a:buChar char="•"/>
              <a:tabLst>
                <a:tab pos="232410" algn="l"/>
              </a:tabLst>
            </a:pP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Provides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simple,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050E9B"/>
                </a:solidFill>
                <a:latin typeface="Arial"/>
                <a:cs typeface="Arial"/>
              </a:rPr>
              <a:t>parent-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friendly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guidance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using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visual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aids,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audio,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050E9B"/>
                </a:solidFill>
                <a:latin typeface="Arial"/>
                <a:cs typeface="Arial"/>
              </a:rPr>
              <a:t>step-by-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step </a:t>
            </a:r>
            <a:r>
              <a:rPr dirty="0" sz="2050" spc="-10" b="1">
                <a:solidFill>
                  <a:srgbClr val="050E9B"/>
                </a:solidFill>
                <a:latin typeface="Arial"/>
                <a:cs typeface="Arial"/>
              </a:rPr>
              <a:t>instructions</a:t>
            </a:r>
            <a:endParaRPr sz="2050">
              <a:latin typeface="Arial"/>
              <a:cs typeface="Arial"/>
            </a:endParaRPr>
          </a:p>
          <a:p>
            <a:pPr marL="233679" indent="-220979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233679" algn="l"/>
              </a:tabLst>
            </a:pP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Helps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parents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identify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children’s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weak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areas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in</a:t>
            </a:r>
            <a:r>
              <a:rPr dirty="0" sz="20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050E9B"/>
                </a:solidFill>
                <a:latin typeface="Arial"/>
                <a:cs typeface="Arial"/>
              </a:rPr>
              <a:t>mathematics</a:t>
            </a:r>
            <a:endParaRPr sz="2050">
              <a:latin typeface="Arial"/>
              <a:cs typeface="Arial"/>
            </a:endParaRPr>
          </a:p>
          <a:p>
            <a:pPr marL="233679" indent="-220979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233679" algn="l"/>
              </a:tabLst>
            </a:pP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Collects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feedback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updates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main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endParaRPr sz="2050">
              <a:latin typeface="Arial"/>
              <a:cs typeface="Arial"/>
            </a:endParaRPr>
          </a:p>
          <a:p>
            <a:pPr marL="233679" indent="-220979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233679" algn="l"/>
              </a:tabLst>
            </a:pP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Enhances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parental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involvement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in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0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050E9B"/>
                </a:solidFill>
                <a:latin typeface="Arial"/>
                <a:cs typeface="Arial"/>
              </a:rPr>
              <a:t>process</a:t>
            </a:r>
            <a:endParaRPr sz="2050">
              <a:latin typeface="Arial"/>
              <a:cs typeface="Arial"/>
            </a:endParaRPr>
          </a:p>
          <a:p>
            <a:pPr marL="233679" indent="-220979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233679" algn="l"/>
              </a:tabLst>
            </a:pP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Supports</a:t>
            </a:r>
            <a:r>
              <a:rPr dirty="0" sz="20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overall</a:t>
            </a:r>
            <a:r>
              <a:rPr dirty="0" sz="20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by</a:t>
            </a:r>
            <a:r>
              <a:rPr dirty="0" sz="20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reinforcing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0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outside</a:t>
            </a:r>
            <a:r>
              <a:rPr dirty="0" sz="20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0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050E9B"/>
                </a:solidFill>
                <a:latin typeface="Arial"/>
                <a:cs typeface="Arial"/>
              </a:rPr>
              <a:t>classroom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917628" y="122103"/>
            <a:ext cx="7446645" cy="5054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Parent</a:t>
            </a:r>
            <a:r>
              <a:rPr dirty="0" spc="-40"/>
              <a:t> </a:t>
            </a:r>
            <a:r>
              <a:rPr dirty="0"/>
              <a:t>Support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/>
              <a:t>Home</a:t>
            </a:r>
            <a:r>
              <a:rPr dirty="0" spc="-40"/>
              <a:t> </a:t>
            </a:r>
            <a:r>
              <a:rPr dirty="0"/>
              <a:t>Practice</a:t>
            </a:r>
            <a:r>
              <a:rPr dirty="0" spc="-35"/>
              <a:t> </a:t>
            </a:r>
            <a:r>
              <a:rPr dirty="0" spc="-10"/>
              <a:t>Portal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9331" y="0"/>
            <a:ext cx="2558669" cy="33741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23148" y="665097"/>
            <a:ext cx="15742919" cy="942657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675"/>
              </a:spcBef>
            </a:pPr>
            <a:r>
              <a:rPr dirty="0" sz="2900" b="1">
                <a:latin typeface="Arial"/>
                <a:cs typeface="Arial"/>
              </a:rPr>
              <a:t>Problem</a:t>
            </a:r>
            <a:r>
              <a:rPr dirty="0" sz="2900" spc="-5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Definition</a:t>
            </a:r>
            <a:endParaRPr sz="2900">
              <a:latin typeface="Arial"/>
              <a:cs typeface="Arial"/>
            </a:endParaRPr>
          </a:p>
          <a:p>
            <a:pPr marL="707390" indent="-251460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707390" algn="l"/>
              </a:tabLst>
            </a:pP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Children</a:t>
            </a:r>
            <a:r>
              <a:rPr dirty="0" sz="2350" spc="-9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350" spc="-9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dyscalculia</a:t>
            </a:r>
            <a:r>
              <a:rPr dirty="0" sz="23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require</a:t>
            </a:r>
            <a:r>
              <a:rPr dirty="0" sz="2350" spc="-9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consistent</a:t>
            </a:r>
            <a:r>
              <a:rPr dirty="0" sz="2350" spc="-9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3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beyond</a:t>
            </a:r>
            <a:r>
              <a:rPr dirty="0" sz="2350" spc="-9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3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classroom</a:t>
            </a:r>
            <a:endParaRPr sz="2350">
              <a:latin typeface="Arial"/>
              <a:cs typeface="Arial"/>
            </a:endParaRPr>
          </a:p>
          <a:p>
            <a:pPr marL="791210" indent="-33528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791210" algn="l"/>
              </a:tabLst>
            </a:pP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Many</a:t>
            </a:r>
            <a:r>
              <a:rPr dirty="0" sz="2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parents</a:t>
            </a:r>
            <a:r>
              <a:rPr dirty="0" sz="2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lack</a:t>
            </a:r>
            <a:r>
              <a:rPr dirty="0" sz="2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knowledge</a:t>
            </a:r>
            <a:r>
              <a:rPr dirty="0" sz="2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or</a:t>
            </a:r>
            <a:r>
              <a:rPr dirty="0" sz="2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resources</a:t>
            </a:r>
            <a:r>
              <a:rPr dirty="0" sz="2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to</a:t>
            </a:r>
            <a:r>
              <a:rPr dirty="0" sz="23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help</a:t>
            </a:r>
            <a:r>
              <a:rPr dirty="0" sz="2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children</a:t>
            </a:r>
            <a:r>
              <a:rPr dirty="0" sz="2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math</a:t>
            </a:r>
            <a:r>
              <a:rPr dirty="0" sz="23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difficulties</a:t>
            </a:r>
            <a:endParaRPr sz="2350">
              <a:latin typeface="Arial"/>
              <a:cs typeface="Arial"/>
            </a:endParaRPr>
          </a:p>
          <a:p>
            <a:pPr marL="791210" indent="-33528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791210" algn="l"/>
              </a:tabLst>
            </a:pP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Existing</a:t>
            </a:r>
            <a:r>
              <a:rPr dirty="0" sz="23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tools</a:t>
            </a:r>
            <a:r>
              <a:rPr dirty="0" sz="2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do</a:t>
            </a:r>
            <a:r>
              <a:rPr dirty="0" sz="23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not</a:t>
            </a:r>
            <a:r>
              <a:rPr dirty="0" sz="2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provide</a:t>
            </a:r>
            <a:r>
              <a:rPr dirty="0" sz="2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3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23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Clr>
                <a:srgbClr val="050E9B"/>
              </a:buClr>
              <a:buFont typeface="Arial"/>
              <a:buChar char="•"/>
            </a:pPr>
            <a:endParaRPr sz="235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  <a:spcBef>
                <a:spcPts val="5"/>
              </a:spcBef>
            </a:pPr>
            <a:r>
              <a:rPr dirty="0" sz="2900" b="1">
                <a:latin typeface="Arial"/>
                <a:cs typeface="Arial"/>
              </a:rPr>
              <a:t>Research</a:t>
            </a:r>
            <a:r>
              <a:rPr dirty="0" sz="2900" spc="-17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Objectives</a:t>
            </a:r>
            <a:endParaRPr sz="2900">
              <a:latin typeface="Arial"/>
              <a:cs typeface="Arial"/>
            </a:endParaRPr>
          </a:p>
          <a:p>
            <a:pPr marL="706755" marR="5080" indent="-251460">
              <a:lnSpc>
                <a:spcPct val="116100"/>
              </a:lnSpc>
              <a:spcBef>
                <a:spcPts val="10"/>
              </a:spcBef>
              <a:buFont typeface="Arial"/>
              <a:buChar char="•"/>
              <a:tabLst>
                <a:tab pos="708025" algn="l"/>
              </a:tabLst>
            </a:pP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Develop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a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Parent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Portal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that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recommends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350" spc="-5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activities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based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350" spc="-25" b="1">
                <a:solidFill>
                  <a:srgbClr val="050E9B"/>
                </a:solidFill>
                <a:latin typeface="Arial"/>
                <a:cs typeface="Arial"/>
              </a:rPr>
              <a:t>on </a:t>
            </a:r>
            <a:r>
              <a:rPr dirty="0" sz="2350" spc="-25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350" spc="-10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350" spc="-9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progress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Clr>
                <a:srgbClr val="050E9B"/>
              </a:buClr>
              <a:buFont typeface="Arial"/>
              <a:buChar char="•"/>
            </a:pPr>
            <a:endParaRPr sz="235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  <a:spcBef>
                <a:spcPts val="5"/>
              </a:spcBef>
            </a:pPr>
            <a:r>
              <a:rPr dirty="0" sz="2900" spc="-25" b="1">
                <a:latin typeface="Arial"/>
                <a:cs typeface="Arial"/>
              </a:rPr>
              <a:t>Sub-</a:t>
            </a:r>
            <a:r>
              <a:rPr dirty="0" sz="2900" spc="-10" b="1">
                <a:latin typeface="Arial"/>
                <a:cs typeface="Arial"/>
              </a:rPr>
              <a:t>objectives</a:t>
            </a:r>
            <a:endParaRPr sz="2900">
              <a:latin typeface="Arial"/>
              <a:cs typeface="Arial"/>
            </a:endParaRPr>
          </a:p>
          <a:p>
            <a:pPr marL="707390" indent="-251460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707390" algn="l"/>
              </a:tabLst>
            </a:pP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Improve</a:t>
            </a:r>
            <a:r>
              <a:rPr dirty="0" sz="23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3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outcomes</a:t>
            </a:r>
            <a:r>
              <a:rPr dirty="0" sz="235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through</a:t>
            </a:r>
            <a:r>
              <a:rPr dirty="0" sz="23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continuous</a:t>
            </a:r>
            <a:r>
              <a:rPr dirty="0" sz="235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3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at</a:t>
            </a:r>
            <a:r>
              <a:rPr dirty="0" sz="235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spc="-2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endParaRPr sz="2350">
              <a:latin typeface="Arial"/>
              <a:cs typeface="Arial"/>
            </a:endParaRPr>
          </a:p>
          <a:p>
            <a:pPr marL="707390" indent="-25146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707390" algn="l"/>
              </a:tabLst>
            </a:pP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Help</a:t>
            </a:r>
            <a:r>
              <a:rPr dirty="0" sz="235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parents</a:t>
            </a:r>
            <a:r>
              <a:rPr dirty="0" sz="23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r>
              <a:rPr dirty="0" sz="23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children</a:t>
            </a:r>
            <a:r>
              <a:rPr dirty="0" sz="23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35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clear</a:t>
            </a:r>
            <a:r>
              <a:rPr dirty="0" sz="23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instructions</a:t>
            </a:r>
            <a:r>
              <a:rPr dirty="0" sz="23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3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350" spc="-10" b="1">
                <a:solidFill>
                  <a:srgbClr val="050E9B"/>
                </a:solidFill>
                <a:latin typeface="Arial"/>
                <a:cs typeface="Arial"/>
              </a:rPr>
              <a:t>guidance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700" spc="-10" b="1">
                <a:latin typeface="Arial"/>
                <a:cs typeface="Arial"/>
              </a:rPr>
              <a:t>Novelty</a:t>
            </a:r>
            <a:endParaRPr sz="2700">
              <a:latin typeface="Arial"/>
              <a:cs typeface="Arial"/>
            </a:endParaRPr>
          </a:p>
          <a:p>
            <a:pPr marL="549275" marR="9525635" indent="-268605">
              <a:lnSpc>
                <a:spcPct val="115999"/>
              </a:lnSpc>
              <a:spcBef>
                <a:spcPts val="5"/>
              </a:spcBef>
              <a:buFont typeface="Arial"/>
              <a:buChar char="•"/>
              <a:tabLst>
                <a:tab pos="549275" algn="l"/>
              </a:tabLst>
            </a:pP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r>
              <a:rPr dirty="0" sz="250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50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parents</a:t>
            </a:r>
            <a:r>
              <a:rPr dirty="0" sz="250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to</a:t>
            </a:r>
            <a:r>
              <a:rPr dirty="0" sz="250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assist</a:t>
            </a:r>
            <a:r>
              <a:rPr dirty="0" sz="250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50E9B"/>
                </a:solidFill>
                <a:latin typeface="Arial"/>
                <a:cs typeface="Arial"/>
              </a:rPr>
              <a:t>children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50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dyscalculia</a:t>
            </a:r>
            <a:r>
              <a:rPr dirty="0" sz="250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at</a:t>
            </a:r>
            <a:r>
              <a:rPr dirty="0" sz="250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spc="-2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endParaRPr sz="2500">
              <a:latin typeface="Arial"/>
              <a:cs typeface="Arial"/>
            </a:endParaRPr>
          </a:p>
          <a:p>
            <a:pPr marL="549275" marR="10283190" indent="-268605">
              <a:lnSpc>
                <a:spcPct val="115999"/>
              </a:lnSpc>
              <a:buFont typeface="Arial"/>
              <a:buChar char="•"/>
              <a:tabLst>
                <a:tab pos="549275" algn="l"/>
              </a:tabLst>
            </a:pP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Parents</a:t>
            </a:r>
            <a:r>
              <a:rPr dirty="0" sz="25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receive</a:t>
            </a:r>
            <a:r>
              <a:rPr dirty="0" sz="250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visual</a:t>
            </a:r>
            <a:r>
              <a:rPr dirty="0" sz="250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50E9B"/>
                </a:solidFill>
                <a:latin typeface="Arial"/>
                <a:cs typeface="Arial"/>
              </a:rPr>
              <a:t>guidance,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simple</a:t>
            </a:r>
            <a:r>
              <a:rPr dirty="0" sz="25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instructions,</a:t>
            </a:r>
            <a:r>
              <a:rPr dirty="0" sz="25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5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50E9B"/>
                </a:solidFill>
                <a:latin typeface="Arial"/>
                <a:cs typeface="Arial"/>
              </a:rPr>
              <a:t>audio explanations</a:t>
            </a:r>
            <a:endParaRPr sz="2500">
              <a:latin typeface="Arial"/>
              <a:cs typeface="Arial"/>
            </a:endParaRPr>
          </a:p>
          <a:p>
            <a:pPr marL="549275" marR="9523730" indent="-268605">
              <a:lnSpc>
                <a:spcPct val="115999"/>
              </a:lnSpc>
              <a:buFont typeface="Arial"/>
              <a:buChar char="•"/>
              <a:tabLst>
                <a:tab pos="549275" algn="l"/>
              </a:tabLst>
            </a:pP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50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250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connects</a:t>
            </a:r>
            <a:r>
              <a:rPr dirty="0" sz="250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school</a:t>
            </a:r>
            <a:r>
              <a:rPr dirty="0" sz="250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50E9B"/>
                </a:solidFill>
                <a:latin typeface="Arial"/>
                <a:cs typeface="Arial"/>
              </a:rPr>
              <a:t>learning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50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250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endParaRPr sz="2500">
              <a:latin typeface="Arial"/>
              <a:cs typeface="Arial"/>
            </a:endParaRPr>
          </a:p>
          <a:p>
            <a:pPr marL="4032250">
              <a:lnSpc>
                <a:spcPts val="2425"/>
              </a:lnSpc>
            </a:pPr>
            <a:r>
              <a:rPr dirty="0" sz="2200" b="1">
                <a:latin typeface="Arial"/>
                <a:cs typeface="Arial"/>
              </a:rPr>
              <a:t>IT22117878</a:t>
            </a:r>
            <a:r>
              <a:rPr dirty="0" sz="2200" spc="-4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|</a:t>
            </a:r>
            <a:r>
              <a:rPr dirty="0" sz="2200" spc="-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ALWIS</a:t>
            </a:r>
            <a:r>
              <a:rPr dirty="0" sz="2200" spc="-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L.P.M</a:t>
            </a:r>
            <a:r>
              <a:rPr dirty="0" sz="2200" spc="-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|</a:t>
            </a:r>
            <a:r>
              <a:rPr dirty="0" sz="2200" spc="-35" b="1">
                <a:latin typeface="Arial"/>
                <a:cs typeface="Arial"/>
              </a:rPr>
              <a:t> </a:t>
            </a:r>
            <a:r>
              <a:rPr dirty="0" sz="2200" spc="-25" b="1">
                <a:latin typeface="Arial"/>
                <a:cs typeface="Arial"/>
              </a:rPr>
              <a:t>R26-</a:t>
            </a:r>
            <a:r>
              <a:rPr dirty="0" sz="2200" spc="-20" b="1">
                <a:latin typeface="Arial"/>
                <a:cs typeface="Arial"/>
              </a:rPr>
              <a:t>IT-</a:t>
            </a:r>
            <a:r>
              <a:rPr dirty="0" sz="2200" spc="-25" b="1">
                <a:latin typeface="Arial"/>
                <a:cs typeface="Arial"/>
              </a:rPr>
              <a:t>138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45872" y="160205"/>
            <a:ext cx="7446645" cy="5054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Parent</a:t>
            </a:r>
            <a:r>
              <a:rPr dirty="0" spc="-40"/>
              <a:t> </a:t>
            </a:r>
            <a:r>
              <a:rPr dirty="0"/>
              <a:t>Support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/>
              <a:t>Home</a:t>
            </a:r>
            <a:r>
              <a:rPr dirty="0" spc="-40"/>
              <a:t> </a:t>
            </a:r>
            <a:r>
              <a:rPr dirty="0"/>
              <a:t>Practice</a:t>
            </a:r>
            <a:r>
              <a:rPr dirty="0" spc="-35"/>
              <a:t> </a:t>
            </a:r>
            <a:r>
              <a:rPr dirty="0" spc="-10"/>
              <a:t>Portal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9331" y="0"/>
            <a:ext cx="2558669" cy="33741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03221" y="733678"/>
            <a:ext cx="14432280" cy="931354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3050" b="1">
                <a:latin typeface="Arial"/>
                <a:cs typeface="Arial"/>
              </a:rPr>
              <a:t>Knowledge</a:t>
            </a:r>
            <a:r>
              <a:rPr dirty="0" sz="3050" spc="-95" b="1">
                <a:latin typeface="Arial"/>
                <a:cs typeface="Arial"/>
              </a:rPr>
              <a:t> </a:t>
            </a:r>
            <a:r>
              <a:rPr dirty="0" sz="3050" spc="-10" b="1">
                <a:latin typeface="Arial"/>
                <a:cs typeface="Arial"/>
              </a:rPr>
              <a:t>Domain</a:t>
            </a:r>
            <a:endParaRPr sz="3050">
              <a:latin typeface="Arial"/>
              <a:cs typeface="Arial"/>
            </a:endParaRPr>
          </a:p>
          <a:p>
            <a:pPr marL="558800" indent="-27368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55880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Analytics</a:t>
            </a:r>
            <a:r>
              <a:rPr dirty="0" sz="25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in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Educational</a:t>
            </a:r>
            <a:r>
              <a:rPr dirty="0" sz="25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Systems</a:t>
            </a:r>
            <a:endParaRPr sz="2550">
              <a:latin typeface="Arial"/>
              <a:cs typeface="Arial"/>
            </a:endParaRPr>
          </a:p>
          <a:p>
            <a:pPr marL="558800" indent="-27368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55880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Machine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Learning–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Based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Recommendation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Systems</a:t>
            </a:r>
            <a:endParaRPr sz="2550">
              <a:latin typeface="Arial"/>
              <a:cs typeface="Arial"/>
            </a:endParaRPr>
          </a:p>
          <a:p>
            <a:pPr marL="558800" indent="-27368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55880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Dyscalculia</a:t>
            </a:r>
            <a:r>
              <a:rPr dirty="0" sz="25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Intervention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5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Support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Technologies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buClr>
                <a:srgbClr val="050E9B"/>
              </a:buClr>
              <a:buFont typeface="Arial"/>
              <a:buChar char="•"/>
            </a:pP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050" b="1">
                <a:latin typeface="Arial"/>
                <a:cs typeface="Arial"/>
              </a:rPr>
              <a:t>Research</a:t>
            </a:r>
            <a:r>
              <a:rPr dirty="0" sz="3050" spc="-175" b="1">
                <a:latin typeface="Arial"/>
                <a:cs typeface="Arial"/>
              </a:rPr>
              <a:t> </a:t>
            </a:r>
            <a:r>
              <a:rPr dirty="0" sz="3050" spc="-10" b="1">
                <a:latin typeface="Arial"/>
                <a:cs typeface="Arial"/>
              </a:rPr>
              <a:t>Methodology</a:t>
            </a:r>
            <a:endParaRPr sz="3050">
              <a:latin typeface="Arial"/>
              <a:cs typeface="Arial"/>
            </a:endParaRPr>
          </a:p>
          <a:p>
            <a:pPr marL="558800" indent="-27368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55880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Analyze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progress,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error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patterns,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response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20" b="1">
                <a:solidFill>
                  <a:srgbClr val="050E9B"/>
                </a:solidFill>
                <a:latin typeface="Arial"/>
                <a:cs typeface="Arial"/>
              </a:rPr>
              <a:t>time</a:t>
            </a:r>
            <a:endParaRPr sz="2550">
              <a:latin typeface="Arial"/>
              <a:cs typeface="Arial"/>
            </a:endParaRPr>
          </a:p>
          <a:p>
            <a:pPr marL="558800" indent="-27368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55880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Generate</a:t>
            </a:r>
            <a:r>
              <a:rPr dirty="0" sz="25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recommendations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using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analytics</a:t>
            </a:r>
            <a:endParaRPr sz="2550">
              <a:latin typeface="Arial"/>
              <a:cs typeface="Arial"/>
            </a:endParaRPr>
          </a:p>
          <a:p>
            <a:pPr marL="558800" indent="-27368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55880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Integrate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activities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main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buClr>
                <a:srgbClr val="050E9B"/>
              </a:buClr>
              <a:buFont typeface="Arial"/>
              <a:buChar char="•"/>
            </a:pP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050" b="1">
                <a:latin typeface="Arial"/>
                <a:cs typeface="Arial"/>
              </a:rPr>
              <a:t>Latest</a:t>
            </a:r>
            <a:r>
              <a:rPr dirty="0" sz="3050" spc="-7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Technologies</a:t>
            </a:r>
            <a:r>
              <a:rPr dirty="0" sz="3050" spc="-7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Used</a:t>
            </a:r>
            <a:r>
              <a:rPr dirty="0" sz="3050" spc="-7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(with</a:t>
            </a:r>
            <a:r>
              <a:rPr dirty="0" sz="3050" spc="-75" b="1">
                <a:latin typeface="Arial"/>
                <a:cs typeface="Arial"/>
              </a:rPr>
              <a:t> </a:t>
            </a:r>
            <a:r>
              <a:rPr dirty="0" sz="3050" spc="-10" b="1">
                <a:latin typeface="Arial"/>
                <a:cs typeface="Arial"/>
              </a:rPr>
              <a:t>Justification)</a:t>
            </a:r>
            <a:endParaRPr sz="3050">
              <a:latin typeface="Arial"/>
              <a:cs typeface="Arial"/>
            </a:endParaRPr>
          </a:p>
          <a:p>
            <a:pPr marL="558165" marR="339725" indent="-273050">
              <a:lnSpc>
                <a:spcPct val="115700"/>
              </a:lnSpc>
              <a:spcBef>
                <a:spcPts val="10"/>
              </a:spcBef>
              <a:buFont typeface="Arial"/>
              <a:buChar char="•"/>
              <a:tabLst>
                <a:tab pos="558165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Machine</a:t>
            </a:r>
            <a:r>
              <a:rPr dirty="0" sz="25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Recommendation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recommends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practice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activities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based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on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weaknesses</a:t>
            </a:r>
            <a:endParaRPr sz="2550">
              <a:latin typeface="Arial"/>
              <a:cs typeface="Arial"/>
            </a:endParaRPr>
          </a:p>
          <a:p>
            <a:pPr marL="558800" indent="-27368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55880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React</a:t>
            </a:r>
            <a:r>
              <a:rPr dirty="0" sz="25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/</a:t>
            </a:r>
            <a:r>
              <a:rPr dirty="0" sz="25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React</a:t>
            </a:r>
            <a:r>
              <a:rPr dirty="0" sz="25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Native</a:t>
            </a:r>
            <a:r>
              <a:rPr dirty="0" sz="25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5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develops</a:t>
            </a:r>
            <a:r>
              <a:rPr dirty="0" sz="25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5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interactive</a:t>
            </a:r>
            <a:r>
              <a:rPr dirty="0" sz="25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parent</a:t>
            </a:r>
            <a:r>
              <a:rPr dirty="0" sz="25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portal</a:t>
            </a:r>
            <a:r>
              <a:rPr dirty="0" sz="25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interface</a:t>
            </a:r>
            <a:endParaRPr sz="2550">
              <a:latin typeface="Arial"/>
              <a:cs typeface="Arial"/>
            </a:endParaRPr>
          </a:p>
          <a:p>
            <a:pPr marL="558165" marR="518159" indent="-273050">
              <a:lnSpc>
                <a:spcPct val="115700"/>
              </a:lnSpc>
              <a:buFont typeface="Arial"/>
              <a:buChar char="•"/>
              <a:tabLst>
                <a:tab pos="558165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Spring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Boot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provides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backend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services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APIs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to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connect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the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25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25" b="1">
                <a:solidFill>
                  <a:srgbClr val="050E9B"/>
                </a:solidFill>
                <a:latin typeface="Arial"/>
                <a:cs typeface="Arial"/>
              </a:rPr>
              <a:t>and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parent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portal</a:t>
            </a:r>
            <a:endParaRPr sz="2550">
              <a:latin typeface="Arial"/>
              <a:cs typeface="Arial"/>
            </a:endParaRPr>
          </a:p>
          <a:p>
            <a:pPr marL="558800" indent="-27368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558800" algn="l"/>
              </a:tabLst>
            </a:pP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MongoDB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stores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data,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activity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results,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parent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interaction</a:t>
            </a:r>
            <a:r>
              <a:rPr dirty="0" sz="25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2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endParaRPr sz="2550">
              <a:latin typeface="Arial"/>
              <a:cs typeface="Arial"/>
            </a:endParaRPr>
          </a:p>
          <a:p>
            <a:pPr marL="558165" marR="5080" indent="-273050">
              <a:lnSpc>
                <a:spcPct val="115700"/>
              </a:lnSpc>
              <a:buFont typeface="Arial"/>
              <a:buChar char="•"/>
              <a:tabLst>
                <a:tab pos="558165" algn="l"/>
              </a:tabLst>
            </a:pP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Cloud-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Based</a:t>
            </a:r>
            <a:r>
              <a:rPr dirty="0" sz="2550" spc="10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2550" spc="1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Synchronization</a:t>
            </a:r>
            <a:r>
              <a:rPr dirty="0" sz="2550" spc="105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550" spc="1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synchronizes</a:t>
            </a:r>
            <a:r>
              <a:rPr dirty="0" sz="2550" spc="1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school</a:t>
            </a:r>
            <a:r>
              <a:rPr dirty="0" sz="2550" spc="1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550" spc="105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2550" spc="1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550" spc="110" b="1">
                <a:solidFill>
                  <a:srgbClr val="050E9B"/>
                </a:solidFill>
                <a:latin typeface="Arial"/>
                <a:cs typeface="Arial"/>
              </a:rPr>
              <a:t>  </a:t>
            </a:r>
            <a:r>
              <a:rPr dirty="0" sz="2550" spc="-20" b="1">
                <a:solidFill>
                  <a:srgbClr val="050E9B"/>
                </a:solidFill>
                <a:latin typeface="Arial"/>
                <a:cs typeface="Arial"/>
              </a:rPr>
              <a:t>home </a:t>
            </a:r>
            <a:r>
              <a:rPr dirty="0" sz="25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5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E9B"/>
                </a:solidFill>
                <a:latin typeface="Arial"/>
                <a:cs typeface="Arial"/>
              </a:rPr>
              <a:t>activities</a:t>
            </a:r>
            <a:endParaRPr sz="2550">
              <a:latin typeface="Arial"/>
              <a:cs typeface="Arial"/>
            </a:endParaRPr>
          </a:p>
          <a:p>
            <a:pPr algn="ctr" marL="70485">
              <a:lnSpc>
                <a:spcPct val="100000"/>
              </a:lnSpc>
              <a:spcBef>
                <a:spcPts val="890"/>
              </a:spcBef>
            </a:pPr>
            <a:r>
              <a:rPr dirty="0" sz="2600" b="1">
                <a:latin typeface="Arial"/>
                <a:cs typeface="Arial"/>
              </a:rPr>
              <a:t>IT22117878</a:t>
            </a:r>
            <a:r>
              <a:rPr dirty="0" sz="2600" spc="-4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|</a:t>
            </a:r>
            <a:r>
              <a:rPr dirty="0" sz="2600" spc="-3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ALWIS</a:t>
            </a:r>
            <a:r>
              <a:rPr dirty="0" sz="2600" spc="-4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L.P.M</a:t>
            </a:r>
            <a:r>
              <a:rPr dirty="0" sz="2600" spc="-3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|</a:t>
            </a:r>
            <a:r>
              <a:rPr dirty="0" sz="2600" spc="-40" b="1">
                <a:latin typeface="Arial"/>
                <a:cs typeface="Arial"/>
              </a:rPr>
              <a:t> </a:t>
            </a:r>
            <a:r>
              <a:rPr dirty="0" sz="2600" spc="-25" b="1">
                <a:latin typeface="Arial"/>
                <a:cs typeface="Arial"/>
              </a:rPr>
              <a:t>R26-</a:t>
            </a:r>
            <a:r>
              <a:rPr dirty="0" sz="2600" spc="-10" b="1">
                <a:latin typeface="Arial"/>
                <a:cs typeface="Arial"/>
              </a:rPr>
              <a:t>IT-</a:t>
            </a:r>
            <a:r>
              <a:rPr dirty="0" sz="2600" spc="-25" b="1">
                <a:latin typeface="Arial"/>
                <a:cs typeface="Arial"/>
              </a:rPr>
              <a:t>138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90926" cy="3374193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4723384" y="4495"/>
            <a:ext cx="7446645" cy="5054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Parent</a:t>
            </a:r>
            <a:r>
              <a:rPr dirty="0" spc="-40"/>
              <a:t> </a:t>
            </a:r>
            <a:r>
              <a:rPr dirty="0"/>
              <a:t>Support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/>
              <a:t>Home</a:t>
            </a:r>
            <a:r>
              <a:rPr dirty="0" spc="-40"/>
              <a:t> </a:t>
            </a:r>
            <a:r>
              <a:rPr dirty="0"/>
              <a:t>Practice</a:t>
            </a:r>
            <a:r>
              <a:rPr dirty="0" spc="-35"/>
              <a:t> </a:t>
            </a:r>
            <a:r>
              <a:rPr dirty="0" spc="-10"/>
              <a:t>Portal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93621" y="950925"/>
            <a:ext cx="7052309" cy="265620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950" b="1">
                <a:latin typeface="Arial"/>
                <a:cs typeface="Arial"/>
              </a:rPr>
              <a:t>Validation</a:t>
            </a:r>
            <a:r>
              <a:rPr dirty="0" sz="2950" spc="-4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and</a:t>
            </a:r>
            <a:r>
              <a:rPr dirty="0" sz="2950" spc="-45" b="1">
                <a:latin typeface="Arial"/>
                <a:cs typeface="Arial"/>
              </a:rPr>
              <a:t> </a:t>
            </a:r>
            <a:r>
              <a:rPr dirty="0" sz="2950" spc="-10" b="1">
                <a:latin typeface="Arial"/>
                <a:cs typeface="Arial"/>
              </a:rPr>
              <a:t>Evaluation</a:t>
            </a:r>
            <a:endParaRPr sz="2950">
              <a:latin typeface="Arial"/>
              <a:cs typeface="Arial"/>
            </a:endParaRPr>
          </a:p>
          <a:p>
            <a:pPr marL="651510" marR="5080" indent="-320040">
              <a:lnSpc>
                <a:spcPct val="117000"/>
              </a:lnSpc>
              <a:spcBef>
                <a:spcPts val="5"/>
              </a:spcBef>
              <a:buFont typeface="Arial"/>
              <a:buChar char="•"/>
              <a:tabLst>
                <a:tab pos="651510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Measure</a:t>
            </a:r>
            <a:r>
              <a:rPr dirty="0" sz="29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improvement</a:t>
            </a:r>
            <a:r>
              <a:rPr dirty="0" sz="29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in</a:t>
            </a:r>
            <a:r>
              <a:rPr dirty="0" sz="29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student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performance</a:t>
            </a:r>
            <a:r>
              <a:rPr dirty="0" sz="29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after</a:t>
            </a:r>
            <a:r>
              <a:rPr dirty="0" sz="29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completing</a:t>
            </a:r>
            <a:r>
              <a:rPr dirty="0" sz="29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20" b="1">
                <a:solidFill>
                  <a:srgbClr val="050E9B"/>
                </a:solidFill>
                <a:latin typeface="Arial"/>
                <a:cs typeface="Arial"/>
              </a:rPr>
              <a:t>home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95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activities</a:t>
            </a:r>
            <a:endParaRPr sz="2950">
              <a:latin typeface="Arial"/>
              <a:cs typeface="Arial"/>
            </a:endParaRPr>
          </a:p>
          <a:p>
            <a:pPr marL="652145" indent="-32004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65214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Track</a:t>
            </a:r>
            <a:r>
              <a:rPr dirty="0" sz="29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9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endParaRPr sz="2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31300" y="1025994"/>
            <a:ext cx="1452880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 spc="-10" b="1">
                <a:latin typeface="Arial"/>
                <a:cs typeface="Arial"/>
              </a:rPr>
              <a:t>Security</a:t>
            </a:r>
            <a:endParaRPr sz="28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96743" y="0"/>
            <a:ext cx="2191257" cy="337419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430664" y="1460603"/>
            <a:ext cx="7442200" cy="1504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0515" marR="43815" indent="-298450">
              <a:lnSpc>
                <a:spcPct val="117600"/>
              </a:lnSpc>
              <a:spcBef>
                <a:spcPts val="100"/>
              </a:spcBef>
              <a:buFont typeface="Arial"/>
              <a:buChar char="•"/>
              <a:tabLst>
                <a:tab pos="311785" algn="l"/>
              </a:tabLst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HTTPS</a:t>
            </a:r>
            <a:r>
              <a:rPr dirty="0" sz="27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encrypted</a:t>
            </a:r>
            <a:r>
              <a:rPr dirty="0" sz="27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communication</a:t>
            </a:r>
            <a:r>
              <a:rPr dirty="0" sz="27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between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parent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portal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main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system</a:t>
            </a:r>
            <a:endParaRPr sz="2750">
              <a:latin typeface="Arial"/>
              <a:cs typeface="Arial"/>
            </a:endParaRPr>
          </a:p>
          <a:p>
            <a:pPr marL="311150" indent="-29845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11150" algn="l"/>
              </a:tabLst>
            </a:pP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Role-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based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user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authentication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parents</a:t>
            </a:r>
            <a:endParaRPr sz="27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30030" y="3013560"/>
            <a:ext cx="217868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teachers</a:t>
            </a:r>
            <a:endParaRPr sz="2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3147" y="3581730"/>
            <a:ext cx="6961505" cy="1078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17000"/>
              </a:lnSpc>
              <a:spcBef>
                <a:spcPts val="100"/>
              </a:spcBef>
              <a:buFont typeface="Arial"/>
              <a:buChar char="•"/>
              <a:tabLst>
                <a:tab pos="33210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Evaluate</a:t>
            </a:r>
            <a:r>
              <a:rPr dirty="0" sz="29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parent</a:t>
            </a:r>
            <a:r>
              <a:rPr dirty="0" sz="29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engagement</a:t>
            </a:r>
            <a:r>
              <a:rPr dirty="0" sz="29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9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25" b="1">
                <a:solidFill>
                  <a:srgbClr val="050E9B"/>
                </a:solidFill>
                <a:latin typeface="Arial"/>
                <a:cs typeface="Arial"/>
              </a:rPr>
              <a:t>the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29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95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portal</a:t>
            </a:r>
            <a:endParaRPr sz="2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30664" y="3506573"/>
            <a:ext cx="756094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11150" algn="l"/>
              </a:tabLst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Secure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storage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of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in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database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93621" y="5160213"/>
            <a:ext cx="6864984" cy="213042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950" b="1">
                <a:latin typeface="Arial"/>
                <a:cs typeface="Arial"/>
              </a:rPr>
              <a:t>Data</a:t>
            </a:r>
            <a:r>
              <a:rPr dirty="0" sz="2950" spc="-15" b="1">
                <a:latin typeface="Arial"/>
                <a:cs typeface="Arial"/>
              </a:rPr>
              <a:t> </a:t>
            </a:r>
            <a:r>
              <a:rPr dirty="0" sz="2950" spc="-10" b="1">
                <a:latin typeface="Arial"/>
                <a:cs typeface="Arial"/>
              </a:rPr>
              <a:t>Availability</a:t>
            </a:r>
            <a:endParaRPr sz="2950">
              <a:latin typeface="Arial"/>
              <a:cs typeface="Arial"/>
            </a:endParaRPr>
          </a:p>
          <a:p>
            <a:pPr marL="651510" marR="130175" indent="-320040">
              <a:lnSpc>
                <a:spcPct val="117000"/>
              </a:lnSpc>
              <a:spcBef>
                <a:spcPts val="5"/>
              </a:spcBef>
              <a:buFont typeface="Arial"/>
              <a:buChar char="•"/>
              <a:tabLst>
                <a:tab pos="651510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r>
              <a:rPr dirty="0" sz="29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9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activity</a:t>
            </a:r>
            <a:r>
              <a:rPr dirty="0" sz="295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completion records</a:t>
            </a:r>
            <a:endParaRPr sz="2950">
              <a:latin typeface="Arial"/>
              <a:cs typeface="Arial"/>
            </a:endParaRPr>
          </a:p>
          <a:p>
            <a:pPr marL="652145" indent="-32004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65214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9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response</a:t>
            </a:r>
            <a:r>
              <a:rPr dirty="0" sz="29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time</a:t>
            </a:r>
            <a:r>
              <a:rPr dirty="0" sz="29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9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activity</a:t>
            </a:r>
            <a:endParaRPr sz="2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3147" y="7264857"/>
            <a:ext cx="6878320" cy="160401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700"/>
              </a:spcBef>
            </a:pP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attempts</a:t>
            </a:r>
            <a:endParaRPr sz="2950">
              <a:latin typeface="Arial"/>
              <a:cs typeface="Arial"/>
            </a:endParaRPr>
          </a:p>
          <a:p>
            <a:pPr marL="332105" marR="5080" indent="-320040">
              <a:lnSpc>
                <a:spcPct val="117000"/>
              </a:lnSpc>
              <a:spcBef>
                <a:spcPts val="5"/>
              </a:spcBef>
              <a:buFont typeface="Arial"/>
              <a:buChar char="•"/>
              <a:tabLst>
                <a:tab pos="33210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Error</a:t>
            </a:r>
            <a:r>
              <a:rPr dirty="0" sz="29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patterns</a:t>
            </a:r>
            <a:r>
              <a:rPr dirty="0" sz="29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95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95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progress history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/>
              <a:t>Ethical</a:t>
            </a:r>
            <a:r>
              <a:rPr dirty="0" spc="-55"/>
              <a:t> </a:t>
            </a:r>
            <a:r>
              <a:rPr dirty="0" spc="-10"/>
              <a:t>Clearance</a:t>
            </a:r>
          </a:p>
          <a:p>
            <a:pPr marL="609600" marR="760730" indent="-298450">
              <a:lnSpc>
                <a:spcPct val="117600"/>
              </a:lnSpc>
              <a:buFont typeface="Arial"/>
              <a:buChar char="•"/>
              <a:tabLst>
                <a:tab pos="610870" algn="l"/>
              </a:tabLst>
            </a:pPr>
            <a:r>
              <a:rPr dirty="0" sz="2750">
                <a:solidFill>
                  <a:srgbClr val="050E9B"/>
                </a:solidFill>
              </a:rPr>
              <a:t>Parental</a:t>
            </a:r>
            <a:r>
              <a:rPr dirty="0" sz="2750" spc="-25">
                <a:solidFill>
                  <a:srgbClr val="050E9B"/>
                </a:solidFill>
              </a:rPr>
              <a:t> </a:t>
            </a:r>
            <a:r>
              <a:rPr dirty="0" sz="2750">
                <a:solidFill>
                  <a:srgbClr val="050E9B"/>
                </a:solidFill>
              </a:rPr>
              <a:t>consent</a:t>
            </a:r>
            <a:r>
              <a:rPr dirty="0" sz="2750" spc="-25">
                <a:solidFill>
                  <a:srgbClr val="050E9B"/>
                </a:solidFill>
              </a:rPr>
              <a:t> </a:t>
            </a:r>
            <a:r>
              <a:rPr dirty="0" sz="2750">
                <a:solidFill>
                  <a:srgbClr val="050E9B"/>
                </a:solidFill>
              </a:rPr>
              <a:t>required</a:t>
            </a:r>
            <a:r>
              <a:rPr dirty="0" sz="2750" spc="-25">
                <a:solidFill>
                  <a:srgbClr val="050E9B"/>
                </a:solidFill>
              </a:rPr>
              <a:t> </a:t>
            </a:r>
            <a:r>
              <a:rPr dirty="0" sz="2750">
                <a:solidFill>
                  <a:srgbClr val="050E9B"/>
                </a:solidFill>
              </a:rPr>
              <a:t>for</a:t>
            </a:r>
            <a:r>
              <a:rPr dirty="0" sz="2750" spc="-20">
                <a:solidFill>
                  <a:srgbClr val="050E9B"/>
                </a:solidFill>
              </a:rPr>
              <a:t> </a:t>
            </a:r>
            <a:r>
              <a:rPr dirty="0" sz="2750" spc="-10">
                <a:solidFill>
                  <a:srgbClr val="050E9B"/>
                </a:solidFill>
              </a:rPr>
              <a:t>student 	participation</a:t>
            </a:r>
            <a:endParaRPr sz="2750"/>
          </a:p>
          <a:p>
            <a:pPr marL="609600" marR="5080" indent="-298450">
              <a:lnSpc>
                <a:spcPct val="117600"/>
              </a:lnSpc>
              <a:spcBef>
                <a:spcPts val="5"/>
              </a:spcBef>
              <a:buFont typeface="Arial"/>
              <a:buChar char="•"/>
              <a:tabLst>
                <a:tab pos="610870" algn="l"/>
              </a:tabLst>
            </a:pPr>
            <a:r>
              <a:rPr dirty="0" sz="2750">
                <a:solidFill>
                  <a:srgbClr val="050E9B"/>
                </a:solidFill>
              </a:rPr>
              <a:t>Student</a:t>
            </a:r>
            <a:r>
              <a:rPr dirty="0" sz="2750" spc="-50">
                <a:solidFill>
                  <a:srgbClr val="050E9B"/>
                </a:solidFill>
              </a:rPr>
              <a:t> </a:t>
            </a:r>
            <a:r>
              <a:rPr dirty="0" sz="2750">
                <a:solidFill>
                  <a:srgbClr val="050E9B"/>
                </a:solidFill>
              </a:rPr>
              <a:t>personal</a:t>
            </a:r>
            <a:r>
              <a:rPr dirty="0" sz="2750" spc="-45">
                <a:solidFill>
                  <a:srgbClr val="050E9B"/>
                </a:solidFill>
              </a:rPr>
              <a:t> </a:t>
            </a:r>
            <a:r>
              <a:rPr dirty="0" sz="2750">
                <a:solidFill>
                  <a:srgbClr val="050E9B"/>
                </a:solidFill>
              </a:rPr>
              <a:t>information</a:t>
            </a:r>
            <a:r>
              <a:rPr dirty="0" sz="2750" spc="-50">
                <a:solidFill>
                  <a:srgbClr val="050E9B"/>
                </a:solidFill>
              </a:rPr>
              <a:t> </a:t>
            </a:r>
            <a:r>
              <a:rPr dirty="0" sz="2750" spc="-10">
                <a:solidFill>
                  <a:srgbClr val="050E9B"/>
                </a:solidFill>
              </a:rPr>
              <a:t>anonymized </a:t>
            </a:r>
            <a:r>
              <a:rPr dirty="0" sz="2750" spc="-10">
                <a:solidFill>
                  <a:srgbClr val="050E9B"/>
                </a:solidFill>
              </a:rPr>
              <a:t>	</a:t>
            </a:r>
            <a:r>
              <a:rPr dirty="0" sz="2750">
                <a:solidFill>
                  <a:srgbClr val="050E9B"/>
                </a:solidFill>
              </a:rPr>
              <a:t>for</a:t>
            </a:r>
            <a:r>
              <a:rPr dirty="0" sz="2750" spc="-30">
                <a:solidFill>
                  <a:srgbClr val="050E9B"/>
                </a:solidFill>
              </a:rPr>
              <a:t> </a:t>
            </a:r>
            <a:r>
              <a:rPr dirty="0" sz="2750">
                <a:solidFill>
                  <a:srgbClr val="050E9B"/>
                </a:solidFill>
              </a:rPr>
              <a:t>research</a:t>
            </a:r>
            <a:r>
              <a:rPr dirty="0" sz="2750" spc="-25">
                <a:solidFill>
                  <a:srgbClr val="050E9B"/>
                </a:solidFill>
              </a:rPr>
              <a:t> </a:t>
            </a:r>
            <a:r>
              <a:rPr dirty="0" sz="2750" spc="-10">
                <a:solidFill>
                  <a:srgbClr val="050E9B"/>
                </a:solidFill>
              </a:rPr>
              <a:t>analysis</a:t>
            </a:r>
            <a:endParaRPr sz="2750"/>
          </a:p>
          <a:p>
            <a:pPr marL="610235" indent="-29845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10235" algn="l"/>
              </a:tabLst>
            </a:pPr>
            <a:r>
              <a:rPr dirty="0" sz="2750">
                <a:solidFill>
                  <a:srgbClr val="050E9B"/>
                </a:solidFill>
              </a:rPr>
              <a:t>Data</a:t>
            </a:r>
            <a:r>
              <a:rPr dirty="0" sz="2750" spc="-15">
                <a:solidFill>
                  <a:srgbClr val="050E9B"/>
                </a:solidFill>
              </a:rPr>
              <a:t> </a:t>
            </a:r>
            <a:r>
              <a:rPr dirty="0" sz="2750">
                <a:solidFill>
                  <a:srgbClr val="050E9B"/>
                </a:solidFill>
              </a:rPr>
              <a:t>used</a:t>
            </a:r>
            <a:r>
              <a:rPr dirty="0" sz="2750" spc="-15">
                <a:solidFill>
                  <a:srgbClr val="050E9B"/>
                </a:solidFill>
              </a:rPr>
              <a:t> </a:t>
            </a:r>
            <a:r>
              <a:rPr dirty="0" sz="2750">
                <a:solidFill>
                  <a:srgbClr val="050E9B"/>
                </a:solidFill>
              </a:rPr>
              <a:t>only</a:t>
            </a:r>
            <a:r>
              <a:rPr dirty="0" sz="2750" spc="-10">
                <a:solidFill>
                  <a:srgbClr val="050E9B"/>
                </a:solidFill>
              </a:rPr>
              <a:t> </a:t>
            </a:r>
            <a:r>
              <a:rPr dirty="0" sz="2750">
                <a:solidFill>
                  <a:srgbClr val="050E9B"/>
                </a:solidFill>
              </a:rPr>
              <a:t>for</a:t>
            </a:r>
            <a:r>
              <a:rPr dirty="0" sz="2750" spc="-15">
                <a:solidFill>
                  <a:srgbClr val="050E9B"/>
                </a:solidFill>
              </a:rPr>
              <a:t> </a:t>
            </a:r>
            <a:r>
              <a:rPr dirty="0" sz="2750">
                <a:solidFill>
                  <a:srgbClr val="050E9B"/>
                </a:solidFill>
              </a:rPr>
              <a:t>educational</a:t>
            </a:r>
            <a:r>
              <a:rPr dirty="0" sz="2750" spc="-15">
                <a:solidFill>
                  <a:srgbClr val="050E9B"/>
                </a:solidFill>
              </a:rPr>
              <a:t> </a:t>
            </a:r>
            <a:r>
              <a:rPr dirty="0" sz="2750" spc="-25">
                <a:solidFill>
                  <a:srgbClr val="050E9B"/>
                </a:solidFill>
              </a:rPr>
              <a:t>and</a:t>
            </a:r>
            <a:endParaRPr sz="2750"/>
          </a:p>
        </p:txBody>
      </p:sp>
      <p:sp>
        <p:nvSpPr>
          <p:cNvPr id="15" name="object 15"/>
          <p:cNvSpPr txBox="1"/>
          <p:nvPr/>
        </p:nvSpPr>
        <p:spPr>
          <a:xfrm>
            <a:off x="9730031" y="7466816"/>
            <a:ext cx="4836160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academic</a:t>
            </a:r>
            <a:r>
              <a:rPr dirty="0" sz="27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research</a:t>
            </a:r>
            <a:r>
              <a:rPr dirty="0" sz="27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purposes</a:t>
            </a:r>
            <a:endParaRPr sz="2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30665" y="7959830"/>
            <a:ext cx="6687184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11150" algn="l"/>
              </a:tabLst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Compliance</a:t>
            </a:r>
            <a:r>
              <a:rPr dirty="0" sz="27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ethical</a:t>
            </a:r>
            <a:r>
              <a:rPr dirty="0" sz="27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guidelines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25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endParaRPr sz="2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30031" y="8452844"/>
            <a:ext cx="456374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research</a:t>
            </a:r>
            <a:r>
              <a:rPr dirty="0" sz="27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050E9B"/>
                </a:solidFill>
                <a:latin typeface="Arial"/>
                <a:cs typeface="Arial"/>
              </a:rPr>
              <a:t>involving</a:t>
            </a:r>
            <a:r>
              <a:rPr dirty="0" sz="27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50E9B"/>
                </a:solidFill>
                <a:latin typeface="Arial"/>
                <a:cs typeface="Arial"/>
              </a:rPr>
              <a:t>children</a:t>
            </a:r>
            <a:endParaRPr sz="2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08491" y="9708540"/>
            <a:ext cx="673862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b="1">
                <a:latin typeface="Arial"/>
                <a:cs typeface="Arial"/>
              </a:rPr>
              <a:t>IT22117878</a:t>
            </a:r>
            <a:r>
              <a:rPr dirty="0" sz="2900" spc="-3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|</a:t>
            </a:r>
            <a:r>
              <a:rPr dirty="0" sz="2900" spc="-3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ALWIS</a:t>
            </a:r>
            <a:r>
              <a:rPr dirty="0" sz="2900" spc="-3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L.P.M</a:t>
            </a:r>
            <a:r>
              <a:rPr dirty="0" sz="2900" spc="-3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|</a:t>
            </a:r>
            <a:r>
              <a:rPr dirty="0" sz="2900" spc="-3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R26-IT-</a:t>
            </a:r>
            <a:r>
              <a:rPr dirty="0" sz="2900" spc="-25" b="1">
                <a:latin typeface="Arial"/>
                <a:cs typeface="Arial"/>
              </a:rPr>
              <a:t>138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794417" cy="352659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06345" y="1979255"/>
            <a:ext cx="333692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b="1">
                <a:latin typeface="Arial"/>
                <a:cs typeface="Arial"/>
              </a:rPr>
              <a:t>System</a:t>
            </a:r>
            <a:r>
              <a:rPr dirty="0" sz="3150" spc="-20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Overview</a:t>
            </a:r>
            <a:endParaRPr sz="31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5433" y="1028700"/>
            <a:ext cx="6474434" cy="4104538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2616" rIns="0" bIns="0" rtlCol="0" vert="horz">
            <a:spAutoFit/>
          </a:bodyPr>
          <a:lstStyle/>
          <a:p>
            <a:pPr marL="2712085">
              <a:lnSpc>
                <a:spcPct val="100000"/>
              </a:lnSpc>
              <a:spcBef>
                <a:spcPts val="100"/>
              </a:spcBef>
            </a:pPr>
            <a:r>
              <a:rPr dirty="0"/>
              <a:t>Parent</a:t>
            </a:r>
            <a:r>
              <a:rPr dirty="0" spc="-40"/>
              <a:t> </a:t>
            </a:r>
            <a:r>
              <a:rPr dirty="0"/>
              <a:t>Support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/>
              <a:t>Home</a:t>
            </a:r>
            <a:r>
              <a:rPr dirty="0" spc="-40"/>
              <a:t> </a:t>
            </a:r>
            <a:r>
              <a:rPr dirty="0"/>
              <a:t>Practice</a:t>
            </a:r>
            <a:r>
              <a:rPr dirty="0" spc="-35"/>
              <a:t> </a:t>
            </a:r>
            <a:r>
              <a:rPr dirty="0" spc="-10"/>
              <a:t>Portal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29331" y="0"/>
            <a:ext cx="2558669" cy="35265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042695"/>
            <a:ext cx="2711056" cy="324430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06345" y="4529467"/>
            <a:ext cx="15006955" cy="558165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3150" spc="-10" b="1">
                <a:latin typeface="Arial"/>
                <a:cs typeface="Arial"/>
              </a:rPr>
              <a:t>Dependencies</a:t>
            </a:r>
            <a:endParaRPr sz="3150">
              <a:latin typeface="Arial"/>
              <a:cs typeface="Arial"/>
            </a:endParaRPr>
          </a:p>
          <a:p>
            <a:pPr marL="632460" marR="1129030" indent="-309245">
              <a:lnSpc>
                <a:spcPct val="115900"/>
              </a:lnSpc>
              <a:spcBef>
                <a:spcPts val="10"/>
              </a:spcBef>
              <a:buFont typeface="Arial"/>
              <a:buChar char="•"/>
              <a:tabLst>
                <a:tab pos="634365" algn="l"/>
              </a:tabLst>
            </a:pP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Machine</a:t>
            </a:r>
            <a:r>
              <a:rPr dirty="0" sz="290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90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Recommendation</a:t>
            </a:r>
            <a:r>
              <a:rPr dirty="0" sz="290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Engine</a:t>
            </a:r>
            <a:r>
              <a:rPr dirty="0" sz="290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90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generates</a:t>
            </a:r>
            <a:r>
              <a:rPr dirty="0" sz="290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90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20" b="1">
                <a:solidFill>
                  <a:srgbClr val="050E9B"/>
                </a:solidFill>
                <a:latin typeface="Arial"/>
                <a:cs typeface="Arial"/>
              </a:rPr>
              <a:t>home </a:t>
            </a:r>
            <a:r>
              <a:rPr dirty="0" sz="2900" spc="-2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practice</a:t>
            </a:r>
            <a:r>
              <a:rPr dirty="0" sz="29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activities</a:t>
            </a:r>
            <a:endParaRPr sz="2900">
              <a:latin typeface="Arial"/>
              <a:cs typeface="Arial"/>
            </a:endParaRPr>
          </a:p>
          <a:p>
            <a:pPr marL="632460" indent="-30924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632460" algn="l"/>
              </a:tabLst>
            </a:pP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User</a:t>
            </a:r>
            <a:r>
              <a:rPr dirty="0" sz="290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Authentication</a:t>
            </a:r>
            <a:r>
              <a:rPr dirty="0" sz="29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29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9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manages</a:t>
            </a:r>
            <a:r>
              <a:rPr dirty="0" sz="29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secure</a:t>
            </a:r>
            <a:r>
              <a:rPr dirty="0" sz="290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login</a:t>
            </a:r>
            <a:r>
              <a:rPr dirty="0" sz="29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9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parents</a:t>
            </a:r>
            <a:r>
              <a:rPr dirty="0" sz="29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9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teachers</a:t>
            </a: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20"/>
              </a:spcBef>
              <a:buClr>
                <a:srgbClr val="050E9B"/>
              </a:buClr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150" b="1">
                <a:latin typeface="Arial"/>
                <a:cs typeface="Arial"/>
              </a:rPr>
              <a:t>Common</a:t>
            </a:r>
            <a:r>
              <a:rPr dirty="0" sz="3150" spc="-80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Components</a:t>
            </a:r>
            <a:endParaRPr sz="3150">
              <a:latin typeface="Arial"/>
              <a:cs typeface="Arial"/>
            </a:endParaRPr>
          </a:p>
          <a:p>
            <a:pPr marL="632460" marR="5080" indent="-309245">
              <a:lnSpc>
                <a:spcPct val="115900"/>
              </a:lnSpc>
              <a:spcBef>
                <a:spcPts val="5"/>
              </a:spcBef>
              <a:buFont typeface="Arial"/>
              <a:buChar char="•"/>
              <a:tabLst>
                <a:tab pos="634365" algn="l"/>
              </a:tabLst>
            </a:pP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Cloud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/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Backend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Server</a:t>
            </a:r>
            <a:r>
              <a:rPr dirty="0" sz="29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Manages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data</a:t>
            </a:r>
            <a:r>
              <a:rPr dirty="0" sz="29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storage,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processing,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synchronization 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between</a:t>
            </a:r>
            <a:r>
              <a:rPr dirty="0" sz="290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2900" spc="-5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modules.</a:t>
            </a:r>
            <a:endParaRPr sz="2900">
              <a:latin typeface="Arial"/>
              <a:cs typeface="Arial"/>
            </a:endParaRPr>
          </a:p>
          <a:p>
            <a:pPr marL="632460" marR="125730" indent="-309245">
              <a:lnSpc>
                <a:spcPct val="115900"/>
              </a:lnSpc>
              <a:buFont typeface="Arial"/>
              <a:buChar char="•"/>
              <a:tabLst>
                <a:tab pos="634365" algn="l"/>
              </a:tabLst>
            </a:pP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Mobile</a:t>
            </a:r>
            <a:r>
              <a:rPr dirty="0" sz="290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Interface</a:t>
            </a:r>
            <a:r>
              <a:rPr dirty="0" sz="290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–</a:t>
            </a:r>
            <a:r>
              <a:rPr dirty="0" sz="290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Provides</a:t>
            </a:r>
            <a:r>
              <a:rPr dirty="0" sz="290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an</a:t>
            </a:r>
            <a:r>
              <a:rPr dirty="0" sz="290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accessible</a:t>
            </a:r>
            <a:r>
              <a:rPr dirty="0" sz="290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platform</a:t>
            </a:r>
            <a:r>
              <a:rPr dirty="0" sz="290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90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parents</a:t>
            </a:r>
            <a:r>
              <a:rPr dirty="0" sz="290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to</a:t>
            </a:r>
            <a:r>
              <a:rPr dirty="0" sz="290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interact</a:t>
            </a:r>
            <a:r>
              <a:rPr dirty="0" sz="290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with</a:t>
            </a:r>
            <a:r>
              <a:rPr dirty="0" sz="290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25" b="1">
                <a:solidFill>
                  <a:srgbClr val="050E9B"/>
                </a:solidFill>
                <a:latin typeface="Arial"/>
                <a:cs typeface="Arial"/>
              </a:rPr>
              <a:t>the </a:t>
            </a:r>
            <a:r>
              <a:rPr dirty="0" sz="2900" spc="-25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portal.</a:t>
            </a:r>
            <a:endParaRPr sz="2900">
              <a:latin typeface="Arial"/>
              <a:cs typeface="Arial"/>
            </a:endParaRPr>
          </a:p>
          <a:p>
            <a:pPr algn="ctr" marR="167640">
              <a:lnSpc>
                <a:spcPts val="2665"/>
              </a:lnSpc>
            </a:pPr>
            <a:r>
              <a:rPr dirty="0" sz="2800" b="1">
                <a:latin typeface="Arial"/>
                <a:cs typeface="Arial"/>
              </a:rPr>
              <a:t>IT22117878</a:t>
            </a:r>
            <a:r>
              <a:rPr dirty="0" sz="2800" spc="-4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|</a:t>
            </a:r>
            <a:r>
              <a:rPr dirty="0" sz="2800" spc="-4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ALWIS</a:t>
            </a:r>
            <a:r>
              <a:rPr dirty="0" sz="2800" spc="-4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L.P.M</a:t>
            </a:r>
            <a:r>
              <a:rPr dirty="0" sz="2800" spc="-4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|</a:t>
            </a:r>
            <a:r>
              <a:rPr dirty="0" sz="2800" spc="-45" b="1">
                <a:latin typeface="Arial"/>
                <a:cs typeface="Arial"/>
              </a:rPr>
              <a:t> </a:t>
            </a:r>
            <a:r>
              <a:rPr dirty="0" sz="2800" spc="-30" b="1">
                <a:latin typeface="Arial"/>
                <a:cs typeface="Arial"/>
              </a:rPr>
              <a:t>R26-</a:t>
            </a:r>
            <a:r>
              <a:rPr dirty="0" sz="2800" spc="-20" b="1">
                <a:latin typeface="Arial"/>
                <a:cs typeface="Arial"/>
              </a:rPr>
              <a:t>IT-</a:t>
            </a:r>
            <a:r>
              <a:rPr dirty="0" sz="2800" spc="-25" b="1">
                <a:latin typeface="Arial"/>
                <a:cs typeface="Arial"/>
              </a:rPr>
              <a:t>138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111982" cy="308610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86598" y="715365"/>
            <a:ext cx="5315585" cy="497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3100"/>
              <a:t>Ability</a:t>
            </a:r>
            <a:r>
              <a:rPr dirty="0" u="none" sz="3100" spc="-40"/>
              <a:t> </a:t>
            </a:r>
            <a:r>
              <a:rPr dirty="0" u="none" sz="3100"/>
              <a:t>of</a:t>
            </a:r>
            <a:r>
              <a:rPr dirty="0" u="none" sz="3100" spc="-35"/>
              <a:t> </a:t>
            </a:r>
            <a:r>
              <a:rPr dirty="0" u="none" sz="3100" spc="-10"/>
              <a:t>Commercialization</a:t>
            </a:r>
            <a:endParaRPr sz="3100"/>
          </a:p>
        </p:txBody>
      </p:sp>
      <p:sp>
        <p:nvSpPr>
          <p:cNvPr id="10" name="object 10"/>
          <p:cNvSpPr txBox="1"/>
          <p:nvPr/>
        </p:nvSpPr>
        <p:spPr>
          <a:xfrm>
            <a:off x="10136885" y="711555"/>
            <a:ext cx="3357879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b="1">
                <a:latin typeface="Arial"/>
                <a:cs typeface="Arial"/>
              </a:rPr>
              <a:t>Investment</a:t>
            </a:r>
            <a:r>
              <a:rPr dirty="0" sz="3150" spc="-3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/</a:t>
            </a:r>
            <a:r>
              <a:rPr dirty="0" sz="3150" spc="-30" b="1">
                <a:latin typeface="Arial"/>
                <a:cs typeface="Arial"/>
              </a:rPr>
              <a:t> </a:t>
            </a:r>
            <a:r>
              <a:rPr dirty="0" sz="3150" spc="-20" b="1">
                <a:latin typeface="Arial"/>
                <a:cs typeface="Arial"/>
              </a:rPr>
              <a:t>Cost</a:t>
            </a:r>
            <a:endParaRPr sz="31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10178" y="0"/>
            <a:ext cx="1877821" cy="277144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99298" y="2192731"/>
            <a:ext cx="2415540" cy="0"/>
          </a:xfrm>
          <a:custGeom>
            <a:avLst/>
            <a:gdLst/>
            <a:ahLst/>
            <a:cxnLst/>
            <a:rect l="l" t="t" r="r" b="b"/>
            <a:pathLst>
              <a:path w="2415540" h="0">
                <a:moveTo>
                  <a:pt x="0" y="0"/>
                </a:moveTo>
                <a:lnTo>
                  <a:pt x="2415159" y="0"/>
                </a:lnTo>
              </a:path>
            </a:pathLst>
          </a:custGeom>
          <a:ln w="20460">
            <a:solidFill>
              <a:srgbClr val="050E9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789265"/>
            <a:ext cx="2028609" cy="249773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496800" y="8492121"/>
            <a:ext cx="237998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4719" algn="l"/>
              </a:tabLst>
            </a:pPr>
            <a:r>
              <a:rPr dirty="0" sz="2900" spc="-25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endParaRPr sz="2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6598" y="1704715"/>
            <a:ext cx="8490585" cy="777176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Target</a:t>
            </a:r>
            <a:r>
              <a:rPr dirty="0" sz="290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Market</a:t>
            </a:r>
            <a:endParaRPr sz="2900">
              <a:latin typeface="Arial"/>
              <a:cs typeface="Arial"/>
            </a:endParaRPr>
          </a:p>
          <a:p>
            <a:pPr marL="243204" indent="-230504">
              <a:lnSpc>
                <a:spcPct val="100000"/>
              </a:lnSpc>
              <a:spcBef>
                <a:spcPts val="585"/>
              </a:spcBef>
              <a:buChar char="•"/>
              <a:tabLst>
                <a:tab pos="243204" algn="l"/>
              </a:tabLst>
            </a:pP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Primary</a:t>
            </a:r>
            <a:r>
              <a:rPr dirty="0" sz="2900" spc="-7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schools</a:t>
            </a:r>
            <a:r>
              <a:rPr dirty="0" sz="290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90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special</a:t>
            </a:r>
            <a:r>
              <a:rPr dirty="0" sz="290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education</a:t>
            </a:r>
            <a:r>
              <a:rPr dirty="0" sz="290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centers</a:t>
            </a:r>
            <a:endParaRPr sz="2900">
              <a:latin typeface="Arial"/>
              <a:cs typeface="Arial"/>
            </a:endParaRPr>
          </a:p>
          <a:p>
            <a:pPr marL="243204" indent="-230504">
              <a:lnSpc>
                <a:spcPct val="100000"/>
              </a:lnSpc>
              <a:spcBef>
                <a:spcPts val="585"/>
              </a:spcBef>
              <a:buChar char="•"/>
              <a:tabLst>
                <a:tab pos="243204" algn="l"/>
              </a:tabLst>
            </a:pP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EdTech</a:t>
            </a:r>
            <a:r>
              <a:rPr dirty="0" sz="2900" spc="-114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platforms</a:t>
            </a:r>
            <a:endParaRPr sz="2900">
              <a:latin typeface="Arial"/>
              <a:cs typeface="Arial"/>
            </a:endParaRPr>
          </a:p>
          <a:p>
            <a:pPr marL="12700" marR="5080" indent="577215">
              <a:lnSpc>
                <a:spcPct val="116799"/>
              </a:lnSpc>
              <a:spcBef>
                <a:spcPts val="5"/>
              </a:spcBef>
              <a:buChar char="•"/>
              <a:tabLst>
                <a:tab pos="589915" algn="l"/>
                <a:tab pos="2388235" algn="l"/>
                <a:tab pos="3184525" algn="l"/>
                <a:tab pos="4696460" algn="l"/>
                <a:tab pos="5759450" algn="l"/>
                <a:tab pos="7741284" algn="l"/>
              </a:tabLst>
            </a:pP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Parents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900" spc="-25" b="1">
                <a:solidFill>
                  <a:srgbClr val="050E9B"/>
                </a:solidFill>
                <a:latin typeface="Arial"/>
                <a:cs typeface="Arial"/>
              </a:rPr>
              <a:t>of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Grade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2–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3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students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900" spc="-20" b="1">
                <a:solidFill>
                  <a:srgbClr val="050E9B"/>
                </a:solidFill>
                <a:latin typeface="Arial"/>
                <a:cs typeface="Arial"/>
              </a:rPr>
              <a:t>with 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dyscalculia</a:t>
            </a: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15"/>
              </a:spcBef>
              <a:buClr>
                <a:srgbClr val="050E9B"/>
              </a:buClr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u="sng" sz="290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Customer</a:t>
            </a:r>
            <a:r>
              <a:rPr dirty="0" u="sng" sz="2900" spc="-65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900" spc="-1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Profile</a:t>
            </a:r>
            <a:endParaRPr sz="2900">
              <a:latin typeface="Arial"/>
              <a:cs typeface="Arial"/>
            </a:endParaRPr>
          </a:p>
          <a:p>
            <a:pPr marL="243204" indent="-230504">
              <a:lnSpc>
                <a:spcPct val="100000"/>
              </a:lnSpc>
              <a:spcBef>
                <a:spcPts val="585"/>
              </a:spcBef>
              <a:buChar char="•"/>
              <a:tabLst>
                <a:tab pos="243204" algn="l"/>
              </a:tabLst>
            </a:pP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Teachers</a:t>
            </a:r>
            <a:r>
              <a:rPr dirty="0" sz="290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identifying</a:t>
            </a:r>
            <a:r>
              <a:rPr dirty="0" sz="290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90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difficulties</a:t>
            </a:r>
            <a:r>
              <a:rPr dirty="0" sz="290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early</a:t>
            </a:r>
            <a:endParaRPr sz="2900">
              <a:latin typeface="Arial"/>
              <a:cs typeface="Arial"/>
            </a:endParaRPr>
          </a:p>
          <a:p>
            <a:pPr marL="243204" indent="-230504">
              <a:lnSpc>
                <a:spcPct val="100000"/>
              </a:lnSpc>
              <a:spcBef>
                <a:spcPts val="585"/>
              </a:spcBef>
              <a:buChar char="•"/>
              <a:tabLst>
                <a:tab pos="243204" algn="l"/>
              </a:tabLst>
            </a:pP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Parents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supporting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math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learning</a:t>
            </a:r>
            <a:r>
              <a:rPr dirty="0" sz="2900" spc="-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at</a:t>
            </a:r>
            <a:r>
              <a:rPr dirty="0" sz="2900" spc="-5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20" b="1">
                <a:solidFill>
                  <a:srgbClr val="050E9B"/>
                </a:solidFill>
                <a:latin typeface="Arial"/>
                <a:cs typeface="Arial"/>
              </a:rPr>
              <a:t>home</a:t>
            </a: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20"/>
              </a:spcBef>
              <a:buClr>
                <a:srgbClr val="050E9B"/>
              </a:buClr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u="sng" sz="290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Value</a:t>
            </a:r>
            <a:r>
              <a:rPr dirty="0" u="sng" sz="2900" spc="-45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900" spc="-1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Proposition</a:t>
            </a:r>
            <a:endParaRPr sz="2900">
              <a:latin typeface="Arial"/>
              <a:cs typeface="Arial"/>
            </a:endParaRPr>
          </a:p>
          <a:p>
            <a:pPr marL="12700" marR="6985" indent="284480">
              <a:lnSpc>
                <a:spcPct val="116799"/>
              </a:lnSpc>
              <a:buChar char="•"/>
              <a:tabLst>
                <a:tab pos="297180" algn="l"/>
              </a:tabLst>
            </a:pP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AI-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based</a:t>
            </a:r>
            <a:r>
              <a:rPr dirty="0" sz="2900" spc="3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2900" spc="3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900" spc="3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misconception</a:t>
            </a:r>
            <a:r>
              <a:rPr dirty="0" sz="2900" spc="34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detection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900" spc="-9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personalized</a:t>
            </a:r>
            <a:r>
              <a:rPr dirty="0" sz="2900" spc="-8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hints</a:t>
            </a:r>
            <a:endParaRPr sz="2900">
              <a:latin typeface="Arial"/>
              <a:cs typeface="Arial"/>
            </a:endParaRPr>
          </a:p>
          <a:p>
            <a:pPr marL="12700" marR="2627630" indent="396875">
              <a:lnSpc>
                <a:spcPct val="116799"/>
              </a:lnSpc>
              <a:buChar char="•"/>
              <a:tabLst>
                <a:tab pos="409575" algn="l"/>
                <a:tab pos="2313940" algn="l"/>
                <a:tab pos="3910965" algn="l"/>
              </a:tabLst>
            </a:pP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Improves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student</a:t>
            </a:r>
            <a:r>
              <a:rPr dirty="0" sz="2900" b="1">
                <a:solidFill>
                  <a:srgbClr val="050E9B"/>
                </a:solidFill>
                <a:latin typeface="Arial"/>
                <a:cs typeface="Arial"/>
              </a:rPr>
              <a:t>	</a:t>
            </a:r>
            <a:r>
              <a:rPr dirty="0" sz="2900" spc="-10" b="1">
                <a:solidFill>
                  <a:srgbClr val="050E9B"/>
                </a:solidFill>
                <a:latin typeface="Arial"/>
                <a:cs typeface="Arial"/>
              </a:rPr>
              <a:t>confidence outcomes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55735" y="7200900"/>
            <a:ext cx="3432263" cy="30861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136885" y="1730255"/>
            <a:ext cx="7251065" cy="731012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u="sng" sz="295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Development</a:t>
            </a:r>
            <a:r>
              <a:rPr dirty="0" u="sng" sz="2950" spc="-4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950" spc="-2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Cost</a:t>
            </a:r>
            <a:endParaRPr sz="29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555"/>
              </a:spcBef>
              <a:buChar char="•"/>
              <a:tabLst>
                <a:tab pos="24828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Labour</a:t>
            </a:r>
            <a:r>
              <a:rPr dirty="0" sz="2950" spc="-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(software</a:t>
            </a:r>
            <a:r>
              <a:rPr dirty="0" sz="29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9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ML</a:t>
            </a:r>
            <a:r>
              <a:rPr dirty="0" sz="2950" spc="-3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development)</a:t>
            </a:r>
            <a:endParaRPr sz="29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560"/>
              </a:spcBef>
              <a:buChar char="•"/>
              <a:tabLst>
                <a:tab pos="24828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Cloud</a:t>
            </a:r>
            <a:r>
              <a:rPr dirty="0" sz="29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hosting</a:t>
            </a:r>
            <a:r>
              <a:rPr dirty="0" sz="29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950" spc="-1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database</a:t>
            </a:r>
            <a:endParaRPr sz="29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555"/>
              </a:spcBef>
              <a:buChar char="•"/>
              <a:tabLst>
                <a:tab pos="24828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2950" spc="-2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maintenance</a:t>
            </a:r>
            <a:endParaRPr sz="2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050E9B"/>
              </a:buClr>
              <a:buFont typeface="Arial"/>
              <a:buChar char="•"/>
            </a:pP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295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Revenue</a:t>
            </a:r>
            <a:r>
              <a:rPr dirty="0" u="sng" sz="2950" spc="-3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95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/</a:t>
            </a:r>
            <a:r>
              <a:rPr dirty="0" u="sng" sz="2950" spc="-3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95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Pricing</a:t>
            </a:r>
            <a:r>
              <a:rPr dirty="0" u="sng" sz="2950" spc="-25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950" spc="-1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Model</a:t>
            </a:r>
            <a:endParaRPr sz="29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555"/>
              </a:spcBef>
              <a:buChar char="•"/>
              <a:tabLst>
                <a:tab pos="24828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Subscription</a:t>
            </a:r>
            <a:r>
              <a:rPr dirty="0" sz="2950" spc="-8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9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schools</a:t>
            </a:r>
            <a:endParaRPr sz="29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555"/>
              </a:spcBef>
              <a:buChar char="•"/>
              <a:tabLst>
                <a:tab pos="24828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Freemium</a:t>
            </a:r>
            <a:r>
              <a:rPr dirty="0" sz="29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model</a:t>
            </a:r>
            <a:r>
              <a:rPr dirty="0" sz="2950" spc="-7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for</a:t>
            </a:r>
            <a:r>
              <a:rPr dirty="0" sz="29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parents</a:t>
            </a:r>
            <a:endParaRPr sz="29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560"/>
              </a:spcBef>
              <a:buChar char="•"/>
              <a:tabLst>
                <a:tab pos="24828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Institutional</a:t>
            </a:r>
            <a:r>
              <a:rPr dirty="0" sz="2950" spc="-14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licensing</a:t>
            </a:r>
            <a:endParaRPr sz="2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050E9B"/>
              </a:buClr>
              <a:buFont typeface="Arial"/>
              <a:buChar char="•"/>
            </a:pP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u="sng" sz="295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Intellectual</a:t>
            </a:r>
            <a:r>
              <a:rPr dirty="0" u="sng" sz="2950" spc="-75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95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Property</a:t>
            </a:r>
            <a:r>
              <a:rPr dirty="0" u="sng" sz="2950" spc="-75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950" spc="-20" b="1">
                <a:solidFill>
                  <a:srgbClr val="050E9B"/>
                </a:solidFill>
                <a:uFill>
                  <a:solidFill>
                    <a:srgbClr val="050E9B"/>
                  </a:solidFill>
                </a:uFill>
                <a:latin typeface="Arial"/>
                <a:cs typeface="Arial"/>
              </a:rPr>
              <a:t>(IP)</a:t>
            </a:r>
            <a:endParaRPr sz="29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560"/>
              </a:spcBef>
              <a:buChar char="•"/>
              <a:tabLst>
                <a:tab pos="24828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ML</a:t>
            </a:r>
            <a:r>
              <a:rPr dirty="0" sz="29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models</a:t>
            </a:r>
            <a:r>
              <a:rPr dirty="0" sz="29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950" spc="-3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algorithms</a:t>
            </a:r>
            <a:endParaRPr sz="29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555"/>
              </a:spcBef>
              <a:buChar char="•"/>
              <a:tabLst>
                <a:tab pos="24828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System</a:t>
            </a:r>
            <a:r>
              <a:rPr dirty="0" sz="2950" spc="-2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design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and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 architecture</a:t>
            </a:r>
            <a:endParaRPr sz="29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555"/>
              </a:spcBef>
              <a:buChar char="•"/>
              <a:tabLst>
                <a:tab pos="248285" algn="l"/>
              </a:tabLst>
            </a:pP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Software</a:t>
            </a:r>
            <a:r>
              <a:rPr dirty="0" sz="2950" spc="-65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050E9B"/>
                </a:solidFill>
                <a:latin typeface="Arial"/>
                <a:cs typeface="Arial"/>
              </a:rPr>
              <a:t>copyright</a:t>
            </a:r>
            <a:r>
              <a:rPr dirty="0" sz="2950" spc="-60" b="1">
                <a:solidFill>
                  <a:srgbClr val="050E9B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50E9B"/>
                </a:solidFill>
                <a:latin typeface="Arial"/>
                <a:cs typeface="Arial"/>
              </a:rPr>
              <a:t>protection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205109" y="694181"/>
            <a:ext cx="13298169" cy="764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50"/>
              <a:t>Interactive</a:t>
            </a:r>
            <a:r>
              <a:rPr dirty="0" u="none" sz="4850" spc="-145"/>
              <a:t> </a:t>
            </a:r>
            <a:r>
              <a:rPr dirty="0" u="none" sz="4850"/>
              <a:t>Learning</a:t>
            </a:r>
            <a:r>
              <a:rPr dirty="0" u="none" sz="4850" spc="-145"/>
              <a:t> </a:t>
            </a:r>
            <a:r>
              <a:rPr dirty="0" u="none" sz="4850"/>
              <a:t>Tool</a:t>
            </a:r>
            <a:r>
              <a:rPr dirty="0" u="none" sz="4850" spc="-140"/>
              <a:t> </a:t>
            </a:r>
            <a:r>
              <a:rPr dirty="0" u="none" sz="4850"/>
              <a:t>for</a:t>
            </a:r>
            <a:r>
              <a:rPr dirty="0" u="none" sz="4850" spc="-155"/>
              <a:t> </a:t>
            </a:r>
            <a:r>
              <a:rPr dirty="0" u="none" sz="4850"/>
              <a:t>Dyscalculia</a:t>
            </a:r>
            <a:r>
              <a:rPr dirty="0" u="none" sz="4850" spc="-145"/>
              <a:t> </a:t>
            </a:r>
            <a:r>
              <a:rPr dirty="0" u="none" sz="4850" spc="-20"/>
              <a:t>kids</a:t>
            </a:r>
            <a:endParaRPr sz="485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9331" y="0"/>
            <a:ext cx="2558669" cy="337419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217809" y="1377327"/>
            <a:ext cx="13281660" cy="0"/>
          </a:xfrm>
          <a:custGeom>
            <a:avLst/>
            <a:gdLst/>
            <a:ahLst/>
            <a:cxnLst/>
            <a:rect l="l" t="t" r="r" b="b"/>
            <a:pathLst>
              <a:path w="13281660" h="0">
                <a:moveTo>
                  <a:pt x="0" y="0"/>
                </a:moveTo>
                <a:lnTo>
                  <a:pt x="13281118" y="0"/>
                </a:lnTo>
              </a:path>
            </a:pathLst>
          </a:custGeom>
          <a:ln w="342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26178" y="2883128"/>
            <a:ext cx="9786493" cy="65324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74162" y="2134286"/>
            <a:ext cx="3804285" cy="779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4830" indent="-532130">
              <a:lnSpc>
                <a:spcPct val="100000"/>
              </a:lnSpc>
              <a:spcBef>
                <a:spcPts val="100"/>
              </a:spcBef>
              <a:buChar char="•"/>
              <a:tabLst>
                <a:tab pos="544830" algn="l"/>
              </a:tabLst>
            </a:pPr>
            <a:r>
              <a:rPr dirty="0" sz="4950">
                <a:latin typeface="Arial"/>
                <a:cs typeface="Arial"/>
              </a:rPr>
              <a:t>Gantt</a:t>
            </a:r>
            <a:r>
              <a:rPr dirty="0" sz="4950" spc="-10">
                <a:latin typeface="Arial"/>
                <a:cs typeface="Arial"/>
              </a:rPr>
              <a:t> Chart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49218" cy="33741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86799" y="7200900"/>
            <a:ext cx="3301199" cy="30861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29329" y="0"/>
              <a:ext cx="2558669" cy="33741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339795"/>
              <a:ext cx="16563568" cy="694720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/>
          <p:nvPr/>
        </p:nvSpPr>
        <p:spPr>
          <a:xfrm>
            <a:off x="2205109" y="694181"/>
            <a:ext cx="13298169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4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Interactive</a:t>
            </a:r>
            <a:r>
              <a:rPr dirty="0" u="sng" sz="4850" spc="-1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Learning</a:t>
            </a:r>
            <a:r>
              <a:rPr dirty="0" u="sng" sz="4850" spc="-1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Tool</a:t>
            </a:r>
            <a:r>
              <a:rPr dirty="0" u="sng" sz="4850" spc="-1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dirty="0" u="sng" sz="4850" spc="-1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Dyscalculia</a:t>
            </a:r>
            <a:r>
              <a:rPr dirty="0" u="sng" sz="4850" spc="-1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85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kids</a:t>
            </a:r>
            <a:endParaRPr sz="4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9488" y="2158606"/>
            <a:ext cx="7578725" cy="779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950">
                <a:latin typeface="Arial"/>
                <a:cs typeface="Arial"/>
              </a:rPr>
              <a:t>•Work</a:t>
            </a:r>
            <a:r>
              <a:rPr dirty="0" sz="4950" spc="-55">
                <a:latin typeface="Arial"/>
                <a:cs typeface="Arial"/>
              </a:rPr>
              <a:t> </a:t>
            </a:r>
            <a:r>
              <a:rPr dirty="0" sz="4950">
                <a:latin typeface="Arial"/>
                <a:cs typeface="Arial"/>
              </a:rPr>
              <a:t>breakdown</a:t>
            </a:r>
            <a:r>
              <a:rPr dirty="0" sz="4950" spc="-55">
                <a:latin typeface="Arial"/>
                <a:cs typeface="Arial"/>
              </a:rPr>
              <a:t> </a:t>
            </a:r>
            <a:r>
              <a:rPr dirty="0" sz="4950" spc="-10">
                <a:latin typeface="Arial"/>
                <a:cs typeface="Arial"/>
              </a:rPr>
              <a:t>structure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42017" cy="337419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29331" y="0"/>
            <a:ext cx="2558669" cy="3374193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537811" y="4244213"/>
            <a:ext cx="9213215" cy="1915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12400" b="0">
                <a:latin typeface="Arial"/>
                <a:cs typeface="Arial"/>
              </a:rPr>
              <a:t>THANK</a:t>
            </a:r>
            <a:r>
              <a:rPr dirty="0" u="none" sz="12400" spc="-245" b="0">
                <a:latin typeface="Arial"/>
                <a:cs typeface="Arial"/>
              </a:rPr>
              <a:t> </a:t>
            </a:r>
            <a:r>
              <a:rPr dirty="0" u="none" sz="12400" spc="-25" b="0">
                <a:latin typeface="Arial"/>
                <a:cs typeface="Arial"/>
              </a:rPr>
              <a:t>YOU</a:t>
            </a:r>
            <a:endParaRPr sz="1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042695"/>
            <a:ext cx="2558656" cy="324430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45932" y="7042695"/>
            <a:ext cx="3642067" cy="32443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2026-10-11T20:18:55Z</dcterms:created>
  <dcterms:modified xsi:type="dcterms:W3CDTF">2026-10-11T20:18:55Z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2026-10-11T00:00:00Z</vt:filetime>
  </property>
  <property fmtid="{D5CDD505-2E9C-101B-9397-08002B2CF9AE}" pid="4" name="LastSaved">
    <vt:filetime>2026-10-11T00:00:00Z</vt:filetime>
  </property>
  <property fmtid="{D5CDD505-2E9C-101B-9397-08002B2CF9AE}" pid="5" name="Producer">
    <vt:lpwstr>3-Heights(TM) PDF Security Shell 4.8.25.2 (http://www.pdf-tools.com)</vt:lpwstr>
  </property>
</Properties>
</file>